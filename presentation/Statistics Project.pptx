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4"/>
    <p:sldMasterId id="2147483684" r:id="rId5"/>
    <p:sldMasterId id="2147483685" r:id="rId6"/>
  </p:sldMasterIdLst>
  <p:notesMasterIdLst>
    <p:notesMasterId r:id="rId104"/>
  </p:notesMasterIdLst>
  <p:sldIdLst>
    <p:sldId id="256" r:id="rId7"/>
    <p:sldId id="258" r:id="rId8"/>
    <p:sldId id="313" r:id="rId9"/>
    <p:sldId id="312" r:id="rId10"/>
    <p:sldId id="354" r:id="rId11"/>
    <p:sldId id="261" r:id="rId12"/>
    <p:sldId id="260" r:id="rId13"/>
    <p:sldId id="262" r:id="rId14"/>
    <p:sldId id="328" r:id="rId15"/>
    <p:sldId id="263" r:id="rId16"/>
    <p:sldId id="332" r:id="rId17"/>
    <p:sldId id="264" r:id="rId18"/>
    <p:sldId id="345" r:id="rId19"/>
    <p:sldId id="348" r:id="rId20"/>
    <p:sldId id="266" r:id="rId21"/>
    <p:sldId id="326" r:id="rId22"/>
    <p:sldId id="327" r:id="rId23"/>
    <p:sldId id="329" r:id="rId24"/>
    <p:sldId id="330" r:id="rId25"/>
    <p:sldId id="331" r:id="rId26"/>
    <p:sldId id="334" r:id="rId27"/>
    <p:sldId id="335" r:id="rId28"/>
    <p:sldId id="336" r:id="rId29"/>
    <p:sldId id="337" r:id="rId30"/>
    <p:sldId id="338" r:id="rId31"/>
    <p:sldId id="339" r:id="rId32"/>
    <p:sldId id="340" r:id="rId33"/>
    <p:sldId id="342" r:id="rId34"/>
    <p:sldId id="343" r:id="rId35"/>
    <p:sldId id="314" r:id="rId36"/>
    <p:sldId id="346" r:id="rId37"/>
    <p:sldId id="347" r:id="rId38"/>
    <p:sldId id="349" r:id="rId39"/>
    <p:sldId id="351" r:id="rId40"/>
    <p:sldId id="316" r:id="rId41"/>
    <p:sldId id="317" r:id="rId42"/>
    <p:sldId id="318" r:id="rId43"/>
    <p:sldId id="319" r:id="rId44"/>
    <p:sldId id="333" r:id="rId45"/>
    <p:sldId id="320" r:id="rId46"/>
    <p:sldId id="341" r:id="rId47"/>
    <p:sldId id="344" r:id="rId48"/>
    <p:sldId id="321" r:id="rId49"/>
    <p:sldId id="259" r:id="rId50"/>
    <p:sldId id="323" r:id="rId51"/>
    <p:sldId id="324" r:id="rId52"/>
    <p:sldId id="355" r:id="rId53"/>
    <p:sldId id="356" r:id="rId54"/>
    <p:sldId id="357" r:id="rId55"/>
    <p:sldId id="358" r:id="rId56"/>
    <p:sldId id="359" r:id="rId57"/>
    <p:sldId id="325" r:id="rId58"/>
    <p:sldId id="267" r:id="rId59"/>
    <p:sldId id="268" r:id="rId60"/>
    <p:sldId id="269" r:id="rId61"/>
    <p:sldId id="270" r:id="rId62"/>
    <p:sldId id="271" r:id="rId63"/>
    <p:sldId id="272" r:id="rId64"/>
    <p:sldId id="273" r:id="rId65"/>
    <p:sldId id="274" r:id="rId66"/>
    <p:sldId id="275" r:id="rId67"/>
    <p:sldId id="276" r:id="rId68"/>
    <p:sldId id="277" r:id="rId69"/>
    <p:sldId id="278" r:id="rId70"/>
    <p:sldId id="279" r:id="rId71"/>
    <p:sldId id="280" r:id="rId72"/>
    <p:sldId id="281" r:id="rId73"/>
    <p:sldId id="282" r:id="rId74"/>
    <p:sldId id="283" r:id="rId75"/>
    <p:sldId id="284" r:id="rId76"/>
    <p:sldId id="285" r:id="rId77"/>
    <p:sldId id="286" r:id="rId78"/>
    <p:sldId id="287" r:id="rId79"/>
    <p:sldId id="288" r:id="rId80"/>
    <p:sldId id="289" r:id="rId81"/>
    <p:sldId id="290" r:id="rId82"/>
    <p:sldId id="291" r:id="rId83"/>
    <p:sldId id="292" r:id="rId84"/>
    <p:sldId id="293" r:id="rId85"/>
    <p:sldId id="294" r:id="rId86"/>
    <p:sldId id="295" r:id="rId87"/>
    <p:sldId id="296" r:id="rId88"/>
    <p:sldId id="297" r:id="rId89"/>
    <p:sldId id="298" r:id="rId90"/>
    <p:sldId id="299" r:id="rId91"/>
    <p:sldId id="300" r:id="rId92"/>
    <p:sldId id="301" r:id="rId93"/>
    <p:sldId id="302" r:id="rId94"/>
    <p:sldId id="303" r:id="rId95"/>
    <p:sldId id="304" r:id="rId96"/>
    <p:sldId id="305" r:id="rId97"/>
    <p:sldId id="306" r:id="rId98"/>
    <p:sldId id="307" r:id="rId99"/>
    <p:sldId id="308" r:id="rId100"/>
    <p:sldId id="309" r:id="rId101"/>
    <p:sldId id="310" r:id="rId102"/>
    <p:sldId id="311" r:id="rId103"/>
  </p:sldIdLst>
  <p:sldSz cx="9144000" cy="5143500" type="screen16x9"/>
  <p:notesSz cx="6858000" cy="9144000"/>
  <p:embeddedFontLst>
    <p:embeddedFont>
      <p:font typeface="Amatic SC" panose="00000500000000000000" pitchFamily="2" charset="-79"/>
      <p:regular r:id="rId105"/>
      <p:bold r:id="rId106"/>
    </p:embeddedFont>
    <p:embeddedFont>
      <p:font typeface="Bebas Neue" panose="020B0606020202050201" pitchFamily="34" charset="0"/>
      <p:regular r:id="rId107"/>
    </p:embeddedFont>
    <p:embeddedFont>
      <p:font typeface="Consolas" panose="020B0609020204030204" pitchFamily="49" charset="0"/>
      <p:regular r:id="rId108"/>
      <p:bold r:id="rId109"/>
      <p:italic r:id="rId110"/>
      <p:boldItalic r:id="rId111"/>
    </p:embeddedFont>
    <p:embeddedFont>
      <p:font typeface="Poppins" panose="00000500000000000000" pitchFamily="2" charset="0"/>
      <p:regular r:id="rId112"/>
      <p:bold r:id="rId113"/>
      <p:italic r:id="rId114"/>
      <p:boldItalic r:id="rId115"/>
    </p:embeddedFont>
    <p:embeddedFont>
      <p:font typeface="Poppins Black" panose="00000A00000000000000" pitchFamily="2" charset="0"/>
      <p:bold r:id="rId116"/>
      <p:boldItalic r:id="rId117"/>
    </p:embeddedFont>
    <p:embeddedFont>
      <p:font typeface="Poppins ExtraBold" panose="00000900000000000000" pitchFamily="2" charset="0"/>
      <p:bold r:id="rId118"/>
      <p:boldItalic r:id="rId119"/>
    </p:embeddedFont>
    <p:embeddedFont>
      <p:font typeface="Poppins SemiBold" panose="00000700000000000000" pitchFamily="2" charset="0"/>
      <p:regular r:id="rId120"/>
      <p:bold r:id="rId121"/>
      <p:italic r:id="rId122"/>
      <p:boldItalic r:id="rId123"/>
    </p:embeddedFont>
    <p:embeddedFont>
      <p:font typeface="Roboto Medium" panose="02000000000000000000" pitchFamily="2" charset="0"/>
      <p:regular r:id="rId124"/>
      <p:bold r:id="rId125"/>
      <p:italic r:id="rId126"/>
      <p:boldItalic r:id="rId12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ECF8"/>
    <a:srgbClr val="49194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5C99F3C-ED63-A988-24C8-2777A22A4401}" v="194" dt="2024-12-16T19:48:07.892"/>
    <p1510:client id="{78CEFEE0-DE76-4649-91A3-9D0E29E14A6E}" v="766" dt="2024-12-16T15:14:01.764"/>
    <p1510:client id="{93D78FBB-12C2-58FB-A03E-46A3E48C736B}" v="741" dt="2024-12-15T19:36:28.978"/>
    <p1510:client id="{B2D70B09-AE53-DB3A-B001-76651FA25961}" v="471" dt="2024-12-15T19:18:20.472"/>
    <p1510:client id="{C7D211BC-6C2A-36F2-3001-4D4CF714FA22}" v="79" dt="2024-12-15T23:49:18.313"/>
  </p1510:revLst>
</p1510:revInfo>
</file>

<file path=ppt/tableStyles.xml><?xml version="1.0" encoding="utf-8"?>
<a:tblStyleLst xmlns:a="http://schemas.openxmlformats.org/drawingml/2006/main" def="{A4384012-A2AF-4531-A5CA-00EEC183B7BB}">
  <a:tblStyle styleId="{A4384012-A2AF-4531-A5CA-00EEC183B7B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BB8D47D1-8054-436B-A52A-D1FB7BF9DF01}"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font" Target="fonts/font13.fntdata"/><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12" Type="http://schemas.openxmlformats.org/officeDocument/2006/relationships/font" Target="fonts/font8.fntdata"/><Relationship Id="rId16" Type="http://schemas.openxmlformats.org/officeDocument/2006/relationships/slide" Target="slides/slide10.xml"/><Relationship Id="rId107" Type="http://schemas.openxmlformats.org/officeDocument/2006/relationships/font" Target="fonts/font3.fntdata"/><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font" Target="fonts/font19.fntdata"/><Relationship Id="rId128" Type="http://schemas.openxmlformats.org/officeDocument/2006/relationships/presProps" Target="presProps.xml"/><Relationship Id="rId5" Type="http://schemas.openxmlformats.org/officeDocument/2006/relationships/slideMaster" Target="slideMasters/slideMaster2.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font" Target="fonts/font9.fntdata"/><Relationship Id="rId118" Type="http://schemas.openxmlformats.org/officeDocument/2006/relationships/font" Target="fonts/font14.fntdata"/><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font" Target="fonts/font4.fntdata"/><Relationship Id="rId124" Type="http://schemas.openxmlformats.org/officeDocument/2006/relationships/font" Target="fonts/font20.fntdata"/><Relationship Id="rId129" Type="http://schemas.openxmlformats.org/officeDocument/2006/relationships/viewProps" Target="viewProps.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font" Target="fonts/font10.fntdata"/><Relationship Id="rId119" Type="http://schemas.openxmlformats.org/officeDocument/2006/relationships/font" Target="fonts/font15.fntdata"/><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theme" Target="theme/theme1.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font" Target="fonts/font5.fntdata"/><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notesMaster" Target="notesMasters/notesMaster1.xml"/><Relationship Id="rId120" Type="http://schemas.openxmlformats.org/officeDocument/2006/relationships/font" Target="fonts/font16.fntdata"/><Relationship Id="rId125" Type="http://schemas.openxmlformats.org/officeDocument/2006/relationships/font" Target="fonts/font21.fntdata"/><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font" Target="fonts/font6.fntdata"/><Relationship Id="rId115" Type="http://schemas.openxmlformats.org/officeDocument/2006/relationships/font" Target="fonts/font11.fntdata"/><Relationship Id="rId131" Type="http://schemas.openxmlformats.org/officeDocument/2006/relationships/tableStyles" Target="tableStyles.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font" Target="fonts/font1.fntdata"/><Relationship Id="rId126" Type="http://schemas.openxmlformats.org/officeDocument/2006/relationships/font" Target="fonts/font22.fntdata"/><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font" Target="fonts/font17.fntdata"/><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font" Target="fonts/font12.fntdata"/><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font" Target="fonts/font7.fntdata"/><Relationship Id="rId132" Type="http://schemas.microsoft.com/office/2015/10/relationships/revisionInfo" Target="revisionInfo.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font" Target="fonts/font2.fntdata"/><Relationship Id="rId127" Type="http://schemas.openxmlformats.org/officeDocument/2006/relationships/font" Target="fonts/font23.fntdata"/><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font" Target="fonts/font18.fntdata"/><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4"/>
        <p:cNvGrpSpPr/>
        <p:nvPr/>
      </p:nvGrpSpPr>
      <p:grpSpPr>
        <a:xfrm>
          <a:off x="0" y="0"/>
          <a:ext cx="0" cy="0"/>
          <a:chOff x="0" y="0"/>
          <a:chExt cx="0" cy="0"/>
        </a:xfrm>
      </p:grpSpPr>
      <p:sp>
        <p:nvSpPr>
          <p:cNvPr id="1905" name="Google Shape;190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6" name="Google Shape;190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2"/>
        <p:cNvGrpSpPr/>
        <p:nvPr/>
      </p:nvGrpSpPr>
      <p:grpSpPr>
        <a:xfrm>
          <a:off x="0" y="0"/>
          <a:ext cx="0" cy="0"/>
          <a:chOff x="0" y="0"/>
          <a:chExt cx="0" cy="0"/>
        </a:xfrm>
      </p:grpSpPr>
      <p:sp>
        <p:nvSpPr>
          <p:cNvPr id="2193" name="Google Shape;2193;g1db4dd3de4b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4" name="Google Shape;2194;g1db4dd3de4b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8">
          <a:extLst>
            <a:ext uri="{FF2B5EF4-FFF2-40B4-BE49-F238E27FC236}">
              <a16:creationId xmlns:a16="http://schemas.microsoft.com/office/drawing/2014/main" id="{08ED119B-78A1-4287-B0F7-63FD206211D6}"/>
            </a:ext>
          </a:extLst>
        </p:cNvPr>
        <p:cNvGrpSpPr/>
        <p:nvPr/>
      </p:nvGrpSpPr>
      <p:grpSpPr>
        <a:xfrm>
          <a:off x="0" y="0"/>
          <a:ext cx="0" cy="0"/>
          <a:chOff x="0" y="0"/>
          <a:chExt cx="0" cy="0"/>
        </a:xfrm>
      </p:grpSpPr>
      <p:sp>
        <p:nvSpPr>
          <p:cNvPr id="2259" name="Google Shape;2259;g1db4dd3de4b_0_249:notes">
            <a:extLst>
              <a:ext uri="{FF2B5EF4-FFF2-40B4-BE49-F238E27FC236}">
                <a16:creationId xmlns:a16="http://schemas.microsoft.com/office/drawing/2014/main" id="{DC1F705F-6428-4AEC-D878-7CAD149A35D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 name="Google Shape;2260;g1db4dd3de4b_0_249:notes">
            <a:extLst>
              <a:ext uri="{FF2B5EF4-FFF2-40B4-BE49-F238E27FC236}">
                <a16:creationId xmlns:a16="http://schemas.microsoft.com/office/drawing/2014/main" id="{B00642ED-2233-3216-8F28-ED6B4186C10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260579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5">
          <a:extLst>
            <a:ext uri="{FF2B5EF4-FFF2-40B4-BE49-F238E27FC236}">
              <a16:creationId xmlns:a16="http://schemas.microsoft.com/office/drawing/2014/main" id="{C013026F-63C2-A9BF-2CF9-A3158B2DDEE6}"/>
            </a:ext>
          </a:extLst>
        </p:cNvPr>
        <p:cNvGrpSpPr/>
        <p:nvPr/>
      </p:nvGrpSpPr>
      <p:grpSpPr>
        <a:xfrm>
          <a:off x="0" y="0"/>
          <a:ext cx="0" cy="0"/>
          <a:chOff x="0" y="0"/>
          <a:chExt cx="0" cy="0"/>
        </a:xfrm>
      </p:grpSpPr>
      <p:sp>
        <p:nvSpPr>
          <p:cNvPr id="2366" name="Google Shape;2366;g1db4dd3de4b_0_270:notes">
            <a:extLst>
              <a:ext uri="{FF2B5EF4-FFF2-40B4-BE49-F238E27FC236}">
                <a16:creationId xmlns:a16="http://schemas.microsoft.com/office/drawing/2014/main" id="{8E544FE1-1617-22BF-B6D1-EABF62CA510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7" name="Google Shape;2367;g1db4dd3de4b_0_270:notes">
            <a:extLst>
              <a:ext uri="{FF2B5EF4-FFF2-40B4-BE49-F238E27FC236}">
                <a16:creationId xmlns:a16="http://schemas.microsoft.com/office/drawing/2014/main" id="{5227D78D-EA89-4462-F896-D2FD1DEB67D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3359184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5">
          <a:extLst>
            <a:ext uri="{FF2B5EF4-FFF2-40B4-BE49-F238E27FC236}">
              <a16:creationId xmlns:a16="http://schemas.microsoft.com/office/drawing/2014/main" id="{672E5840-5BF5-93A3-60BB-8200EC525501}"/>
            </a:ext>
          </a:extLst>
        </p:cNvPr>
        <p:cNvGrpSpPr/>
        <p:nvPr/>
      </p:nvGrpSpPr>
      <p:grpSpPr>
        <a:xfrm>
          <a:off x="0" y="0"/>
          <a:ext cx="0" cy="0"/>
          <a:chOff x="0" y="0"/>
          <a:chExt cx="0" cy="0"/>
        </a:xfrm>
      </p:grpSpPr>
      <p:sp>
        <p:nvSpPr>
          <p:cNvPr id="2366" name="Google Shape;2366;g1db4dd3de4b_0_270:notes">
            <a:extLst>
              <a:ext uri="{FF2B5EF4-FFF2-40B4-BE49-F238E27FC236}">
                <a16:creationId xmlns:a16="http://schemas.microsoft.com/office/drawing/2014/main" id="{7F409C69-67CB-761A-5754-530318AEA84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7" name="Google Shape;2367;g1db4dd3de4b_0_270:notes">
            <a:extLst>
              <a:ext uri="{FF2B5EF4-FFF2-40B4-BE49-F238E27FC236}">
                <a16:creationId xmlns:a16="http://schemas.microsoft.com/office/drawing/2014/main" id="{E0AC5431-1DD7-36CD-BE52-97A019E4AB0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4436875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5"/>
        <p:cNvGrpSpPr/>
        <p:nvPr/>
      </p:nvGrpSpPr>
      <p:grpSpPr>
        <a:xfrm>
          <a:off x="0" y="0"/>
          <a:ext cx="0" cy="0"/>
          <a:chOff x="0" y="0"/>
          <a:chExt cx="0" cy="0"/>
        </a:xfrm>
      </p:grpSpPr>
      <p:sp>
        <p:nvSpPr>
          <p:cNvPr id="2366" name="Google Shape;2366;g1db4dd3de4b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7" name="Google Shape;2367;g1db4dd3de4b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8"/>
        <p:cNvGrpSpPr/>
        <p:nvPr/>
      </p:nvGrpSpPr>
      <p:grpSpPr>
        <a:xfrm>
          <a:off x="0" y="0"/>
          <a:ext cx="0" cy="0"/>
          <a:chOff x="0" y="0"/>
          <a:chExt cx="0" cy="0"/>
        </a:xfrm>
      </p:grpSpPr>
      <p:sp>
        <p:nvSpPr>
          <p:cNvPr id="2259" name="Google Shape;2259;g1db4dd3de4b_0_2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 name="Google Shape;2260;g1db4dd3de4b_0_2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p:cNvGrpSpPr/>
        <p:nvPr/>
      </p:nvGrpSpPr>
      <p:grpSpPr>
        <a:xfrm>
          <a:off x="0" y="0"/>
          <a:ext cx="0" cy="0"/>
          <a:chOff x="0" y="0"/>
          <a:chExt cx="0" cy="0"/>
        </a:xfrm>
      </p:grpSpPr>
      <p:sp>
        <p:nvSpPr>
          <p:cNvPr id="2374" name="Google Shape;2374;g1db4dd3de4b_0_2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5" name="Google Shape;2375;g1db4dd3de4b_0_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1"/>
        <p:cNvGrpSpPr/>
        <p:nvPr/>
      </p:nvGrpSpPr>
      <p:grpSpPr>
        <a:xfrm>
          <a:off x="0" y="0"/>
          <a:ext cx="0" cy="0"/>
          <a:chOff x="0" y="0"/>
          <a:chExt cx="0" cy="0"/>
        </a:xfrm>
      </p:grpSpPr>
      <p:sp>
        <p:nvSpPr>
          <p:cNvPr id="2422" name="Google Shape;2422;g1db4dd3de4b_0_2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3" name="Google Shape;2423;g1db4dd3de4b_0_2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p:cNvGrpSpPr/>
        <p:nvPr/>
      </p:nvGrpSpPr>
      <p:grpSpPr>
        <a:xfrm>
          <a:off x="0" y="0"/>
          <a:ext cx="0" cy="0"/>
          <a:chOff x="0" y="0"/>
          <a:chExt cx="0" cy="0"/>
        </a:xfrm>
      </p:grpSpPr>
      <p:sp>
        <p:nvSpPr>
          <p:cNvPr id="2440" name="Google Shape;2440;g1db4dd3de4b_0_2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p:cNvGrpSpPr/>
        <p:nvPr/>
      </p:nvGrpSpPr>
      <p:grpSpPr>
        <a:xfrm>
          <a:off x="0" y="0"/>
          <a:ext cx="0" cy="0"/>
          <a:chOff x="0" y="0"/>
          <a:chExt cx="0" cy="0"/>
        </a:xfrm>
      </p:grpSpPr>
      <p:sp>
        <p:nvSpPr>
          <p:cNvPr id="2502" name="Google Shape;2502;g1d0de5287ea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A56DCA02-D5E5-A66D-0E51-611A3DD6CA76}"/>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2DF9AC87-1256-F57B-6063-E8D3F928FDD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8F53DC85-161E-781C-649E-DB64BA1D06C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74486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4907064B-C732-4312-519A-7CF8A55B55E8}"/>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608B981B-CB68-4180-F990-AB755E35FDA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6D9E5116-0CCC-3C40-54D3-630F6D97400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817024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05A17835-1595-E876-CE29-CBF34F4F9DA9}"/>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13CAA71D-DD33-7420-678F-88FBEAAEC78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41A2BCB8-B92C-97DC-2A73-30E6D9CCAEF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79600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7FC3E294-D122-707A-5ED1-D88F7B55D5B2}"/>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ED5FEF6A-2708-D57A-E961-6E035E796B3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90AB85B3-BCFD-9A25-2988-6ACE70D8C1C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539727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3360328E-7910-5164-8663-48D817647E84}"/>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D3E0BC6C-E5BC-7C2D-1312-702541BAF48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0C88728B-999F-EB54-C763-3BF29D7F072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437247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D303802C-3C67-E163-D137-8F371F38C914}"/>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7C74E852-5434-BC85-92EC-4544659F69E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815E7E37-3485-685D-7107-66473DE0B29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224110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CDAC9C77-D8FD-610C-05DF-DF1244DB709C}"/>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B4CFBC6E-06BF-F36D-8F66-0688E3ACBE4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D1303C22-4620-269F-44F5-EA9EE1F618E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5199481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35A87268-AB1D-2C66-FE84-66214B061F71}"/>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7715138D-88A9-412A-30E2-A4A74DE2615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9BBFCB46-724B-EE70-E97E-59DA4C3035B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544289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1">
          <a:extLst>
            <a:ext uri="{FF2B5EF4-FFF2-40B4-BE49-F238E27FC236}">
              <a16:creationId xmlns:a16="http://schemas.microsoft.com/office/drawing/2014/main" id="{4EC1B38F-5A21-5512-5936-3831DDB54F23}"/>
            </a:ext>
          </a:extLst>
        </p:cNvPr>
        <p:cNvGrpSpPr/>
        <p:nvPr/>
      </p:nvGrpSpPr>
      <p:grpSpPr>
        <a:xfrm>
          <a:off x="0" y="0"/>
          <a:ext cx="0" cy="0"/>
          <a:chOff x="0" y="0"/>
          <a:chExt cx="0" cy="0"/>
        </a:xfrm>
      </p:grpSpPr>
      <p:sp>
        <p:nvSpPr>
          <p:cNvPr id="2502" name="Google Shape;2502;g1d0de5287ea_0_14:notes">
            <a:extLst>
              <a:ext uri="{FF2B5EF4-FFF2-40B4-BE49-F238E27FC236}">
                <a16:creationId xmlns:a16="http://schemas.microsoft.com/office/drawing/2014/main" id="{FD2CA1A9-980F-BA65-B2A0-94B4C0DEB2F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3" name="Google Shape;2503;g1d0de5287ea_0_14:notes">
            <a:extLst>
              <a:ext uri="{FF2B5EF4-FFF2-40B4-BE49-F238E27FC236}">
                <a16:creationId xmlns:a16="http://schemas.microsoft.com/office/drawing/2014/main" id="{24CBC6C2-9327-0370-5F93-3E533FACA97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63385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B64B2FAF-3276-4062-7C05-E2C6F957C63F}"/>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A57A78CC-54E6-D3C8-2F18-37DFF740E55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1275D03F-26D2-DF2D-D927-31B7C6513C4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002581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45200C7E-F3F4-2C46-3D6A-E455DAF53E42}"/>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D7C32E02-CD5E-CB2C-73D6-2C5CBC0F189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F75DC14E-99F8-913C-BAF6-F15C5D79ECB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496623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E992BC66-8EAE-47CA-31F0-017F7FCBD6F1}"/>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7F90EB50-C202-8848-076E-8180BA23F6C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6C107745-E242-183F-F4B3-E2B7C596136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5736132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314AA444-09A0-1AEE-69BE-2C1567C97B7E}"/>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BB71D9D6-216B-9D81-530E-8BC6D97E07B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50799811-7F98-C39F-ADE0-4458F089845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1461097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34C18FB8-5B02-82F5-889F-FB8582FCB54E}"/>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A6B1D4FF-43B2-B2BA-489B-19B3B5CE1C1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160D5B66-001A-89F6-2962-1C82EA30175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4076353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11DBA3F1-6EB0-DBE1-D417-6BC01A94AD3A}"/>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44611C81-987E-0825-4A02-8483A4AB0DC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A8861E45-7B9E-370B-8C02-819F07F5863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9019414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72064C01-A2B3-7642-1807-9FB296BB7A64}"/>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F0B91AFB-8154-52B0-A907-5CEA0F96BE5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0F3B4DB8-DF41-9A66-2766-3A219116847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798785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35A73865-06D5-A0B6-ED79-ABFF5ABE2C40}"/>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DA4DE108-D653-5133-71D5-3C9F015919A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B34A8FCC-40CD-5F7C-DFD5-50889D050F0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36532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09273428-2A48-E947-81DD-8D57CAAD63CF}"/>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75D875AB-23B8-E27C-ACA4-E661E308678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6D6A87B9-2DFA-F574-3B1E-F2D4B39405A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752702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BCE5CCD9-23F1-886D-5DF8-698B455A4771}"/>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974ED29C-3F4B-74A5-FB33-BD0A040E1BB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C874686D-23B1-5BC2-D2C7-8BFD4916D29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6668871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a:extLst>
            <a:ext uri="{FF2B5EF4-FFF2-40B4-BE49-F238E27FC236}">
              <a16:creationId xmlns:a16="http://schemas.microsoft.com/office/drawing/2014/main" id="{93FA8AE3-1D0B-A6D1-122B-6A33CC6BA18E}"/>
            </a:ext>
          </a:extLst>
        </p:cNvPr>
        <p:cNvGrpSpPr/>
        <p:nvPr/>
      </p:nvGrpSpPr>
      <p:grpSpPr>
        <a:xfrm>
          <a:off x="0" y="0"/>
          <a:ext cx="0" cy="0"/>
          <a:chOff x="0" y="0"/>
          <a:chExt cx="0" cy="0"/>
        </a:xfrm>
      </p:grpSpPr>
      <p:sp>
        <p:nvSpPr>
          <p:cNvPr id="2374" name="Google Shape;2374;g1db4dd3de4b_0_279:notes">
            <a:extLst>
              <a:ext uri="{FF2B5EF4-FFF2-40B4-BE49-F238E27FC236}">
                <a16:creationId xmlns:a16="http://schemas.microsoft.com/office/drawing/2014/main" id="{D8442BAE-ADC6-CFBA-75A7-667E7B98C19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5" name="Google Shape;2375;g1db4dd3de4b_0_279:notes">
            <a:extLst>
              <a:ext uri="{FF2B5EF4-FFF2-40B4-BE49-F238E27FC236}">
                <a16:creationId xmlns:a16="http://schemas.microsoft.com/office/drawing/2014/main" id="{288F1495-E5C3-16AE-68CB-300CB945D31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531972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8">
          <a:extLst>
            <a:ext uri="{FF2B5EF4-FFF2-40B4-BE49-F238E27FC236}">
              <a16:creationId xmlns:a16="http://schemas.microsoft.com/office/drawing/2014/main" id="{2B41F314-9315-66C7-29C3-885D082015CC}"/>
            </a:ext>
          </a:extLst>
        </p:cNvPr>
        <p:cNvGrpSpPr/>
        <p:nvPr/>
      </p:nvGrpSpPr>
      <p:grpSpPr>
        <a:xfrm>
          <a:off x="0" y="0"/>
          <a:ext cx="0" cy="0"/>
          <a:chOff x="0" y="0"/>
          <a:chExt cx="0" cy="0"/>
        </a:xfrm>
      </p:grpSpPr>
      <p:sp>
        <p:nvSpPr>
          <p:cNvPr id="2259" name="Google Shape;2259;g1db4dd3de4b_0_249:notes">
            <a:extLst>
              <a:ext uri="{FF2B5EF4-FFF2-40B4-BE49-F238E27FC236}">
                <a16:creationId xmlns:a16="http://schemas.microsoft.com/office/drawing/2014/main" id="{8B21C7B6-B179-4D7D-5630-7E8AA47D75E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 name="Google Shape;2260;g1db4dd3de4b_0_249:notes">
            <a:extLst>
              <a:ext uri="{FF2B5EF4-FFF2-40B4-BE49-F238E27FC236}">
                <a16:creationId xmlns:a16="http://schemas.microsoft.com/office/drawing/2014/main" id="{8AFFE508-5848-D5D4-8012-6B830231E09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107061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a:extLst>
            <a:ext uri="{FF2B5EF4-FFF2-40B4-BE49-F238E27FC236}">
              <a16:creationId xmlns:a16="http://schemas.microsoft.com/office/drawing/2014/main" id="{678DC989-1E86-AF05-CF64-E359F22C4334}"/>
            </a:ext>
          </a:extLst>
        </p:cNvPr>
        <p:cNvGrpSpPr/>
        <p:nvPr/>
      </p:nvGrpSpPr>
      <p:grpSpPr>
        <a:xfrm>
          <a:off x="0" y="0"/>
          <a:ext cx="0" cy="0"/>
          <a:chOff x="0" y="0"/>
          <a:chExt cx="0" cy="0"/>
        </a:xfrm>
      </p:grpSpPr>
      <p:sp>
        <p:nvSpPr>
          <p:cNvPr id="2374" name="Google Shape;2374;g1db4dd3de4b_0_279:notes">
            <a:extLst>
              <a:ext uri="{FF2B5EF4-FFF2-40B4-BE49-F238E27FC236}">
                <a16:creationId xmlns:a16="http://schemas.microsoft.com/office/drawing/2014/main" id="{7F292771-EEA4-B720-3DEA-19FB56111C1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5" name="Google Shape;2375;g1db4dd3de4b_0_279:notes">
            <a:extLst>
              <a:ext uri="{FF2B5EF4-FFF2-40B4-BE49-F238E27FC236}">
                <a16:creationId xmlns:a16="http://schemas.microsoft.com/office/drawing/2014/main" id="{8BEED484-F588-F87C-04C4-5A55FCAB558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0225703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1">
          <a:extLst>
            <a:ext uri="{FF2B5EF4-FFF2-40B4-BE49-F238E27FC236}">
              <a16:creationId xmlns:a16="http://schemas.microsoft.com/office/drawing/2014/main" id="{40B13AF2-BBED-5707-8F1D-13AFD2797B02}"/>
            </a:ext>
          </a:extLst>
        </p:cNvPr>
        <p:cNvGrpSpPr/>
        <p:nvPr/>
      </p:nvGrpSpPr>
      <p:grpSpPr>
        <a:xfrm>
          <a:off x="0" y="0"/>
          <a:ext cx="0" cy="0"/>
          <a:chOff x="0" y="0"/>
          <a:chExt cx="0" cy="0"/>
        </a:xfrm>
      </p:grpSpPr>
      <p:sp>
        <p:nvSpPr>
          <p:cNvPr id="2422" name="Google Shape;2422;g1db4dd3de4b_0_285:notes">
            <a:extLst>
              <a:ext uri="{FF2B5EF4-FFF2-40B4-BE49-F238E27FC236}">
                <a16:creationId xmlns:a16="http://schemas.microsoft.com/office/drawing/2014/main" id="{A62849E0-7109-3504-1363-48AB7CE279C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3" name="Google Shape;2423;g1db4dd3de4b_0_285:notes">
            <a:extLst>
              <a:ext uri="{FF2B5EF4-FFF2-40B4-BE49-F238E27FC236}">
                <a16:creationId xmlns:a16="http://schemas.microsoft.com/office/drawing/2014/main" id="{F1D3DE59-77F1-37BB-C2F7-E197DAF4936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8605809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1">
          <a:extLst>
            <a:ext uri="{FF2B5EF4-FFF2-40B4-BE49-F238E27FC236}">
              <a16:creationId xmlns:a16="http://schemas.microsoft.com/office/drawing/2014/main" id="{40B13AF2-BBED-5707-8F1D-13AFD2797B02}"/>
            </a:ext>
          </a:extLst>
        </p:cNvPr>
        <p:cNvGrpSpPr/>
        <p:nvPr/>
      </p:nvGrpSpPr>
      <p:grpSpPr>
        <a:xfrm>
          <a:off x="0" y="0"/>
          <a:ext cx="0" cy="0"/>
          <a:chOff x="0" y="0"/>
          <a:chExt cx="0" cy="0"/>
        </a:xfrm>
      </p:grpSpPr>
      <p:sp>
        <p:nvSpPr>
          <p:cNvPr id="2422" name="Google Shape;2422;g1db4dd3de4b_0_285:notes">
            <a:extLst>
              <a:ext uri="{FF2B5EF4-FFF2-40B4-BE49-F238E27FC236}">
                <a16:creationId xmlns:a16="http://schemas.microsoft.com/office/drawing/2014/main" id="{A62849E0-7109-3504-1363-48AB7CE279C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3" name="Google Shape;2423;g1db4dd3de4b_0_285:notes">
            <a:extLst>
              <a:ext uri="{FF2B5EF4-FFF2-40B4-BE49-F238E27FC236}">
                <a16:creationId xmlns:a16="http://schemas.microsoft.com/office/drawing/2014/main" id="{F1D3DE59-77F1-37BB-C2F7-E197DAF4936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6840598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B63A0991-51FE-6136-C477-4C19F98B131D}"/>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85A5D9C4-897D-608A-DA82-B1998074FC6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92350B08-717F-7813-9B92-6AC8399880D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7593313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B63A0991-51FE-6136-C477-4C19F98B131D}"/>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85A5D9C4-897D-608A-DA82-B1998074FC6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92350B08-717F-7813-9B92-6AC8399880D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7690846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B63A0991-51FE-6136-C477-4C19F98B131D}"/>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85A5D9C4-897D-608A-DA82-B1998074FC6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92350B08-717F-7813-9B92-6AC8399880D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750221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21E1629C-BCD9-C45C-0031-DF47634E1D15}"/>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1EAC91C9-DBE2-AC7E-6778-AF1675E1719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84950F85-926F-69CE-4267-2D6702AC491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315636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6"/>
        <p:cNvGrpSpPr/>
        <p:nvPr/>
      </p:nvGrpSpPr>
      <p:grpSpPr>
        <a:xfrm>
          <a:off x="0" y="0"/>
          <a:ext cx="0" cy="0"/>
          <a:chOff x="0" y="0"/>
          <a:chExt cx="0" cy="0"/>
        </a:xfrm>
      </p:grpSpPr>
      <p:sp>
        <p:nvSpPr>
          <p:cNvPr id="2217" name="Google Shape;2217;g1db4dd3de4b_0_2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8" name="Google Shape;2218;g1db4dd3de4b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7">
          <a:extLst>
            <a:ext uri="{FF2B5EF4-FFF2-40B4-BE49-F238E27FC236}">
              <a16:creationId xmlns:a16="http://schemas.microsoft.com/office/drawing/2014/main" id="{F5C66441-0F17-BEB1-F36D-A0C3400586CB}"/>
            </a:ext>
          </a:extLst>
        </p:cNvPr>
        <p:cNvGrpSpPr/>
        <p:nvPr/>
      </p:nvGrpSpPr>
      <p:grpSpPr>
        <a:xfrm>
          <a:off x="0" y="0"/>
          <a:ext cx="0" cy="0"/>
          <a:chOff x="0" y="0"/>
          <a:chExt cx="0" cy="0"/>
        </a:xfrm>
      </p:grpSpPr>
      <p:sp>
        <p:nvSpPr>
          <p:cNvPr id="2488" name="Google Shape;2488;g1db4dd3de4b_0_305:notes">
            <a:extLst>
              <a:ext uri="{FF2B5EF4-FFF2-40B4-BE49-F238E27FC236}">
                <a16:creationId xmlns:a16="http://schemas.microsoft.com/office/drawing/2014/main" id="{FD84578F-D9E6-2BDD-0C48-7E5B145FB4E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89" name="Google Shape;2489;g1db4dd3de4b_0_305:notes">
            <a:extLst>
              <a:ext uri="{FF2B5EF4-FFF2-40B4-BE49-F238E27FC236}">
                <a16:creationId xmlns:a16="http://schemas.microsoft.com/office/drawing/2014/main" id="{9C036A4A-A18A-733D-A7A2-C53E1588193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2338939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F8DFD13B-5508-6CBB-447E-F3328BE7908F}"/>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C5DBE30D-7210-C1F2-234E-F88FA7555C3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6B30BB34-43A5-FA95-67A5-6FB4EAFD154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47325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6B8C5583-0A77-68A7-E9B9-D46FB6B00C91}"/>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12729CEA-4DF9-A901-5507-F1D4B70C47B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5B103D51-8902-53BC-00E7-BB679E0FDB3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0659207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A7F49F37-A88E-C982-A39A-727B8551AA39}"/>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89B11D2B-95D9-6EF8-3659-0FE27B95DC9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F4F35A5D-1EDB-3930-3016-4779E6CD0E3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327642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CB0AC076-3810-DBC7-3916-CC1334017306}"/>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6698AC21-B722-4245-5FE4-F277A781A61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A608FED7-D64B-15F0-7360-E8DCDF38A98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1302436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BB0D11D7-9B78-AC31-BC64-FDC841F5FD18}"/>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10657C3B-1976-912F-61A2-2EAAF359DFC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4F0FA3C1-680F-E677-7868-8AD661EB7CA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45447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a:extLst>
            <a:ext uri="{FF2B5EF4-FFF2-40B4-BE49-F238E27FC236}">
              <a16:creationId xmlns:a16="http://schemas.microsoft.com/office/drawing/2014/main" id="{08E38602-438E-438E-CDA7-DB652C103EA1}"/>
            </a:ext>
          </a:extLst>
        </p:cNvPr>
        <p:cNvGrpSpPr/>
        <p:nvPr/>
      </p:nvGrpSpPr>
      <p:grpSpPr>
        <a:xfrm>
          <a:off x="0" y="0"/>
          <a:ext cx="0" cy="0"/>
          <a:chOff x="0" y="0"/>
          <a:chExt cx="0" cy="0"/>
        </a:xfrm>
      </p:grpSpPr>
      <p:sp>
        <p:nvSpPr>
          <p:cNvPr id="2440" name="Google Shape;2440;g1db4dd3de4b_0_294:notes">
            <a:extLst>
              <a:ext uri="{FF2B5EF4-FFF2-40B4-BE49-F238E27FC236}">
                <a16:creationId xmlns:a16="http://schemas.microsoft.com/office/drawing/2014/main" id="{68292FB3-A816-6F55-6920-DB95EFA3928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1db4dd3de4b_0_294:notes">
            <a:extLst>
              <a:ext uri="{FF2B5EF4-FFF2-40B4-BE49-F238E27FC236}">
                <a16:creationId xmlns:a16="http://schemas.microsoft.com/office/drawing/2014/main" id="{D1EE5AAB-4737-3D15-33B2-8336C08EAFA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460136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a:extLst>
            <a:ext uri="{FF2B5EF4-FFF2-40B4-BE49-F238E27FC236}">
              <a16:creationId xmlns:a16="http://schemas.microsoft.com/office/drawing/2014/main" id="{6F396718-BB36-418E-3794-B5BF5DAEC579}"/>
            </a:ext>
          </a:extLst>
        </p:cNvPr>
        <p:cNvGrpSpPr/>
        <p:nvPr/>
      </p:nvGrpSpPr>
      <p:grpSpPr>
        <a:xfrm>
          <a:off x="0" y="0"/>
          <a:ext cx="0" cy="0"/>
          <a:chOff x="0" y="0"/>
          <a:chExt cx="0" cy="0"/>
        </a:xfrm>
      </p:grpSpPr>
      <p:sp>
        <p:nvSpPr>
          <p:cNvPr id="2374" name="Google Shape;2374;g1db4dd3de4b_0_279:notes">
            <a:extLst>
              <a:ext uri="{FF2B5EF4-FFF2-40B4-BE49-F238E27FC236}">
                <a16:creationId xmlns:a16="http://schemas.microsoft.com/office/drawing/2014/main" id="{660426BB-CFE0-BC22-A6B1-A95A7858A5F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5" name="Google Shape;2375;g1db4dd3de4b_0_279:notes">
            <a:extLst>
              <a:ext uri="{FF2B5EF4-FFF2-40B4-BE49-F238E27FC236}">
                <a16:creationId xmlns:a16="http://schemas.microsoft.com/office/drawing/2014/main" id="{96373BFE-E813-5276-E50E-AA20AC4B8C3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4443995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2"/>
        <p:cNvGrpSpPr/>
        <p:nvPr/>
      </p:nvGrpSpPr>
      <p:grpSpPr>
        <a:xfrm>
          <a:off x="0" y="0"/>
          <a:ext cx="0" cy="0"/>
          <a:chOff x="0" y="0"/>
          <a:chExt cx="0" cy="0"/>
        </a:xfrm>
      </p:grpSpPr>
      <p:sp>
        <p:nvSpPr>
          <p:cNvPr id="2613" name="Google Shape;2613;g1cefec9f410_5_2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4" name="Google Shape;2614;g1cefec9f410_5_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52"/>
        <p:cNvGrpSpPr/>
        <p:nvPr/>
      </p:nvGrpSpPr>
      <p:grpSpPr>
        <a:xfrm>
          <a:off x="0" y="0"/>
          <a:ext cx="0" cy="0"/>
          <a:chOff x="0" y="0"/>
          <a:chExt cx="0" cy="0"/>
        </a:xfrm>
      </p:grpSpPr>
      <p:sp>
        <p:nvSpPr>
          <p:cNvPr id="2653" name="Google Shape;2653;g1db4dd3de4b_0_3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4" name="Google Shape;2654;g1db4dd3de4b_0_3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6"/>
        <p:cNvGrpSpPr/>
        <p:nvPr/>
      </p:nvGrpSpPr>
      <p:grpSpPr>
        <a:xfrm>
          <a:off x="0" y="0"/>
          <a:ext cx="0" cy="0"/>
          <a:chOff x="0" y="0"/>
          <a:chExt cx="0" cy="0"/>
        </a:xfrm>
      </p:grpSpPr>
      <p:sp>
        <p:nvSpPr>
          <p:cNvPr id="2687" name="Google Shape;2687;g1db4dd3de4b_0_3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8" name="Google Shape;2688;g1db4dd3de4b_0_3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8"/>
        <p:cNvGrpSpPr/>
        <p:nvPr/>
      </p:nvGrpSpPr>
      <p:grpSpPr>
        <a:xfrm>
          <a:off x="0" y="0"/>
          <a:ext cx="0" cy="0"/>
          <a:chOff x="0" y="0"/>
          <a:chExt cx="0" cy="0"/>
        </a:xfrm>
      </p:grpSpPr>
      <p:sp>
        <p:nvSpPr>
          <p:cNvPr id="2739" name="Google Shape;2739;g1db4dd3de4b_0_3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0" name="Google Shape;2740;g1db4dd3de4b_0_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5"/>
        <p:cNvGrpSpPr/>
        <p:nvPr/>
      </p:nvGrpSpPr>
      <p:grpSpPr>
        <a:xfrm>
          <a:off x="0" y="0"/>
          <a:ext cx="0" cy="0"/>
          <a:chOff x="0" y="0"/>
          <a:chExt cx="0" cy="0"/>
        </a:xfrm>
      </p:grpSpPr>
      <p:sp>
        <p:nvSpPr>
          <p:cNvPr id="2786" name="Google Shape;2786;g1cf89365e16_10_20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7" name="Google Shape;2787;g1cf89365e16_10_20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2"/>
        <p:cNvGrpSpPr/>
        <p:nvPr/>
      </p:nvGrpSpPr>
      <p:grpSpPr>
        <a:xfrm>
          <a:off x="0" y="0"/>
          <a:ext cx="0" cy="0"/>
          <a:chOff x="0" y="0"/>
          <a:chExt cx="0" cy="0"/>
        </a:xfrm>
      </p:grpSpPr>
      <p:sp>
        <p:nvSpPr>
          <p:cNvPr id="2813" name="Google Shape;2813;g1db4dd3de4b_0_3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14" name="Google Shape;2814;g1db4dd3de4b_0_3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3"/>
        <p:cNvGrpSpPr/>
        <p:nvPr/>
      </p:nvGrpSpPr>
      <p:grpSpPr>
        <a:xfrm>
          <a:off x="0" y="0"/>
          <a:ext cx="0" cy="0"/>
          <a:chOff x="0" y="0"/>
          <a:chExt cx="0" cy="0"/>
        </a:xfrm>
      </p:grpSpPr>
      <p:sp>
        <p:nvSpPr>
          <p:cNvPr id="2854" name="Google Shape;2854;g1db4dd3de4b_0_3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5" name="Google Shape;2855;g1db4dd3de4b_0_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7"/>
        <p:cNvGrpSpPr/>
        <p:nvPr/>
      </p:nvGrpSpPr>
      <p:grpSpPr>
        <a:xfrm>
          <a:off x="0" y="0"/>
          <a:ext cx="0" cy="0"/>
          <a:chOff x="0" y="0"/>
          <a:chExt cx="0" cy="0"/>
        </a:xfrm>
      </p:grpSpPr>
      <p:sp>
        <p:nvSpPr>
          <p:cNvPr id="2878" name="Google Shape;2878;g1db4dd3de4b_0_6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79" name="Google Shape;2879;g1db4dd3de4b_0_6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0"/>
        <p:cNvGrpSpPr/>
        <p:nvPr/>
      </p:nvGrpSpPr>
      <p:grpSpPr>
        <a:xfrm>
          <a:off x="0" y="0"/>
          <a:ext cx="0" cy="0"/>
          <a:chOff x="0" y="0"/>
          <a:chExt cx="0" cy="0"/>
        </a:xfrm>
      </p:grpSpPr>
      <p:sp>
        <p:nvSpPr>
          <p:cNvPr id="2891" name="Google Shape;2891;g1db4dd3de4b_0_6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2" name="Google Shape;2892;g1db4dd3de4b_0_6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1"/>
        <p:cNvGrpSpPr/>
        <p:nvPr/>
      </p:nvGrpSpPr>
      <p:grpSpPr>
        <a:xfrm>
          <a:off x="0" y="0"/>
          <a:ext cx="0" cy="0"/>
          <a:chOff x="0" y="0"/>
          <a:chExt cx="0" cy="0"/>
        </a:xfrm>
      </p:grpSpPr>
      <p:sp>
        <p:nvSpPr>
          <p:cNvPr id="2902" name="Google Shape;2902;g1db4dd3de4b_0_6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3" name="Google Shape;2903;g1db4dd3de4b_0_6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3"/>
        <p:cNvGrpSpPr/>
        <p:nvPr/>
      </p:nvGrpSpPr>
      <p:grpSpPr>
        <a:xfrm>
          <a:off x="0" y="0"/>
          <a:ext cx="0" cy="0"/>
          <a:chOff x="0" y="0"/>
          <a:chExt cx="0" cy="0"/>
        </a:xfrm>
      </p:grpSpPr>
      <p:sp>
        <p:nvSpPr>
          <p:cNvPr id="2914" name="Google Shape;2914;g1db4dd3de4b_0_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15" name="Google Shape;2915;g1db4dd3de4b_0_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6"/>
        <p:cNvGrpSpPr/>
        <p:nvPr/>
      </p:nvGrpSpPr>
      <p:grpSpPr>
        <a:xfrm>
          <a:off x="0" y="0"/>
          <a:ext cx="0" cy="0"/>
          <a:chOff x="0" y="0"/>
          <a:chExt cx="0" cy="0"/>
        </a:xfrm>
      </p:grpSpPr>
      <p:sp>
        <p:nvSpPr>
          <p:cNvPr id="3017" name="Google Shape;3017;g1db4dd3de4b_0_6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8" name="Google Shape;3018;g1db4dd3de4b_0_6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9"/>
        <p:cNvGrpSpPr/>
        <p:nvPr/>
      </p:nvGrpSpPr>
      <p:grpSpPr>
        <a:xfrm>
          <a:off x="0" y="0"/>
          <a:ext cx="0" cy="0"/>
          <a:chOff x="0" y="0"/>
          <a:chExt cx="0" cy="0"/>
        </a:xfrm>
      </p:grpSpPr>
      <p:sp>
        <p:nvSpPr>
          <p:cNvPr id="3040" name="Google Shape;3040;g1db4dd3de4b_0_6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1" name="Google Shape;3041;g1db4dd3de4b_0_6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1"/>
        <p:cNvGrpSpPr/>
        <p:nvPr/>
      </p:nvGrpSpPr>
      <p:grpSpPr>
        <a:xfrm>
          <a:off x="0" y="0"/>
          <a:ext cx="0" cy="0"/>
          <a:chOff x="0" y="0"/>
          <a:chExt cx="0" cy="0"/>
        </a:xfrm>
      </p:grpSpPr>
      <p:sp>
        <p:nvSpPr>
          <p:cNvPr id="3062" name="Google Shape;3062;g1db4dd3de4b_0_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3" name="Google Shape;3063;g1db4dd3de4b_0_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8"/>
        <p:cNvGrpSpPr/>
        <p:nvPr/>
      </p:nvGrpSpPr>
      <p:grpSpPr>
        <a:xfrm>
          <a:off x="0" y="0"/>
          <a:ext cx="0" cy="0"/>
          <a:chOff x="0" y="0"/>
          <a:chExt cx="0" cy="0"/>
        </a:xfrm>
      </p:grpSpPr>
      <p:sp>
        <p:nvSpPr>
          <p:cNvPr id="3069" name="Google Shape;3069;g1db4dd3de4b_0_6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0" name="Google Shape;3070;g1db4dd3de4b_0_6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4"/>
        <p:cNvGrpSpPr/>
        <p:nvPr/>
      </p:nvGrpSpPr>
      <p:grpSpPr>
        <a:xfrm>
          <a:off x="0" y="0"/>
          <a:ext cx="0" cy="0"/>
          <a:chOff x="0" y="0"/>
          <a:chExt cx="0" cy="0"/>
        </a:xfrm>
      </p:grpSpPr>
      <p:sp>
        <p:nvSpPr>
          <p:cNvPr id="3085" name="Google Shape;3085;g1db4dd3de4b_0_6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86" name="Google Shape;3086;g1db4dd3de4b_0_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6"/>
        <p:cNvGrpSpPr/>
        <p:nvPr/>
      </p:nvGrpSpPr>
      <p:grpSpPr>
        <a:xfrm>
          <a:off x="0" y="0"/>
          <a:ext cx="0" cy="0"/>
          <a:chOff x="0" y="0"/>
          <a:chExt cx="0" cy="0"/>
        </a:xfrm>
      </p:grpSpPr>
      <p:sp>
        <p:nvSpPr>
          <p:cNvPr id="3097" name="Google Shape;3097;g1d112b4c31d_2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8" name="Google Shape;3098;g1d112b4c31d_2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6"/>
        <p:cNvGrpSpPr/>
        <p:nvPr/>
      </p:nvGrpSpPr>
      <p:grpSpPr>
        <a:xfrm>
          <a:off x="0" y="0"/>
          <a:ext cx="0" cy="0"/>
          <a:chOff x="0" y="0"/>
          <a:chExt cx="0" cy="0"/>
        </a:xfrm>
      </p:grpSpPr>
      <p:sp>
        <p:nvSpPr>
          <p:cNvPr id="3147" name="Google Shape;3147;g1cf89365e16_6_10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8" name="Google Shape;3148;g1cf89365e16_6_10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3"/>
        <p:cNvGrpSpPr/>
        <p:nvPr/>
      </p:nvGrpSpPr>
      <p:grpSpPr>
        <a:xfrm>
          <a:off x="0" y="0"/>
          <a:ext cx="0" cy="0"/>
          <a:chOff x="0" y="0"/>
          <a:chExt cx="0" cy="0"/>
        </a:xfrm>
      </p:grpSpPr>
      <p:sp>
        <p:nvSpPr>
          <p:cNvPr id="3214" name="Google Shape;3214;g1db4dd3de4b_0_6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5" name="Google Shape;3215;g1db4dd3de4b_0_6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8"/>
        <p:cNvGrpSpPr/>
        <p:nvPr/>
      </p:nvGrpSpPr>
      <p:grpSpPr>
        <a:xfrm>
          <a:off x="0" y="0"/>
          <a:ext cx="0" cy="0"/>
          <a:chOff x="0" y="0"/>
          <a:chExt cx="0" cy="0"/>
        </a:xfrm>
      </p:grpSpPr>
      <p:sp>
        <p:nvSpPr>
          <p:cNvPr id="3249" name="Google Shape;3249;g1db4dd3de4b_0_7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50" name="Google Shape;3250;g1db4dd3de4b_0_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06"/>
        <p:cNvGrpSpPr/>
        <p:nvPr/>
      </p:nvGrpSpPr>
      <p:grpSpPr>
        <a:xfrm>
          <a:off x="0" y="0"/>
          <a:ext cx="0" cy="0"/>
          <a:chOff x="0" y="0"/>
          <a:chExt cx="0" cy="0"/>
        </a:xfrm>
      </p:grpSpPr>
      <p:sp>
        <p:nvSpPr>
          <p:cNvPr id="3307" name="Google Shape;3307;g1db4dd3de4b_0_7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8" name="Google Shape;3308;g1db4dd3de4b_0_7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3"/>
        <p:cNvGrpSpPr/>
        <p:nvPr/>
      </p:nvGrpSpPr>
      <p:grpSpPr>
        <a:xfrm>
          <a:off x="0" y="0"/>
          <a:ext cx="0" cy="0"/>
          <a:chOff x="0" y="0"/>
          <a:chExt cx="0" cy="0"/>
        </a:xfrm>
      </p:grpSpPr>
      <p:sp>
        <p:nvSpPr>
          <p:cNvPr id="3334" name="Google Shape;3334;g1db4dd3de4b_0_7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5" name="Google Shape;3335;g1db4dd3de4b_0_7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3"/>
        <p:cNvGrpSpPr/>
        <p:nvPr/>
      </p:nvGrpSpPr>
      <p:grpSpPr>
        <a:xfrm>
          <a:off x="0" y="0"/>
          <a:ext cx="0" cy="0"/>
          <a:chOff x="0" y="0"/>
          <a:chExt cx="0" cy="0"/>
        </a:xfrm>
      </p:grpSpPr>
      <p:sp>
        <p:nvSpPr>
          <p:cNvPr id="3384" name="Google Shape;3384;g1db4dd3de4b_0_7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5" name="Google Shape;3385;g1db4dd3de4b_0_7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2"/>
        <p:cNvGrpSpPr/>
        <p:nvPr/>
      </p:nvGrpSpPr>
      <p:grpSpPr>
        <a:xfrm>
          <a:off x="0" y="0"/>
          <a:ext cx="0" cy="0"/>
          <a:chOff x="0" y="0"/>
          <a:chExt cx="0" cy="0"/>
        </a:xfrm>
      </p:grpSpPr>
      <p:sp>
        <p:nvSpPr>
          <p:cNvPr id="3393" name="Google Shape;3393;g1db4dd3de4b_0_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4" name="Google Shape;3394;g1db4dd3de4b_0_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1"/>
        <p:cNvGrpSpPr/>
        <p:nvPr/>
      </p:nvGrpSpPr>
      <p:grpSpPr>
        <a:xfrm>
          <a:off x="0" y="0"/>
          <a:ext cx="0" cy="0"/>
          <a:chOff x="0" y="0"/>
          <a:chExt cx="0" cy="0"/>
        </a:xfrm>
      </p:grpSpPr>
      <p:sp>
        <p:nvSpPr>
          <p:cNvPr id="3562" name="Google Shape;3562;g1db4dd3de4b_0_7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3" name="Google Shape;3563;g1db4dd3de4b_0_7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69"/>
        <p:cNvGrpSpPr/>
        <p:nvPr/>
      </p:nvGrpSpPr>
      <p:grpSpPr>
        <a:xfrm>
          <a:off x="0" y="0"/>
          <a:ext cx="0" cy="0"/>
          <a:chOff x="0" y="0"/>
          <a:chExt cx="0" cy="0"/>
        </a:xfrm>
      </p:grpSpPr>
      <p:sp>
        <p:nvSpPr>
          <p:cNvPr id="3770" name="Google Shape;3770;g1db4dd3de4b_0_7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1" name="Google Shape;3771;g1db4dd3de4b_0_7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6"/>
        <p:cNvGrpSpPr/>
        <p:nvPr/>
      </p:nvGrpSpPr>
      <p:grpSpPr>
        <a:xfrm>
          <a:off x="0" y="0"/>
          <a:ext cx="0" cy="0"/>
          <a:chOff x="0" y="0"/>
          <a:chExt cx="0" cy="0"/>
        </a:xfrm>
      </p:grpSpPr>
      <p:sp>
        <p:nvSpPr>
          <p:cNvPr id="3867" name="Google Shape;3867;g1db4dd3de4b_0_7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68" name="Google Shape;3868;g1db4dd3de4b_0_7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3"/>
        <p:cNvGrpSpPr/>
        <p:nvPr/>
      </p:nvGrpSpPr>
      <p:grpSpPr>
        <a:xfrm>
          <a:off x="0" y="0"/>
          <a:ext cx="0" cy="0"/>
          <a:chOff x="0" y="0"/>
          <a:chExt cx="0" cy="0"/>
        </a:xfrm>
      </p:grpSpPr>
      <p:sp>
        <p:nvSpPr>
          <p:cNvPr id="3874" name="Google Shape;3874;g206e2373136_0_334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75" name="Google Shape;3875;g206e2373136_0_334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9"/>
        <p:cNvGrpSpPr/>
        <p:nvPr/>
      </p:nvGrpSpPr>
      <p:grpSpPr>
        <a:xfrm>
          <a:off x="0" y="0"/>
          <a:ext cx="0" cy="0"/>
          <a:chOff x="0" y="0"/>
          <a:chExt cx="0" cy="0"/>
        </a:xfrm>
      </p:grpSpPr>
      <p:sp>
        <p:nvSpPr>
          <p:cNvPr id="3880" name="Google Shape;3880;g206e2373136_0_334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1" name="Google Shape;3881;g206e2373136_0_334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5"/>
        <p:cNvGrpSpPr/>
        <p:nvPr/>
      </p:nvGrpSpPr>
      <p:grpSpPr>
        <a:xfrm>
          <a:off x="0" y="0"/>
          <a:ext cx="0" cy="0"/>
          <a:chOff x="0" y="0"/>
          <a:chExt cx="0" cy="0"/>
        </a:xfrm>
      </p:grpSpPr>
      <p:sp>
        <p:nvSpPr>
          <p:cNvPr id="3886" name="Google Shape;3886;g206e2373136_0_334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7" name="Google Shape;3887;g206e2373136_0_334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09"/>
        <p:cNvGrpSpPr/>
        <p:nvPr/>
      </p:nvGrpSpPr>
      <p:grpSpPr>
        <a:xfrm>
          <a:off x="0" y="0"/>
          <a:ext cx="0" cy="0"/>
          <a:chOff x="0" y="0"/>
          <a:chExt cx="0" cy="0"/>
        </a:xfrm>
      </p:grpSpPr>
      <p:sp>
        <p:nvSpPr>
          <p:cNvPr id="3910" name="Google Shape;3910;g206e2373136_0_335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1" name="Google Shape;3911;g206e2373136_0_335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5"/>
        <p:cNvGrpSpPr/>
        <p:nvPr/>
      </p:nvGrpSpPr>
      <p:grpSpPr>
        <a:xfrm>
          <a:off x="0" y="0"/>
          <a:ext cx="0" cy="0"/>
          <a:chOff x="0" y="0"/>
          <a:chExt cx="0" cy="0"/>
        </a:xfrm>
      </p:grpSpPr>
      <p:sp>
        <p:nvSpPr>
          <p:cNvPr id="3926" name="Google Shape;3926;g206e2373136_0_335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27" name="Google Shape;3927;g206e2373136_0_335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62"/>
        <p:cNvGrpSpPr/>
        <p:nvPr/>
      </p:nvGrpSpPr>
      <p:grpSpPr>
        <a:xfrm>
          <a:off x="0" y="0"/>
          <a:ext cx="0" cy="0"/>
          <a:chOff x="0" y="0"/>
          <a:chExt cx="0" cy="0"/>
        </a:xfrm>
      </p:grpSpPr>
      <p:sp>
        <p:nvSpPr>
          <p:cNvPr id="4263" name="Google Shape;4263;g20f95c9e4a6_1_105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4" name="Google Shape;4264;g20f95c9e4a6_1_10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76"/>
        <p:cNvGrpSpPr/>
        <p:nvPr/>
      </p:nvGrpSpPr>
      <p:grpSpPr>
        <a:xfrm>
          <a:off x="0" y="0"/>
          <a:ext cx="0" cy="0"/>
          <a:chOff x="0" y="0"/>
          <a:chExt cx="0" cy="0"/>
        </a:xfrm>
      </p:grpSpPr>
      <p:sp>
        <p:nvSpPr>
          <p:cNvPr id="10177" name="Google Shape;10177;g20f95c9e4a6_1_165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78" name="Google Shape;10178;g20f95c9e4a6_1_16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3"/>
        <p:cNvGrpSpPr/>
        <p:nvPr/>
      </p:nvGrpSpPr>
      <p:grpSpPr>
        <a:xfrm>
          <a:off x="0" y="0"/>
          <a:ext cx="0" cy="0"/>
          <a:chOff x="0" y="0"/>
          <a:chExt cx="0" cy="0"/>
        </a:xfrm>
      </p:grpSpPr>
      <p:sp>
        <p:nvSpPr>
          <p:cNvPr id="10604" name="Google Shape;10604;g20f95c9e4a6_1_169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5" name="Google Shape;10605;g20f95c9e4a6_1_169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6"/>
        <p:cNvGrpSpPr/>
        <p:nvPr/>
      </p:nvGrpSpPr>
      <p:grpSpPr>
        <a:xfrm>
          <a:off x="0" y="0"/>
          <a:ext cx="0" cy="0"/>
          <a:chOff x="0" y="0"/>
          <a:chExt cx="0" cy="0"/>
        </a:xfrm>
      </p:grpSpPr>
      <p:sp>
        <p:nvSpPr>
          <p:cNvPr id="10767" name="Google Shape;10767;g20f95c9e4a6_1_170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68" name="Google Shape;10768;g20f95c9e4a6_1_170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68"/>
        <p:cNvGrpSpPr/>
        <p:nvPr/>
      </p:nvGrpSpPr>
      <p:grpSpPr>
        <a:xfrm>
          <a:off x="0" y="0"/>
          <a:ext cx="0" cy="0"/>
          <a:chOff x="0" y="0"/>
          <a:chExt cx="0" cy="0"/>
        </a:xfrm>
      </p:grpSpPr>
      <p:sp>
        <p:nvSpPr>
          <p:cNvPr id="11169" name="Google Shape;11169;g20f95c9e4a6_1_174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70" name="Google Shape;11170;g20f95c9e4a6_1_174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39"/>
        <p:cNvGrpSpPr/>
        <p:nvPr/>
      </p:nvGrpSpPr>
      <p:grpSpPr>
        <a:xfrm>
          <a:off x="0" y="0"/>
          <a:ext cx="0" cy="0"/>
          <a:chOff x="0" y="0"/>
          <a:chExt cx="0" cy="0"/>
        </a:xfrm>
      </p:grpSpPr>
      <p:sp>
        <p:nvSpPr>
          <p:cNvPr id="11540" name="Google Shape;11540;g20f95c9e4a6_1_178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41" name="Google Shape;11541;g20f95c9e4a6_1_17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53"/>
        <p:cNvGrpSpPr/>
        <p:nvPr/>
      </p:nvGrpSpPr>
      <p:grpSpPr>
        <a:xfrm>
          <a:off x="0" y="0"/>
          <a:ext cx="0" cy="0"/>
          <a:chOff x="0" y="0"/>
          <a:chExt cx="0" cy="0"/>
        </a:xfrm>
      </p:grpSpPr>
      <p:sp>
        <p:nvSpPr>
          <p:cNvPr id="11854" name="Google Shape;11854;g20f95c9e4a6_1_181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55" name="Google Shape;11855;g20f95c9e4a6_1_18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44"/>
        <p:cNvGrpSpPr/>
        <p:nvPr/>
      </p:nvGrpSpPr>
      <p:grpSpPr>
        <a:xfrm>
          <a:off x="0" y="0"/>
          <a:ext cx="0" cy="0"/>
          <a:chOff x="0" y="0"/>
          <a:chExt cx="0" cy="0"/>
        </a:xfrm>
      </p:grpSpPr>
      <p:sp>
        <p:nvSpPr>
          <p:cNvPr id="12145" name="Google Shape;12145;g20f95c9e4a6_1_184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46" name="Google Shape;12146;g20f95c9e4a6_1_184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03"/>
        <p:cNvGrpSpPr/>
        <p:nvPr/>
      </p:nvGrpSpPr>
      <p:grpSpPr>
        <a:xfrm>
          <a:off x="0" y="0"/>
          <a:ext cx="0" cy="0"/>
          <a:chOff x="0" y="0"/>
          <a:chExt cx="0" cy="0"/>
        </a:xfrm>
      </p:grpSpPr>
      <p:sp>
        <p:nvSpPr>
          <p:cNvPr id="12504" name="Google Shape;12504;g20f95c9e4a6_1_188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05" name="Google Shape;12505;g20f95c9e4a6_1_188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0"/>
        <p:cNvGrpSpPr/>
        <p:nvPr/>
      </p:nvGrpSpPr>
      <p:grpSpPr>
        <a:xfrm>
          <a:off x="0" y="0"/>
          <a:ext cx="0" cy="0"/>
          <a:chOff x="0" y="0"/>
          <a:chExt cx="0" cy="0"/>
        </a:xfrm>
      </p:grpSpPr>
      <p:sp>
        <p:nvSpPr>
          <p:cNvPr id="12921" name="Google Shape;12921;g20f95c9e4a6_1_192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2" name="Google Shape;12922;g20f95c9e4a6_1_19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60"/>
        <p:cNvGrpSpPr/>
        <p:nvPr/>
      </p:nvGrpSpPr>
      <p:grpSpPr>
        <a:xfrm>
          <a:off x="0" y="0"/>
          <a:ext cx="0" cy="0"/>
          <a:chOff x="0" y="0"/>
          <a:chExt cx="0" cy="0"/>
        </a:xfrm>
      </p:grpSpPr>
      <p:sp>
        <p:nvSpPr>
          <p:cNvPr id="13261" name="Google Shape;13261;g20f95c9e4a6_1_195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62" name="Google Shape;13262;g20f95c9e4a6_1_19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48"/>
        <p:cNvGrpSpPr/>
        <p:nvPr/>
      </p:nvGrpSpPr>
      <p:grpSpPr>
        <a:xfrm>
          <a:off x="0" y="0"/>
          <a:ext cx="0" cy="0"/>
          <a:chOff x="0" y="0"/>
          <a:chExt cx="0" cy="0"/>
        </a:xfrm>
      </p:grpSpPr>
      <p:sp>
        <p:nvSpPr>
          <p:cNvPr id="13449" name="Google Shape;13449;g20f95c9e4a6_1_197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50" name="Google Shape;13450;g20f95c9e4a6_1_197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4"/>
        <p:cNvGrpSpPr/>
        <p:nvPr/>
      </p:nvGrpSpPr>
      <p:grpSpPr>
        <a:xfrm>
          <a:off x="0" y="0"/>
          <a:ext cx="0" cy="0"/>
          <a:chOff x="0" y="0"/>
          <a:chExt cx="0" cy="0"/>
        </a:xfrm>
      </p:grpSpPr>
      <p:sp>
        <p:nvSpPr>
          <p:cNvPr id="13695" name="Google Shape;13695;g20f95c9e4a6_1_21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96" name="Google Shape;13696;g20f95c9e4a6_1_21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1"/>
        </a:solidFill>
        <a:effectLst/>
      </p:bgPr>
    </p:bg>
    <p:spTree>
      <p:nvGrpSpPr>
        <p:cNvPr id="1" name="Shape 9"/>
        <p:cNvGrpSpPr/>
        <p:nvPr/>
      </p:nvGrpSpPr>
      <p:grpSpPr>
        <a:xfrm>
          <a:off x="0" y="0"/>
          <a:ext cx="0" cy="0"/>
          <a:chOff x="0" y="0"/>
          <a:chExt cx="0" cy="0"/>
        </a:xfrm>
      </p:grpSpPr>
      <p:sp>
        <p:nvSpPr>
          <p:cNvPr id="10" name="Google Shape;10;p2"/>
          <p:cNvSpPr/>
          <p:nvPr/>
        </p:nvSpPr>
        <p:spPr>
          <a:xfrm>
            <a:off x="812723" y="594106"/>
            <a:ext cx="6450000" cy="3505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799450" y="594106"/>
            <a:ext cx="6450000" cy="3505500"/>
          </a:xfrm>
          <a:prstGeom prst="frame">
            <a:avLst>
              <a:gd name="adj1" fmla="val 6202"/>
            </a:avLst>
          </a:prstGeom>
          <a:solidFill>
            <a:schemeClr val="accent4"/>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 name="Google Shape;12;p2"/>
          <p:cNvSpPr/>
          <p:nvPr/>
        </p:nvSpPr>
        <p:spPr>
          <a:xfrm>
            <a:off x="3105340" y="378306"/>
            <a:ext cx="2119800" cy="3087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txBox="1">
            <a:spLocks noGrp="1"/>
          </p:cNvSpPr>
          <p:nvPr>
            <p:ph type="subTitle" idx="1"/>
          </p:nvPr>
        </p:nvSpPr>
        <p:spPr>
          <a:xfrm>
            <a:off x="1242845" y="3145308"/>
            <a:ext cx="5617500" cy="4188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Clr>
                <a:schemeClr val="lt2"/>
              </a:buClr>
              <a:buSzPts val="1400"/>
              <a:buNone/>
              <a:defRPr sz="1600">
                <a:solidFill>
                  <a:schemeClr val="lt2"/>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4" name="Google Shape;14;p2"/>
          <p:cNvSpPr txBox="1">
            <a:spLocks noGrp="1"/>
          </p:cNvSpPr>
          <p:nvPr>
            <p:ph type="ctrTitle"/>
          </p:nvPr>
        </p:nvSpPr>
        <p:spPr>
          <a:xfrm>
            <a:off x="1242850" y="1062325"/>
            <a:ext cx="5617500" cy="20829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4600"/>
              <a:buNone/>
              <a:defRPr sz="4500">
                <a:solidFill>
                  <a:schemeClr val="accent3"/>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15"/>
        <p:cNvGrpSpPr/>
        <p:nvPr/>
      </p:nvGrpSpPr>
      <p:grpSpPr>
        <a:xfrm>
          <a:off x="0" y="0"/>
          <a:ext cx="0" cy="0"/>
          <a:chOff x="0" y="0"/>
          <a:chExt cx="0" cy="0"/>
        </a:xfrm>
      </p:grpSpPr>
      <p:sp>
        <p:nvSpPr>
          <p:cNvPr id="16" name="Google Shape;16;p3"/>
          <p:cNvSpPr/>
          <p:nvPr/>
        </p:nvSpPr>
        <p:spPr>
          <a:xfrm>
            <a:off x="-9625" y="-19275"/>
            <a:ext cx="9144000" cy="5162700"/>
          </a:xfrm>
          <a:prstGeom prst="frame">
            <a:avLst>
              <a:gd name="adj1" fmla="val 8209"/>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txBox="1">
            <a:spLocks noGrp="1"/>
          </p:cNvSpPr>
          <p:nvPr>
            <p:ph type="title"/>
          </p:nvPr>
        </p:nvSpPr>
        <p:spPr>
          <a:xfrm>
            <a:off x="720000" y="1671875"/>
            <a:ext cx="7704000" cy="8418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8" name="Google Shape;18;p3"/>
          <p:cNvSpPr txBox="1">
            <a:spLocks noGrp="1"/>
          </p:cNvSpPr>
          <p:nvPr>
            <p:ph type="title" idx="2" hasCustomPrompt="1"/>
          </p:nvPr>
        </p:nvSpPr>
        <p:spPr>
          <a:xfrm>
            <a:off x="2996550" y="830075"/>
            <a:ext cx="3150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3"/>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9" name="Google Shape;19;p3"/>
          <p:cNvSpPr txBox="1">
            <a:spLocks noGrp="1"/>
          </p:cNvSpPr>
          <p:nvPr>
            <p:ph type="subTitle" idx="1"/>
          </p:nvPr>
        </p:nvSpPr>
        <p:spPr>
          <a:xfrm>
            <a:off x="2278800" y="2513675"/>
            <a:ext cx="4586400" cy="44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 name="Google Shape;20;p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1" name="Google Shape;21;p3"/>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1"/>
        </a:solidFill>
        <a:effectLst/>
      </p:bgPr>
    </p:bg>
    <p:spTree>
      <p:nvGrpSpPr>
        <p:cNvPr id="1" name="Shape 31"/>
        <p:cNvGrpSpPr/>
        <p:nvPr/>
      </p:nvGrpSpPr>
      <p:grpSpPr>
        <a:xfrm>
          <a:off x="0" y="0"/>
          <a:ext cx="0" cy="0"/>
          <a:chOff x="0" y="0"/>
          <a:chExt cx="0" cy="0"/>
        </a:xfrm>
      </p:grpSpPr>
      <p:grpSp>
        <p:nvGrpSpPr>
          <p:cNvPr id="32" name="Google Shape;32;p5"/>
          <p:cNvGrpSpPr/>
          <p:nvPr/>
        </p:nvGrpSpPr>
        <p:grpSpPr>
          <a:xfrm flipH="1">
            <a:off x="232056" y="206640"/>
            <a:ext cx="8672122" cy="4675166"/>
            <a:chOff x="232056" y="206640"/>
            <a:chExt cx="8672122" cy="4675166"/>
          </a:xfrm>
        </p:grpSpPr>
        <p:grpSp>
          <p:nvGrpSpPr>
            <p:cNvPr id="33" name="Google Shape;33;p5"/>
            <p:cNvGrpSpPr/>
            <p:nvPr/>
          </p:nvGrpSpPr>
          <p:grpSpPr>
            <a:xfrm>
              <a:off x="7910512" y="206640"/>
              <a:ext cx="993666" cy="1272255"/>
              <a:chOff x="7825233" y="388347"/>
              <a:chExt cx="1037880" cy="1328865"/>
            </a:xfrm>
          </p:grpSpPr>
          <p:sp>
            <p:nvSpPr>
              <p:cNvPr id="34" name="Google Shape;34;p5"/>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5"/>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 name="Google Shape;36;p5"/>
              <p:cNvGrpSpPr/>
              <p:nvPr/>
            </p:nvGrpSpPr>
            <p:grpSpPr>
              <a:xfrm rot="-1799794">
                <a:off x="8433981" y="1029606"/>
                <a:ext cx="365703" cy="350054"/>
                <a:chOff x="2057567" y="690970"/>
                <a:chExt cx="352891" cy="337790"/>
              </a:xfrm>
            </p:grpSpPr>
            <p:sp>
              <p:nvSpPr>
                <p:cNvPr id="37" name="Google Shape;37;p5"/>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5"/>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5"/>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5"/>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5"/>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5"/>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5"/>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5"/>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5"/>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5"/>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5"/>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5"/>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 name="Google Shape;49;p5"/>
              <p:cNvGrpSpPr/>
              <p:nvPr/>
            </p:nvGrpSpPr>
            <p:grpSpPr>
              <a:xfrm>
                <a:off x="8545468" y="388347"/>
                <a:ext cx="317645" cy="350147"/>
                <a:chOff x="1433575" y="238125"/>
                <a:chExt cx="4740975" cy="5226075"/>
              </a:xfrm>
            </p:grpSpPr>
            <p:sp>
              <p:nvSpPr>
                <p:cNvPr id="50" name="Google Shape;50;p5"/>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5"/>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5"/>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5"/>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5"/>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5"/>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5"/>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5"/>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5"/>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5"/>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 name="Google Shape;61;p5"/>
            <p:cNvGrpSpPr/>
            <p:nvPr/>
          </p:nvGrpSpPr>
          <p:grpSpPr>
            <a:xfrm>
              <a:off x="232056" y="3839878"/>
              <a:ext cx="1319580" cy="1041928"/>
              <a:chOff x="190037" y="3818872"/>
              <a:chExt cx="1346098" cy="1062867"/>
            </a:xfrm>
          </p:grpSpPr>
          <p:grpSp>
            <p:nvGrpSpPr>
              <p:cNvPr id="62" name="Google Shape;62;p5"/>
              <p:cNvGrpSpPr/>
              <p:nvPr/>
            </p:nvGrpSpPr>
            <p:grpSpPr>
              <a:xfrm rot="1802271">
                <a:off x="1120650" y="4476648"/>
                <a:ext cx="354500" cy="339089"/>
                <a:chOff x="1190625" y="346475"/>
                <a:chExt cx="5219200" cy="5002375"/>
              </a:xfrm>
            </p:grpSpPr>
            <p:sp>
              <p:nvSpPr>
                <p:cNvPr id="63" name="Google Shape;63;p5"/>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5"/>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 name="Google Shape;65;p5"/>
              <p:cNvGrpSpPr/>
              <p:nvPr/>
            </p:nvGrpSpPr>
            <p:grpSpPr>
              <a:xfrm rot="5400000">
                <a:off x="436382" y="4464318"/>
                <a:ext cx="380063" cy="363766"/>
                <a:chOff x="2057567" y="690970"/>
                <a:chExt cx="352891" cy="337790"/>
              </a:xfrm>
            </p:grpSpPr>
            <p:sp>
              <p:nvSpPr>
                <p:cNvPr id="66" name="Google Shape;66;p5"/>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5"/>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5"/>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5"/>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5"/>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5"/>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5"/>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5"/>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5"/>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5"/>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 name="Google Shape;78;p5"/>
              <p:cNvGrpSpPr/>
              <p:nvPr/>
            </p:nvGrpSpPr>
            <p:grpSpPr>
              <a:xfrm rot="1801810">
                <a:off x="263984" y="3881350"/>
                <a:ext cx="354302" cy="391007"/>
                <a:chOff x="1433575" y="238125"/>
                <a:chExt cx="4740975" cy="5226075"/>
              </a:xfrm>
            </p:grpSpPr>
            <p:sp>
              <p:nvSpPr>
                <p:cNvPr id="79" name="Google Shape;79;p5"/>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5"/>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5"/>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5"/>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5"/>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5"/>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5"/>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5"/>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5"/>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5"/>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90" name="Google Shape;90;p5"/>
          <p:cNvSpPr txBox="1">
            <a:spLocks noGrp="1"/>
          </p:cNvSpPr>
          <p:nvPr>
            <p:ph type="subTitle" idx="1"/>
          </p:nvPr>
        </p:nvSpPr>
        <p:spPr>
          <a:xfrm>
            <a:off x="1382075" y="3141325"/>
            <a:ext cx="2907600" cy="7134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accent4"/>
              </a:buClr>
              <a:buSzPts val="2400"/>
              <a:buNone/>
              <a:defRPr sz="2400">
                <a:solidFill>
                  <a:schemeClr val="accent4"/>
                </a:solidFill>
                <a:latin typeface="Poppins ExtraBold"/>
                <a:ea typeface="Poppins ExtraBold"/>
                <a:cs typeface="Poppins ExtraBold"/>
                <a:sym typeface="Poppins ExtraBold"/>
              </a:defRPr>
            </a:lvl1pPr>
            <a:lvl2pPr lvl="1" algn="ctr">
              <a:lnSpc>
                <a:spcPct val="100000"/>
              </a:lnSpc>
              <a:spcBef>
                <a:spcPts val="0"/>
              </a:spcBef>
              <a:spcAft>
                <a:spcPts val="0"/>
              </a:spcAft>
              <a:buClr>
                <a:schemeClr val="accent4"/>
              </a:buClr>
              <a:buSzPts val="2400"/>
              <a:buNone/>
              <a:defRPr sz="2400" b="1">
                <a:solidFill>
                  <a:schemeClr val="accent4"/>
                </a:solidFill>
              </a:defRPr>
            </a:lvl2pPr>
            <a:lvl3pPr lvl="2" algn="ctr">
              <a:lnSpc>
                <a:spcPct val="100000"/>
              </a:lnSpc>
              <a:spcBef>
                <a:spcPts val="0"/>
              </a:spcBef>
              <a:spcAft>
                <a:spcPts val="0"/>
              </a:spcAft>
              <a:buClr>
                <a:schemeClr val="accent4"/>
              </a:buClr>
              <a:buSzPts val="2400"/>
              <a:buNone/>
              <a:defRPr sz="2400" b="1">
                <a:solidFill>
                  <a:schemeClr val="accent4"/>
                </a:solidFill>
              </a:defRPr>
            </a:lvl3pPr>
            <a:lvl4pPr lvl="3" algn="ctr">
              <a:lnSpc>
                <a:spcPct val="100000"/>
              </a:lnSpc>
              <a:spcBef>
                <a:spcPts val="0"/>
              </a:spcBef>
              <a:spcAft>
                <a:spcPts val="0"/>
              </a:spcAft>
              <a:buClr>
                <a:schemeClr val="accent4"/>
              </a:buClr>
              <a:buSzPts val="2400"/>
              <a:buNone/>
              <a:defRPr sz="2400" b="1">
                <a:solidFill>
                  <a:schemeClr val="accent4"/>
                </a:solidFill>
              </a:defRPr>
            </a:lvl4pPr>
            <a:lvl5pPr lvl="4" algn="ctr">
              <a:lnSpc>
                <a:spcPct val="100000"/>
              </a:lnSpc>
              <a:spcBef>
                <a:spcPts val="0"/>
              </a:spcBef>
              <a:spcAft>
                <a:spcPts val="0"/>
              </a:spcAft>
              <a:buClr>
                <a:schemeClr val="accent4"/>
              </a:buClr>
              <a:buSzPts val="2400"/>
              <a:buNone/>
              <a:defRPr sz="2400" b="1">
                <a:solidFill>
                  <a:schemeClr val="accent4"/>
                </a:solidFill>
              </a:defRPr>
            </a:lvl5pPr>
            <a:lvl6pPr lvl="5" algn="ctr">
              <a:lnSpc>
                <a:spcPct val="100000"/>
              </a:lnSpc>
              <a:spcBef>
                <a:spcPts val="0"/>
              </a:spcBef>
              <a:spcAft>
                <a:spcPts val="0"/>
              </a:spcAft>
              <a:buClr>
                <a:schemeClr val="accent4"/>
              </a:buClr>
              <a:buSzPts val="2400"/>
              <a:buNone/>
              <a:defRPr sz="2400" b="1">
                <a:solidFill>
                  <a:schemeClr val="accent4"/>
                </a:solidFill>
              </a:defRPr>
            </a:lvl6pPr>
            <a:lvl7pPr lvl="6" algn="ctr">
              <a:lnSpc>
                <a:spcPct val="100000"/>
              </a:lnSpc>
              <a:spcBef>
                <a:spcPts val="0"/>
              </a:spcBef>
              <a:spcAft>
                <a:spcPts val="0"/>
              </a:spcAft>
              <a:buClr>
                <a:schemeClr val="accent4"/>
              </a:buClr>
              <a:buSzPts val="2400"/>
              <a:buNone/>
              <a:defRPr sz="2400" b="1">
                <a:solidFill>
                  <a:schemeClr val="accent4"/>
                </a:solidFill>
              </a:defRPr>
            </a:lvl7pPr>
            <a:lvl8pPr lvl="7" algn="ctr">
              <a:lnSpc>
                <a:spcPct val="100000"/>
              </a:lnSpc>
              <a:spcBef>
                <a:spcPts val="0"/>
              </a:spcBef>
              <a:spcAft>
                <a:spcPts val="0"/>
              </a:spcAft>
              <a:buClr>
                <a:schemeClr val="accent4"/>
              </a:buClr>
              <a:buSzPts val="2400"/>
              <a:buNone/>
              <a:defRPr sz="2400" b="1">
                <a:solidFill>
                  <a:schemeClr val="accent4"/>
                </a:solidFill>
              </a:defRPr>
            </a:lvl8pPr>
            <a:lvl9pPr lvl="8" algn="ctr">
              <a:lnSpc>
                <a:spcPct val="100000"/>
              </a:lnSpc>
              <a:spcBef>
                <a:spcPts val="0"/>
              </a:spcBef>
              <a:spcAft>
                <a:spcPts val="0"/>
              </a:spcAft>
              <a:buClr>
                <a:schemeClr val="accent4"/>
              </a:buClr>
              <a:buSzPts val="2400"/>
              <a:buNone/>
              <a:defRPr sz="2400" b="1">
                <a:solidFill>
                  <a:schemeClr val="accent4"/>
                </a:solidFill>
              </a:defRPr>
            </a:lvl9pPr>
          </a:lstStyle>
          <a:p>
            <a:endParaRPr/>
          </a:p>
        </p:txBody>
      </p:sp>
      <p:sp>
        <p:nvSpPr>
          <p:cNvPr id="91" name="Google Shape;91;p5"/>
          <p:cNvSpPr txBox="1">
            <a:spLocks noGrp="1"/>
          </p:cNvSpPr>
          <p:nvPr>
            <p:ph type="subTitle" idx="2"/>
          </p:nvPr>
        </p:nvSpPr>
        <p:spPr>
          <a:xfrm>
            <a:off x="4854300" y="3141325"/>
            <a:ext cx="2907600" cy="713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None/>
              <a:defRPr sz="2400" b="1">
                <a:solidFill>
                  <a:schemeClr val="accent4"/>
                </a:solidFill>
              </a:defRPr>
            </a:lvl2pPr>
            <a:lvl3pPr lvl="2" algn="ctr" rtl="0">
              <a:lnSpc>
                <a:spcPct val="100000"/>
              </a:lnSpc>
              <a:spcBef>
                <a:spcPts val="0"/>
              </a:spcBef>
              <a:spcAft>
                <a:spcPts val="0"/>
              </a:spcAft>
              <a:buClr>
                <a:schemeClr val="accent4"/>
              </a:buClr>
              <a:buSzPts val="2400"/>
              <a:buNone/>
              <a:defRPr sz="2400" b="1">
                <a:solidFill>
                  <a:schemeClr val="accent4"/>
                </a:solidFill>
              </a:defRPr>
            </a:lvl3pPr>
            <a:lvl4pPr lvl="3" algn="ctr" rtl="0">
              <a:lnSpc>
                <a:spcPct val="100000"/>
              </a:lnSpc>
              <a:spcBef>
                <a:spcPts val="0"/>
              </a:spcBef>
              <a:spcAft>
                <a:spcPts val="0"/>
              </a:spcAft>
              <a:buClr>
                <a:schemeClr val="accent4"/>
              </a:buClr>
              <a:buSzPts val="2400"/>
              <a:buNone/>
              <a:defRPr sz="2400" b="1">
                <a:solidFill>
                  <a:schemeClr val="accent4"/>
                </a:solidFill>
              </a:defRPr>
            </a:lvl4pPr>
            <a:lvl5pPr lvl="4" algn="ctr" rtl="0">
              <a:lnSpc>
                <a:spcPct val="100000"/>
              </a:lnSpc>
              <a:spcBef>
                <a:spcPts val="0"/>
              </a:spcBef>
              <a:spcAft>
                <a:spcPts val="0"/>
              </a:spcAft>
              <a:buClr>
                <a:schemeClr val="accent4"/>
              </a:buClr>
              <a:buSzPts val="2400"/>
              <a:buNone/>
              <a:defRPr sz="2400" b="1">
                <a:solidFill>
                  <a:schemeClr val="accent4"/>
                </a:solidFill>
              </a:defRPr>
            </a:lvl5pPr>
            <a:lvl6pPr lvl="5" algn="ctr" rtl="0">
              <a:lnSpc>
                <a:spcPct val="100000"/>
              </a:lnSpc>
              <a:spcBef>
                <a:spcPts val="0"/>
              </a:spcBef>
              <a:spcAft>
                <a:spcPts val="0"/>
              </a:spcAft>
              <a:buClr>
                <a:schemeClr val="accent4"/>
              </a:buClr>
              <a:buSzPts val="2400"/>
              <a:buNone/>
              <a:defRPr sz="2400" b="1">
                <a:solidFill>
                  <a:schemeClr val="accent4"/>
                </a:solidFill>
              </a:defRPr>
            </a:lvl6pPr>
            <a:lvl7pPr lvl="6" algn="ctr" rtl="0">
              <a:lnSpc>
                <a:spcPct val="100000"/>
              </a:lnSpc>
              <a:spcBef>
                <a:spcPts val="0"/>
              </a:spcBef>
              <a:spcAft>
                <a:spcPts val="0"/>
              </a:spcAft>
              <a:buClr>
                <a:schemeClr val="accent4"/>
              </a:buClr>
              <a:buSzPts val="2400"/>
              <a:buNone/>
              <a:defRPr sz="2400" b="1">
                <a:solidFill>
                  <a:schemeClr val="accent4"/>
                </a:solidFill>
              </a:defRPr>
            </a:lvl7pPr>
            <a:lvl8pPr lvl="7" algn="ctr" rtl="0">
              <a:lnSpc>
                <a:spcPct val="100000"/>
              </a:lnSpc>
              <a:spcBef>
                <a:spcPts val="0"/>
              </a:spcBef>
              <a:spcAft>
                <a:spcPts val="0"/>
              </a:spcAft>
              <a:buClr>
                <a:schemeClr val="accent4"/>
              </a:buClr>
              <a:buSzPts val="2400"/>
              <a:buNone/>
              <a:defRPr sz="2400" b="1">
                <a:solidFill>
                  <a:schemeClr val="accent4"/>
                </a:solidFill>
              </a:defRPr>
            </a:lvl8pPr>
            <a:lvl9pPr lvl="8" algn="ctr" rtl="0">
              <a:lnSpc>
                <a:spcPct val="100000"/>
              </a:lnSpc>
              <a:spcBef>
                <a:spcPts val="0"/>
              </a:spcBef>
              <a:spcAft>
                <a:spcPts val="0"/>
              </a:spcAft>
              <a:buClr>
                <a:schemeClr val="accent4"/>
              </a:buClr>
              <a:buSzPts val="2400"/>
              <a:buNone/>
              <a:defRPr sz="2400" b="1">
                <a:solidFill>
                  <a:schemeClr val="accent4"/>
                </a:solidFill>
              </a:defRPr>
            </a:lvl9pPr>
          </a:lstStyle>
          <a:p>
            <a:endParaRPr/>
          </a:p>
        </p:txBody>
      </p:sp>
      <p:sp>
        <p:nvSpPr>
          <p:cNvPr id="92" name="Google Shape;92;p5"/>
          <p:cNvSpPr txBox="1">
            <a:spLocks noGrp="1"/>
          </p:cNvSpPr>
          <p:nvPr>
            <p:ph type="subTitle" idx="3"/>
          </p:nvPr>
        </p:nvSpPr>
        <p:spPr>
          <a:xfrm>
            <a:off x="1382075" y="3755350"/>
            <a:ext cx="29076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 name="Google Shape;93;p5"/>
          <p:cNvSpPr txBox="1">
            <a:spLocks noGrp="1"/>
          </p:cNvSpPr>
          <p:nvPr>
            <p:ph type="subTitle" idx="4"/>
          </p:nvPr>
        </p:nvSpPr>
        <p:spPr>
          <a:xfrm>
            <a:off x="4854300" y="3755350"/>
            <a:ext cx="29076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4" name="Google Shape;94;p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95" name="Google Shape;95;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6" name="Google Shape;96;p5"/>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5"/>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8"/>
        <p:cNvGrpSpPr/>
        <p:nvPr/>
      </p:nvGrpSpPr>
      <p:grpSpPr>
        <a:xfrm>
          <a:off x="0" y="0"/>
          <a:ext cx="0" cy="0"/>
          <a:chOff x="0" y="0"/>
          <a:chExt cx="0" cy="0"/>
        </a:xfrm>
      </p:grpSpPr>
      <p:sp>
        <p:nvSpPr>
          <p:cNvPr id="99" name="Google Shape;99;p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100" name="Google Shape;100;p6"/>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700"/>
              <a:buNone/>
              <a:defRPr b="0"/>
            </a:lvl1pPr>
            <a:lvl2pPr lvl="1" rtl="0">
              <a:spcBef>
                <a:spcPts val="80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1" name="Google Shape;101;p6"/>
          <p:cNvSpPr/>
          <p:nvPr/>
        </p:nvSpPr>
        <p:spPr>
          <a:xfrm>
            <a:off x="-9625" y="-19275"/>
            <a:ext cx="9144000" cy="5162700"/>
          </a:xfrm>
          <a:prstGeom prst="frame">
            <a:avLst>
              <a:gd name="adj1" fmla="val 8209"/>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6"/>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1"/>
        </a:solidFill>
        <a:effectLst/>
      </p:bgPr>
    </p:bg>
    <p:spTree>
      <p:nvGrpSpPr>
        <p:cNvPr id="1" name="Shape 103"/>
        <p:cNvGrpSpPr/>
        <p:nvPr/>
      </p:nvGrpSpPr>
      <p:grpSpPr>
        <a:xfrm>
          <a:off x="0" y="0"/>
          <a:ext cx="0" cy="0"/>
          <a:chOff x="0" y="0"/>
          <a:chExt cx="0" cy="0"/>
        </a:xfrm>
      </p:grpSpPr>
      <p:sp>
        <p:nvSpPr>
          <p:cNvPr id="104" name="Google Shape;104;p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105" name="Google Shape;105;p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6" name="Google Shape;106;p7"/>
          <p:cNvSpPr txBox="1">
            <a:spLocks noGrp="1"/>
          </p:cNvSpPr>
          <p:nvPr>
            <p:ph type="body" idx="1"/>
          </p:nvPr>
        </p:nvSpPr>
        <p:spPr>
          <a:xfrm>
            <a:off x="1114950" y="1412100"/>
            <a:ext cx="4372200" cy="23193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rgbClr val="434343"/>
              </a:buClr>
              <a:buSzPts val="1400"/>
              <a:buChar char="❏"/>
              <a:defRPr sz="14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
        <p:nvSpPr>
          <p:cNvPr id="107" name="Google Shape;107;p7"/>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7"/>
          <p:cNvGrpSpPr/>
          <p:nvPr/>
        </p:nvGrpSpPr>
        <p:grpSpPr>
          <a:xfrm flipH="1">
            <a:off x="232056" y="206640"/>
            <a:ext cx="8672122" cy="4675166"/>
            <a:chOff x="232056" y="206640"/>
            <a:chExt cx="8672122" cy="4675166"/>
          </a:xfrm>
        </p:grpSpPr>
        <p:grpSp>
          <p:nvGrpSpPr>
            <p:cNvPr id="110" name="Google Shape;110;p7"/>
            <p:cNvGrpSpPr/>
            <p:nvPr/>
          </p:nvGrpSpPr>
          <p:grpSpPr>
            <a:xfrm flipH="1">
              <a:off x="232056" y="206640"/>
              <a:ext cx="993666" cy="1272255"/>
              <a:chOff x="7825233" y="388347"/>
              <a:chExt cx="1037880" cy="1328865"/>
            </a:xfrm>
          </p:grpSpPr>
          <p:sp>
            <p:nvSpPr>
              <p:cNvPr id="111" name="Google Shape;111;p7"/>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7"/>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 name="Google Shape;113;p7"/>
              <p:cNvGrpSpPr/>
              <p:nvPr/>
            </p:nvGrpSpPr>
            <p:grpSpPr>
              <a:xfrm rot="-1799794">
                <a:off x="8433981" y="1029606"/>
                <a:ext cx="365703" cy="350054"/>
                <a:chOff x="2057567" y="690970"/>
                <a:chExt cx="352891" cy="337790"/>
              </a:xfrm>
            </p:grpSpPr>
            <p:sp>
              <p:nvSpPr>
                <p:cNvPr id="114" name="Google Shape;114;p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7"/>
              <p:cNvGrpSpPr/>
              <p:nvPr/>
            </p:nvGrpSpPr>
            <p:grpSpPr>
              <a:xfrm>
                <a:off x="8545468" y="388347"/>
                <a:ext cx="317645" cy="350147"/>
                <a:chOff x="1433575" y="238125"/>
                <a:chExt cx="4740975" cy="5226075"/>
              </a:xfrm>
            </p:grpSpPr>
            <p:sp>
              <p:nvSpPr>
                <p:cNvPr id="127" name="Google Shape;127;p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7"/>
                <p:cNvSpPr/>
                <p:nvPr/>
              </p:nvSpPr>
              <p:spPr>
                <a:xfrm flipH="1">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 name="Google Shape;138;p7"/>
            <p:cNvGrpSpPr/>
            <p:nvPr/>
          </p:nvGrpSpPr>
          <p:grpSpPr>
            <a:xfrm flipH="1">
              <a:off x="7584599" y="3839878"/>
              <a:ext cx="1319580" cy="1041928"/>
              <a:chOff x="190037" y="3818872"/>
              <a:chExt cx="1346098" cy="1062867"/>
            </a:xfrm>
          </p:grpSpPr>
          <p:grpSp>
            <p:nvGrpSpPr>
              <p:cNvPr id="139" name="Google Shape;139;p7"/>
              <p:cNvGrpSpPr/>
              <p:nvPr/>
            </p:nvGrpSpPr>
            <p:grpSpPr>
              <a:xfrm rot="1802271">
                <a:off x="1120650" y="4476648"/>
                <a:ext cx="354500" cy="339089"/>
                <a:chOff x="1190625" y="346475"/>
                <a:chExt cx="5219200" cy="5002375"/>
              </a:xfrm>
            </p:grpSpPr>
            <p:sp>
              <p:nvSpPr>
                <p:cNvPr id="140" name="Google Shape;140;p7"/>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7"/>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 name="Google Shape;142;p7"/>
              <p:cNvGrpSpPr/>
              <p:nvPr/>
            </p:nvGrpSpPr>
            <p:grpSpPr>
              <a:xfrm rot="5400000">
                <a:off x="436382" y="4464318"/>
                <a:ext cx="380063" cy="363766"/>
                <a:chOff x="2057567" y="690970"/>
                <a:chExt cx="352891" cy="337790"/>
              </a:xfrm>
            </p:grpSpPr>
            <p:sp>
              <p:nvSpPr>
                <p:cNvPr id="143" name="Google Shape;143;p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 name="Google Shape;155;p7"/>
              <p:cNvGrpSpPr/>
              <p:nvPr/>
            </p:nvGrpSpPr>
            <p:grpSpPr>
              <a:xfrm rot="1801810">
                <a:off x="263984" y="3881350"/>
                <a:ext cx="354302" cy="391007"/>
                <a:chOff x="1433575" y="238125"/>
                <a:chExt cx="4740975" cy="5226075"/>
              </a:xfrm>
            </p:grpSpPr>
            <p:sp>
              <p:nvSpPr>
                <p:cNvPr id="156" name="Google Shape;156;p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7"/>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dk1"/>
        </a:solidFill>
        <a:effectLst/>
      </p:bgPr>
    </p:bg>
    <p:spTree>
      <p:nvGrpSpPr>
        <p:cNvPr id="1" name="Shape 167"/>
        <p:cNvGrpSpPr/>
        <p:nvPr/>
      </p:nvGrpSpPr>
      <p:grpSpPr>
        <a:xfrm>
          <a:off x="0" y="0"/>
          <a:ext cx="0" cy="0"/>
          <a:chOff x="0" y="0"/>
          <a:chExt cx="0" cy="0"/>
        </a:xfrm>
      </p:grpSpPr>
      <p:grpSp>
        <p:nvGrpSpPr>
          <p:cNvPr id="168" name="Google Shape;168;p8"/>
          <p:cNvGrpSpPr/>
          <p:nvPr/>
        </p:nvGrpSpPr>
        <p:grpSpPr>
          <a:xfrm>
            <a:off x="747001" y="336699"/>
            <a:ext cx="7650005" cy="4271796"/>
            <a:chOff x="729209" y="310012"/>
            <a:chExt cx="7650005" cy="4271796"/>
          </a:xfrm>
        </p:grpSpPr>
        <p:sp>
          <p:nvSpPr>
            <p:cNvPr id="169" name="Google Shape;169;p8"/>
            <p:cNvSpPr/>
            <p:nvPr/>
          </p:nvSpPr>
          <p:spPr>
            <a:xfrm>
              <a:off x="729209" y="562109"/>
              <a:ext cx="7650000" cy="40197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8"/>
            <p:cNvSpPr/>
            <p:nvPr/>
          </p:nvSpPr>
          <p:spPr>
            <a:xfrm>
              <a:off x="729214" y="562109"/>
              <a:ext cx="7650000" cy="4019700"/>
            </a:xfrm>
            <a:prstGeom prst="frame">
              <a:avLst>
                <a:gd name="adj1" fmla="val 6202"/>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71" name="Google Shape;171;p8"/>
            <p:cNvSpPr/>
            <p:nvPr/>
          </p:nvSpPr>
          <p:spPr>
            <a:xfrm>
              <a:off x="3446315" y="310012"/>
              <a:ext cx="2215800" cy="3966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 name="Google Shape;172;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lt2"/>
              </a:buClr>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
        <p:nvSpPr>
          <p:cNvPr id="173" name="Google Shape;173;p8"/>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174"/>
        <p:cNvGrpSpPr/>
        <p:nvPr/>
      </p:nvGrpSpPr>
      <p:grpSpPr>
        <a:xfrm>
          <a:off x="0" y="0"/>
          <a:ext cx="0" cy="0"/>
          <a:chOff x="0" y="0"/>
          <a:chExt cx="0" cy="0"/>
        </a:xfrm>
      </p:grpSpPr>
      <p:grpSp>
        <p:nvGrpSpPr>
          <p:cNvPr id="175" name="Google Shape;175;p9"/>
          <p:cNvGrpSpPr/>
          <p:nvPr/>
        </p:nvGrpSpPr>
        <p:grpSpPr>
          <a:xfrm>
            <a:off x="747001" y="336699"/>
            <a:ext cx="7650005" cy="4271796"/>
            <a:chOff x="729209" y="310012"/>
            <a:chExt cx="7650005" cy="4271796"/>
          </a:xfrm>
        </p:grpSpPr>
        <p:sp>
          <p:nvSpPr>
            <p:cNvPr id="176" name="Google Shape;176;p9"/>
            <p:cNvSpPr/>
            <p:nvPr/>
          </p:nvSpPr>
          <p:spPr>
            <a:xfrm>
              <a:off x="729209" y="562109"/>
              <a:ext cx="7650000" cy="40197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9"/>
            <p:cNvSpPr/>
            <p:nvPr/>
          </p:nvSpPr>
          <p:spPr>
            <a:xfrm>
              <a:off x="729214" y="562109"/>
              <a:ext cx="7650000" cy="4019700"/>
            </a:xfrm>
            <a:prstGeom prst="frame">
              <a:avLst>
                <a:gd name="adj1" fmla="val 6202"/>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78" name="Google Shape;178;p9"/>
            <p:cNvSpPr/>
            <p:nvPr/>
          </p:nvSpPr>
          <p:spPr>
            <a:xfrm>
              <a:off x="3446315" y="310012"/>
              <a:ext cx="2215800" cy="396600"/>
            </a:xfrm>
            <a:prstGeom prst="trapezoid">
              <a:avLst>
                <a:gd name="adj" fmla="val 25000"/>
              </a:avLst>
            </a:prstGeom>
            <a:solidFill>
              <a:schemeClr val="accent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 name="Google Shape;179;p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180" name="Google Shape;180;p9"/>
          <p:cNvSpPr txBox="1">
            <a:spLocks noGrp="1"/>
          </p:cNvSpPr>
          <p:nvPr>
            <p:ph type="sldNum" idx="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181" name="Google Shape;181;p9"/>
          <p:cNvSpPr txBox="1">
            <a:spLocks noGrp="1"/>
          </p:cNvSpPr>
          <p:nvPr>
            <p:ph type="title"/>
          </p:nvPr>
        </p:nvSpPr>
        <p:spPr>
          <a:xfrm>
            <a:off x="1890488" y="1350888"/>
            <a:ext cx="5363100" cy="191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12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82" name="Google Shape;182;p9"/>
          <p:cNvSpPr txBox="1">
            <a:spLocks noGrp="1"/>
          </p:cNvSpPr>
          <p:nvPr>
            <p:ph type="subTitle" idx="1"/>
          </p:nvPr>
        </p:nvSpPr>
        <p:spPr>
          <a:xfrm>
            <a:off x="1890413" y="3138613"/>
            <a:ext cx="5363100" cy="654000"/>
          </a:xfrm>
          <a:prstGeom prst="rect">
            <a:avLst/>
          </a:prstGeom>
        </p:spPr>
        <p:txBody>
          <a:bodyPr spcFirstLastPara="1" wrap="square" lIns="91425" tIns="91425" rIns="91425" bIns="91425" anchor="ctr" anchorCtr="0">
            <a:noAutofit/>
          </a:bodyPr>
          <a:lstStyle>
            <a:lvl1pPr lvl="0" algn="ctr" rtl="0">
              <a:lnSpc>
                <a:spcPct val="115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83"/>
        <p:cNvGrpSpPr/>
        <p:nvPr/>
      </p:nvGrpSpPr>
      <p:grpSpPr>
        <a:xfrm>
          <a:off x="0" y="0"/>
          <a:ext cx="0" cy="0"/>
          <a:chOff x="0" y="0"/>
          <a:chExt cx="0" cy="0"/>
        </a:xfrm>
      </p:grpSpPr>
      <p:sp>
        <p:nvSpPr>
          <p:cNvPr id="184" name="Google Shape;184;p1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185" name="Google Shape;185;p10"/>
          <p:cNvSpPr txBox="1">
            <a:spLocks noGrp="1"/>
          </p:cNvSpPr>
          <p:nvPr>
            <p:ph type="title"/>
          </p:nvPr>
        </p:nvSpPr>
        <p:spPr>
          <a:xfrm>
            <a:off x="903600" y="4035800"/>
            <a:ext cx="7336800" cy="572700"/>
          </a:xfrm>
          <a:prstGeom prst="rect">
            <a:avLst/>
          </a:prstGeom>
          <a:solidFill>
            <a:schemeClr val="lt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7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86" name="Google Shape;186;p10"/>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0"/>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188"/>
        <p:cNvGrpSpPr/>
        <p:nvPr/>
      </p:nvGrpSpPr>
      <p:grpSpPr>
        <a:xfrm>
          <a:off x="0" y="0"/>
          <a:ext cx="0" cy="0"/>
          <a:chOff x="0" y="0"/>
          <a:chExt cx="0" cy="0"/>
        </a:xfrm>
      </p:grpSpPr>
      <p:grpSp>
        <p:nvGrpSpPr>
          <p:cNvPr id="189" name="Google Shape;189;p11"/>
          <p:cNvGrpSpPr/>
          <p:nvPr/>
        </p:nvGrpSpPr>
        <p:grpSpPr>
          <a:xfrm>
            <a:off x="747001" y="336699"/>
            <a:ext cx="7650005" cy="4271796"/>
            <a:chOff x="729209" y="310012"/>
            <a:chExt cx="7650005" cy="4271796"/>
          </a:xfrm>
        </p:grpSpPr>
        <p:sp>
          <p:nvSpPr>
            <p:cNvPr id="190" name="Google Shape;190;p11"/>
            <p:cNvSpPr/>
            <p:nvPr/>
          </p:nvSpPr>
          <p:spPr>
            <a:xfrm>
              <a:off x="729209" y="562109"/>
              <a:ext cx="7650000" cy="40197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1"/>
            <p:cNvSpPr/>
            <p:nvPr/>
          </p:nvSpPr>
          <p:spPr>
            <a:xfrm>
              <a:off x="729214" y="562109"/>
              <a:ext cx="7650000" cy="4019700"/>
            </a:xfrm>
            <a:prstGeom prst="frame">
              <a:avLst>
                <a:gd name="adj1" fmla="val 6202"/>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2" name="Google Shape;192;p11"/>
            <p:cNvSpPr/>
            <p:nvPr/>
          </p:nvSpPr>
          <p:spPr>
            <a:xfrm>
              <a:off x="3446315" y="310012"/>
              <a:ext cx="2215800" cy="396600"/>
            </a:xfrm>
            <a:prstGeom prst="trapezoid">
              <a:avLst>
                <a:gd name="adj" fmla="val 25000"/>
              </a:avLst>
            </a:prstGeom>
            <a:solidFill>
              <a:schemeClr val="accent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 name="Google Shape;193;p11"/>
          <p:cNvSpPr txBox="1">
            <a:spLocks noGrp="1"/>
          </p:cNvSpPr>
          <p:nvPr>
            <p:ph type="title" hasCustomPrompt="1"/>
          </p:nvPr>
        </p:nvSpPr>
        <p:spPr>
          <a:xfrm>
            <a:off x="1284000" y="1663788"/>
            <a:ext cx="6576000" cy="1295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94" name="Google Shape;194;p11"/>
          <p:cNvSpPr txBox="1">
            <a:spLocks noGrp="1"/>
          </p:cNvSpPr>
          <p:nvPr>
            <p:ph type="subTitle" idx="1"/>
          </p:nvPr>
        </p:nvSpPr>
        <p:spPr>
          <a:xfrm>
            <a:off x="1284000" y="2958913"/>
            <a:ext cx="6576000" cy="52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95" name="Google Shape;195;p1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196"/>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197"/>
        <p:cNvGrpSpPr/>
        <p:nvPr/>
      </p:nvGrpSpPr>
      <p:grpSpPr>
        <a:xfrm>
          <a:off x="0" y="0"/>
          <a:ext cx="0" cy="0"/>
          <a:chOff x="0" y="0"/>
          <a:chExt cx="0" cy="0"/>
        </a:xfrm>
      </p:grpSpPr>
      <p:sp>
        <p:nvSpPr>
          <p:cNvPr id="198" name="Google Shape;198;p13"/>
          <p:cNvSpPr txBox="1">
            <a:spLocks noGrp="1"/>
          </p:cNvSpPr>
          <p:nvPr>
            <p:ph type="title" hasCustomPrompt="1"/>
          </p:nvPr>
        </p:nvSpPr>
        <p:spPr>
          <a:xfrm>
            <a:off x="1339912" y="11543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9" name="Google Shape;199;p13"/>
          <p:cNvSpPr txBox="1">
            <a:spLocks noGrp="1"/>
          </p:cNvSpPr>
          <p:nvPr>
            <p:ph type="subTitle" idx="1"/>
          </p:nvPr>
        </p:nvSpPr>
        <p:spPr>
          <a:xfrm>
            <a:off x="778763" y="2082200"/>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00" name="Google Shape;200;p13"/>
          <p:cNvSpPr txBox="1">
            <a:spLocks noGrp="1"/>
          </p:cNvSpPr>
          <p:nvPr>
            <p:ph type="title" idx="2" hasCustomPrompt="1"/>
          </p:nvPr>
        </p:nvSpPr>
        <p:spPr>
          <a:xfrm>
            <a:off x="3944313" y="11543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 name="Google Shape;201;p13"/>
          <p:cNvSpPr txBox="1">
            <a:spLocks noGrp="1"/>
          </p:cNvSpPr>
          <p:nvPr>
            <p:ph type="subTitle" idx="3"/>
          </p:nvPr>
        </p:nvSpPr>
        <p:spPr>
          <a:xfrm>
            <a:off x="3383174" y="2082200"/>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02" name="Google Shape;202;p13"/>
          <p:cNvSpPr txBox="1">
            <a:spLocks noGrp="1"/>
          </p:cNvSpPr>
          <p:nvPr>
            <p:ph type="title" idx="4" hasCustomPrompt="1"/>
          </p:nvPr>
        </p:nvSpPr>
        <p:spPr>
          <a:xfrm>
            <a:off x="6528776" y="11543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3" name="Google Shape;203;p13"/>
          <p:cNvSpPr txBox="1">
            <a:spLocks noGrp="1"/>
          </p:cNvSpPr>
          <p:nvPr>
            <p:ph type="subTitle" idx="5"/>
          </p:nvPr>
        </p:nvSpPr>
        <p:spPr>
          <a:xfrm>
            <a:off x="5967638" y="2082200"/>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04" name="Google Shape;204;p13"/>
          <p:cNvSpPr txBox="1">
            <a:spLocks noGrp="1"/>
          </p:cNvSpPr>
          <p:nvPr>
            <p:ph type="title" idx="6" hasCustomPrompt="1"/>
          </p:nvPr>
        </p:nvSpPr>
        <p:spPr>
          <a:xfrm>
            <a:off x="1339900" y="28468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5" name="Google Shape;205;p13"/>
          <p:cNvSpPr txBox="1">
            <a:spLocks noGrp="1"/>
          </p:cNvSpPr>
          <p:nvPr>
            <p:ph type="subTitle" idx="7"/>
          </p:nvPr>
        </p:nvSpPr>
        <p:spPr>
          <a:xfrm>
            <a:off x="778763" y="3796025"/>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06" name="Google Shape;206;p13"/>
          <p:cNvSpPr txBox="1">
            <a:spLocks noGrp="1"/>
          </p:cNvSpPr>
          <p:nvPr>
            <p:ph type="title" idx="8" hasCustomPrompt="1"/>
          </p:nvPr>
        </p:nvSpPr>
        <p:spPr>
          <a:xfrm>
            <a:off x="3944313" y="28468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7" name="Google Shape;207;p13"/>
          <p:cNvSpPr txBox="1">
            <a:spLocks noGrp="1"/>
          </p:cNvSpPr>
          <p:nvPr>
            <p:ph type="subTitle" idx="9"/>
          </p:nvPr>
        </p:nvSpPr>
        <p:spPr>
          <a:xfrm>
            <a:off x="3383175" y="3796025"/>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08" name="Google Shape;208;p13"/>
          <p:cNvSpPr txBox="1">
            <a:spLocks noGrp="1"/>
          </p:cNvSpPr>
          <p:nvPr>
            <p:ph type="title" idx="13" hasCustomPrompt="1"/>
          </p:nvPr>
        </p:nvSpPr>
        <p:spPr>
          <a:xfrm>
            <a:off x="6528776" y="2846800"/>
            <a:ext cx="1275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9" name="Google Shape;209;p13"/>
          <p:cNvSpPr txBox="1">
            <a:spLocks noGrp="1"/>
          </p:cNvSpPr>
          <p:nvPr>
            <p:ph type="subTitle" idx="14"/>
          </p:nvPr>
        </p:nvSpPr>
        <p:spPr>
          <a:xfrm>
            <a:off x="5967638" y="3796025"/>
            <a:ext cx="2397600" cy="633000"/>
          </a:xfrm>
          <a:prstGeom prst="rect">
            <a:avLst/>
          </a:prstGeom>
          <a:ln>
            <a:noFill/>
          </a:ln>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10" name="Google Shape;210;p1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11" name="Google Shape;211;p13"/>
          <p:cNvSpPr txBox="1">
            <a:spLocks noGrp="1"/>
          </p:cNvSpPr>
          <p:nvPr>
            <p:ph type="title" idx="15"/>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2" name="Google Shape;212;p13"/>
          <p:cNvSpPr txBox="1">
            <a:spLocks noGrp="1"/>
          </p:cNvSpPr>
          <p:nvPr>
            <p:ph type="subTitle" idx="16"/>
          </p:nvPr>
        </p:nvSpPr>
        <p:spPr>
          <a:xfrm>
            <a:off x="778750" y="1650975"/>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3" name="Google Shape;213;p13"/>
          <p:cNvSpPr txBox="1">
            <a:spLocks noGrp="1"/>
          </p:cNvSpPr>
          <p:nvPr>
            <p:ph type="subTitle" idx="17"/>
          </p:nvPr>
        </p:nvSpPr>
        <p:spPr>
          <a:xfrm>
            <a:off x="3383163" y="1650975"/>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4" name="Google Shape;214;p13"/>
          <p:cNvSpPr txBox="1">
            <a:spLocks noGrp="1"/>
          </p:cNvSpPr>
          <p:nvPr>
            <p:ph type="subTitle" idx="18"/>
          </p:nvPr>
        </p:nvSpPr>
        <p:spPr>
          <a:xfrm>
            <a:off x="5967626" y="1650975"/>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5" name="Google Shape;215;p13"/>
          <p:cNvSpPr txBox="1">
            <a:spLocks noGrp="1"/>
          </p:cNvSpPr>
          <p:nvPr>
            <p:ph type="subTitle" idx="19"/>
          </p:nvPr>
        </p:nvSpPr>
        <p:spPr>
          <a:xfrm>
            <a:off x="778750" y="3360124"/>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6" name="Google Shape;216;p13"/>
          <p:cNvSpPr txBox="1">
            <a:spLocks noGrp="1"/>
          </p:cNvSpPr>
          <p:nvPr>
            <p:ph type="subTitle" idx="20"/>
          </p:nvPr>
        </p:nvSpPr>
        <p:spPr>
          <a:xfrm>
            <a:off x="3383163" y="3360124"/>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7" name="Google Shape;217;p13"/>
          <p:cNvSpPr txBox="1">
            <a:spLocks noGrp="1"/>
          </p:cNvSpPr>
          <p:nvPr>
            <p:ph type="subTitle" idx="21"/>
          </p:nvPr>
        </p:nvSpPr>
        <p:spPr>
          <a:xfrm>
            <a:off x="5967626" y="3360124"/>
            <a:ext cx="2397600" cy="5100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18" name="Google Shape;218;p13"/>
          <p:cNvSpPr/>
          <p:nvPr/>
        </p:nvSpPr>
        <p:spPr>
          <a:xfrm>
            <a:off x="-9625" y="-19275"/>
            <a:ext cx="9144000" cy="5162700"/>
          </a:xfrm>
          <a:prstGeom prst="frame">
            <a:avLst>
              <a:gd name="adj1" fmla="val 8209"/>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3"/>
          <p:cNvSpPr/>
          <p:nvPr/>
        </p:nvSpPr>
        <p:spPr>
          <a:xfrm>
            <a:off x="3446700" y="-10724"/>
            <a:ext cx="2250600" cy="2658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220"/>
        <p:cNvGrpSpPr/>
        <p:nvPr/>
      </p:nvGrpSpPr>
      <p:grpSpPr>
        <a:xfrm>
          <a:off x="0" y="0"/>
          <a:ext cx="0" cy="0"/>
          <a:chOff x="0" y="0"/>
          <a:chExt cx="0" cy="0"/>
        </a:xfrm>
      </p:grpSpPr>
      <p:sp>
        <p:nvSpPr>
          <p:cNvPr id="221" name="Google Shape;221;p14"/>
          <p:cNvSpPr txBox="1">
            <a:spLocks noGrp="1"/>
          </p:cNvSpPr>
          <p:nvPr>
            <p:ph type="title"/>
          </p:nvPr>
        </p:nvSpPr>
        <p:spPr>
          <a:xfrm>
            <a:off x="2290050" y="3011700"/>
            <a:ext cx="4563900" cy="531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22" name="Google Shape;222;p14"/>
          <p:cNvSpPr txBox="1">
            <a:spLocks noGrp="1"/>
          </p:cNvSpPr>
          <p:nvPr>
            <p:ph type="subTitle" idx="1"/>
          </p:nvPr>
        </p:nvSpPr>
        <p:spPr>
          <a:xfrm>
            <a:off x="1458150" y="1402400"/>
            <a:ext cx="6227700" cy="147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4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
        <p:nvSpPr>
          <p:cNvPr id="223" name="Google Shape;223;p1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24" name="Google Shape;224;p14"/>
          <p:cNvSpPr/>
          <p:nvPr/>
        </p:nvSpPr>
        <p:spPr>
          <a:xfrm>
            <a:off x="-9625" y="-19275"/>
            <a:ext cx="9144000" cy="5162700"/>
          </a:xfrm>
          <a:prstGeom prst="frame">
            <a:avLst>
              <a:gd name="adj1" fmla="val 8209"/>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4"/>
          <p:cNvSpPr/>
          <p:nvPr/>
        </p:nvSpPr>
        <p:spPr>
          <a:xfrm>
            <a:off x="3446700" y="-10724"/>
            <a:ext cx="2250600" cy="2658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1">
  <p:cSld name="CUSTOM_3">
    <p:bg>
      <p:bgPr>
        <a:solidFill>
          <a:schemeClr val="accent2"/>
        </a:solidFill>
        <a:effectLst/>
      </p:bgPr>
    </p:bg>
    <p:spTree>
      <p:nvGrpSpPr>
        <p:cNvPr id="1" name="Shape 226"/>
        <p:cNvGrpSpPr/>
        <p:nvPr/>
      </p:nvGrpSpPr>
      <p:grpSpPr>
        <a:xfrm>
          <a:off x="0" y="0"/>
          <a:ext cx="0" cy="0"/>
          <a:chOff x="0" y="0"/>
          <a:chExt cx="0" cy="0"/>
        </a:xfrm>
      </p:grpSpPr>
      <p:sp>
        <p:nvSpPr>
          <p:cNvPr id="227" name="Google Shape;227;p15"/>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9" name="Google Shape;229;p15"/>
          <p:cNvSpPr txBox="1">
            <a:spLocks noGrp="1"/>
          </p:cNvSpPr>
          <p:nvPr>
            <p:ph type="body" idx="1"/>
          </p:nvPr>
        </p:nvSpPr>
        <p:spPr>
          <a:xfrm>
            <a:off x="720000" y="1071267"/>
            <a:ext cx="7704000" cy="3537300"/>
          </a:xfrm>
          <a:prstGeom prst="rect">
            <a:avLst/>
          </a:prstGeom>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Char char="●"/>
              <a:defRPr sz="1200"/>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
        <p:nvSpPr>
          <p:cNvPr id="230" name="Google Shape;230;p1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31" name="Google Shape;231;p15"/>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bg>
      <p:bgPr>
        <a:solidFill>
          <a:schemeClr val="accent2"/>
        </a:solidFill>
        <a:effectLst/>
      </p:bgPr>
    </p:bg>
    <p:spTree>
      <p:nvGrpSpPr>
        <p:cNvPr id="1" name="Shape 232"/>
        <p:cNvGrpSpPr/>
        <p:nvPr/>
      </p:nvGrpSpPr>
      <p:grpSpPr>
        <a:xfrm>
          <a:off x="0" y="0"/>
          <a:ext cx="0" cy="0"/>
          <a:chOff x="0" y="0"/>
          <a:chExt cx="0" cy="0"/>
        </a:xfrm>
      </p:grpSpPr>
      <p:sp>
        <p:nvSpPr>
          <p:cNvPr id="233" name="Google Shape;233;p16"/>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1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35" name="Google Shape;235;p16"/>
          <p:cNvSpPr txBox="1">
            <a:spLocks noGrp="1"/>
          </p:cNvSpPr>
          <p:nvPr>
            <p:ph type="subTitle" idx="1"/>
          </p:nvPr>
        </p:nvSpPr>
        <p:spPr>
          <a:xfrm>
            <a:off x="747250" y="2466100"/>
            <a:ext cx="3507000" cy="1181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36" name="Google Shape;236;p16"/>
          <p:cNvSpPr txBox="1">
            <a:spLocks noGrp="1"/>
          </p:cNvSpPr>
          <p:nvPr>
            <p:ph type="title"/>
          </p:nvPr>
        </p:nvSpPr>
        <p:spPr>
          <a:xfrm>
            <a:off x="747250" y="848275"/>
            <a:ext cx="3507000" cy="1535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237" name="Google Shape;237;p16"/>
          <p:cNvGrpSpPr/>
          <p:nvPr/>
        </p:nvGrpSpPr>
        <p:grpSpPr>
          <a:xfrm>
            <a:off x="7910512" y="206640"/>
            <a:ext cx="993666" cy="1272255"/>
            <a:chOff x="7825233" y="388347"/>
            <a:chExt cx="1037880" cy="1328865"/>
          </a:xfrm>
        </p:grpSpPr>
        <p:sp>
          <p:nvSpPr>
            <p:cNvPr id="238" name="Google Shape;238;p16"/>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6"/>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 name="Google Shape;240;p16"/>
            <p:cNvGrpSpPr/>
            <p:nvPr/>
          </p:nvGrpSpPr>
          <p:grpSpPr>
            <a:xfrm rot="-1799794">
              <a:off x="8433981" y="1029606"/>
              <a:ext cx="365703" cy="350054"/>
              <a:chOff x="2057567" y="690970"/>
              <a:chExt cx="352891" cy="337790"/>
            </a:xfrm>
          </p:grpSpPr>
          <p:sp>
            <p:nvSpPr>
              <p:cNvPr id="241" name="Google Shape;241;p16"/>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6"/>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6"/>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6"/>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6"/>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6"/>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6"/>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6"/>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6"/>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6"/>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6"/>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6"/>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16"/>
            <p:cNvGrpSpPr/>
            <p:nvPr/>
          </p:nvGrpSpPr>
          <p:grpSpPr>
            <a:xfrm>
              <a:off x="8545468" y="388347"/>
              <a:ext cx="317645" cy="350147"/>
              <a:chOff x="1433575" y="238125"/>
              <a:chExt cx="4740975" cy="5226075"/>
            </a:xfrm>
          </p:grpSpPr>
          <p:sp>
            <p:nvSpPr>
              <p:cNvPr id="254" name="Google Shape;254;p16"/>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6"/>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16"/>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16"/>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6"/>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6"/>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6"/>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6"/>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6"/>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5" name="Google Shape;265;p16"/>
          <p:cNvGrpSpPr/>
          <p:nvPr/>
        </p:nvGrpSpPr>
        <p:grpSpPr>
          <a:xfrm>
            <a:off x="232056" y="3839878"/>
            <a:ext cx="1319580" cy="1041928"/>
            <a:chOff x="190037" y="3818872"/>
            <a:chExt cx="1346098" cy="1062867"/>
          </a:xfrm>
        </p:grpSpPr>
        <p:grpSp>
          <p:nvGrpSpPr>
            <p:cNvPr id="266" name="Google Shape;266;p16"/>
            <p:cNvGrpSpPr/>
            <p:nvPr/>
          </p:nvGrpSpPr>
          <p:grpSpPr>
            <a:xfrm rot="1802271">
              <a:off x="1120650" y="4476648"/>
              <a:ext cx="354500" cy="339089"/>
              <a:chOff x="1190625" y="346475"/>
              <a:chExt cx="5219200" cy="5002375"/>
            </a:xfrm>
          </p:grpSpPr>
          <p:sp>
            <p:nvSpPr>
              <p:cNvPr id="267" name="Google Shape;267;p16"/>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6"/>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16"/>
            <p:cNvGrpSpPr/>
            <p:nvPr/>
          </p:nvGrpSpPr>
          <p:grpSpPr>
            <a:xfrm rot="5400000">
              <a:off x="436382" y="4464318"/>
              <a:ext cx="380063" cy="363766"/>
              <a:chOff x="2057567" y="690970"/>
              <a:chExt cx="352891" cy="337790"/>
            </a:xfrm>
          </p:grpSpPr>
          <p:sp>
            <p:nvSpPr>
              <p:cNvPr id="270" name="Google Shape;270;p16"/>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6"/>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6"/>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6"/>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6"/>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6"/>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6"/>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6"/>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6"/>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6"/>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6"/>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6"/>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 name="Google Shape;282;p16"/>
            <p:cNvGrpSpPr/>
            <p:nvPr/>
          </p:nvGrpSpPr>
          <p:grpSpPr>
            <a:xfrm rot="1801810">
              <a:off x="263984" y="3881350"/>
              <a:ext cx="354302" cy="391007"/>
              <a:chOff x="1433575" y="238125"/>
              <a:chExt cx="4740975" cy="5226075"/>
            </a:xfrm>
          </p:grpSpPr>
          <p:sp>
            <p:nvSpPr>
              <p:cNvPr id="283" name="Google Shape;283;p16"/>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6"/>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6"/>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6"/>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6"/>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6"/>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6"/>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6"/>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6"/>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6"/>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16"/>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4" name="Google Shape;294;p16"/>
          <p:cNvSpPr>
            <a:spLocks noGrp="1"/>
          </p:cNvSpPr>
          <p:nvPr>
            <p:ph type="pic" idx="2"/>
          </p:nvPr>
        </p:nvSpPr>
        <p:spPr>
          <a:xfrm>
            <a:off x="4388888" y="933926"/>
            <a:ext cx="3292200" cy="3292200"/>
          </a:xfrm>
          <a:prstGeom prst="ellipse">
            <a:avLst/>
          </a:prstGeom>
          <a:noFill/>
          <a:ln w="76200" cap="flat" cmpd="sng">
            <a:solidFill>
              <a:schemeClr val="lt2"/>
            </a:solidFill>
            <a:prstDash val="solid"/>
            <a:round/>
            <a:headEnd type="none" w="sm" len="sm"/>
            <a:tailEnd type="none" w="sm" len="sm"/>
          </a:ln>
        </p:spPr>
      </p:sp>
      <p:sp>
        <p:nvSpPr>
          <p:cNvPr id="295" name="Google Shape;295;p16"/>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1">
    <p:bg>
      <p:bgPr>
        <a:solidFill>
          <a:schemeClr val="accent2"/>
        </a:solidFill>
        <a:effectLst/>
      </p:bgPr>
    </p:bg>
    <p:spTree>
      <p:nvGrpSpPr>
        <p:cNvPr id="1" name="Shape 296"/>
        <p:cNvGrpSpPr/>
        <p:nvPr/>
      </p:nvGrpSpPr>
      <p:grpSpPr>
        <a:xfrm>
          <a:off x="0" y="0"/>
          <a:ext cx="0" cy="0"/>
          <a:chOff x="0" y="0"/>
          <a:chExt cx="0" cy="0"/>
        </a:xfrm>
      </p:grpSpPr>
      <p:sp>
        <p:nvSpPr>
          <p:cNvPr id="297" name="Google Shape;297;p17"/>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299" name="Google Shape;299;p17"/>
          <p:cNvSpPr txBox="1">
            <a:spLocks noGrp="1"/>
          </p:cNvSpPr>
          <p:nvPr>
            <p:ph type="subTitle" idx="1"/>
          </p:nvPr>
        </p:nvSpPr>
        <p:spPr>
          <a:xfrm>
            <a:off x="747250" y="2318750"/>
            <a:ext cx="3198300" cy="1149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00" name="Google Shape;300;p17"/>
          <p:cNvSpPr txBox="1">
            <a:spLocks noGrp="1"/>
          </p:cNvSpPr>
          <p:nvPr>
            <p:ph type="title"/>
          </p:nvPr>
        </p:nvSpPr>
        <p:spPr>
          <a:xfrm>
            <a:off x="747250" y="1244750"/>
            <a:ext cx="3198300" cy="1097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b="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301" name="Google Shape;301;p17"/>
          <p:cNvGrpSpPr/>
          <p:nvPr/>
        </p:nvGrpSpPr>
        <p:grpSpPr>
          <a:xfrm>
            <a:off x="7910512" y="206640"/>
            <a:ext cx="993666" cy="1272255"/>
            <a:chOff x="7825233" y="388347"/>
            <a:chExt cx="1037880" cy="1328865"/>
          </a:xfrm>
        </p:grpSpPr>
        <p:sp>
          <p:nvSpPr>
            <p:cNvPr id="302" name="Google Shape;302;p17"/>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7"/>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 name="Google Shape;304;p17"/>
            <p:cNvGrpSpPr/>
            <p:nvPr/>
          </p:nvGrpSpPr>
          <p:grpSpPr>
            <a:xfrm rot="-1799794">
              <a:off x="8433981" y="1029606"/>
              <a:ext cx="365703" cy="350054"/>
              <a:chOff x="2057567" y="690970"/>
              <a:chExt cx="352891" cy="337790"/>
            </a:xfrm>
          </p:grpSpPr>
          <p:sp>
            <p:nvSpPr>
              <p:cNvPr id="305" name="Google Shape;305;p1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1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 name="Google Shape;317;p17"/>
            <p:cNvGrpSpPr/>
            <p:nvPr/>
          </p:nvGrpSpPr>
          <p:grpSpPr>
            <a:xfrm>
              <a:off x="8545468" y="388347"/>
              <a:ext cx="317645" cy="350147"/>
              <a:chOff x="1433575" y="238125"/>
              <a:chExt cx="4740975" cy="5226075"/>
            </a:xfrm>
          </p:grpSpPr>
          <p:sp>
            <p:nvSpPr>
              <p:cNvPr id="318" name="Google Shape;318;p1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7"/>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1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9" name="Google Shape;329;p17"/>
          <p:cNvGrpSpPr/>
          <p:nvPr/>
        </p:nvGrpSpPr>
        <p:grpSpPr>
          <a:xfrm>
            <a:off x="232056" y="3839878"/>
            <a:ext cx="1319580" cy="1041928"/>
            <a:chOff x="190037" y="3818872"/>
            <a:chExt cx="1346098" cy="1062867"/>
          </a:xfrm>
        </p:grpSpPr>
        <p:grpSp>
          <p:nvGrpSpPr>
            <p:cNvPr id="330" name="Google Shape;330;p17"/>
            <p:cNvGrpSpPr/>
            <p:nvPr/>
          </p:nvGrpSpPr>
          <p:grpSpPr>
            <a:xfrm rot="1802271">
              <a:off x="1120650" y="4476648"/>
              <a:ext cx="354500" cy="339089"/>
              <a:chOff x="1190625" y="346475"/>
              <a:chExt cx="5219200" cy="5002375"/>
            </a:xfrm>
          </p:grpSpPr>
          <p:sp>
            <p:nvSpPr>
              <p:cNvPr id="331" name="Google Shape;331;p17"/>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7"/>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17"/>
            <p:cNvGrpSpPr/>
            <p:nvPr/>
          </p:nvGrpSpPr>
          <p:grpSpPr>
            <a:xfrm rot="5400000">
              <a:off x="436382" y="4464318"/>
              <a:ext cx="380063" cy="363766"/>
              <a:chOff x="2057567" y="690970"/>
              <a:chExt cx="352891" cy="337790"/>
            </a:xfrm>
          </p:grpSpPr>
          <p:sp>
            <p:nvSpPr>
              <p:cNvPr id="334" name="Google Shape;334;p1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 name="Google Shape;346;p17"/>
            <p:cNvGrpSpPr/>
            <p:nvPr/>
          </p:nvGrpSpPr>
          <p:grpSpPr>
            <a:xfrm rot="1801810">
              <a:off x="263984" y="3881350"/>
              <a:ext cx="354302" cy="391007"/>
              <a:chOff x="1433575" y="238125"/>
              <a:chExt cx="4740975" cy="5226075"/>
            </a:xfrm>
          </p:grpSpPr>
          <p:sp>
            <p:nvSpPr>
              <p:cNvPr id="347" name="Google Shape;347;p1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7"/>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58" name="Google Shape;358;p17"/>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1_1">
    <p:bg>
      <p:bgPr>
        <a:solidFill>
          <a:schemeClr val="accent1"/>
        </a:solidFill>
        <a:effectLst/>
      </p:bgPr>
    </p:bg>
    <p:spTree>
      <p:nvGrpSpPr>
        <p:cNvPr id="1" name="Shape 359"/>
        <p:cNvGrpSpPr/>
        <p:nvPr/>
      </p:nvGrpSpPr>
      <p:grpSpPr>
        <a:xfrm>
          <a:off x="0" y="0"/>
          <a:ext cx="0" cy="0"/>
          <a:chOff x="0" y="0"/>
          <a:chExt cx="0" cy="0"/>
        </a:xfrm>
      </p:grpSpPr>
      <p:sp>
        <p:nvSpPr>
          <p:cNvPr id="360" name="Google Shape;360;p18"/>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8"/>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362" name="Google Shape;362;p18"/>
          <p:cNvSpPr txBox="1">
            <a:spLocks noGrp="1"/>
          </p:cNvSpPr>
          <p:nvPr>
            <p:ph type="subTitle" idx="1"/>
          </p:nvPr>
        </p:nvSpPr>
        <p:spPr>
          <a:xfrm>
            <a:off x="4674150" y="2454900"/>
            <a:ext cx="3032400" cy="1133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63" name="Google Shape;363;p18"/>
          <p:cNvSpPr txBox="1">
            <a:spLocks noGrp="1"/>
          </p:cNvSpPr>
          <p:nvPr>
            <p:ph type="title"/>
          </p:nvPr>
        </p:nvSpPr>
        <p:spPr>
          <a:xfrm>
            <a:off x="4674150" y="1391125"/>
            <a:ext cx="3032400" cy="1133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b="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4" name="Google Shape;364;p18"/>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 name="Google Shape;365;p18"/>
          <p:cNvGrpSpPr/>
          <p:nvPr/>
        </p:nvGrpSpPr>
        <p:grpSpPr>
          <a:xfrm flipH="1">
            <a:off x="232056" y="206640"/>
            <a:ext cx="8672122" cy="4675166"/>
            <a:chOff x="232056" y="206640"/>
            <a:chExt cx="8672122" cy="4675166"/>
          </a:xfrm>
        </p:grpSpPr>
        <p:grpSp>
          <p:nvGrpSpPr>
            <p:cNvPr id="366" name="Google Shape;366;p18"/>
            <p:cNvGrpSpPr/>
            <p:nvPr/>
          </p:nvGrpSpPr>
          <p:grpSpPr>
            <a:xfrm>
              <a:off x="7910512" y="206640"/>
              <a:ext cx="993666" cy="1272255"/>
              <a:chOff x="7825233" y="388347"/>
              <a:chExt cx="1037880" cy="1328865"/>
            </a:xfrm>
          </p:grpSpPr>
          <p:sp>
            <p:nvSpPr>
              <p:cNvPr id="367" name="Google Shape;367;p18"/>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8"/>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 name="Google Shape;369;p18"/>
              <p:cNvGrpSpPr/>
              <p:nvPr/>
            </p:nvGrpSpPr>
            <p:grpSpPr>
              <a:xfrm rot="-1799794">
                <a:off x="8433981" y="1029606"/>
                <a:ext cx="365703" cy="350054"/>
                <a:chOff x="2057567" y="690970"/>
                <a:chExt cx="352891" cy="337790"/>
              </a:xfrm>
            </p:grpSpPr>
            <p:sp>
              <p:nvSpPr>
                <p:cNvPr id="370" name="Google Shape;370;p18"/>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8"/>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8"/>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8"/>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8"/>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8"/>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8"/>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8"/>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8"/>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8"/>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8"/>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8"/>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 name="Google Shape;382;p18"/>
              <p:cNvGrpSpPr/>
              <p:nvPr/>
            </p:nvGrpSpPr>
            <p:grpSpPr>
              <a:xfrm>
                <a:off x="8545468" y="388347"/>
                <a:ext cx="317645" cy="350147"/>
                <a:chOff x="1433575" y="238125"/>
                <a:chExt cx="4740975" cy="5226075"/>
              </a:xfrm>
            </p:grpSpPr>
            <p:sp>
              <p:nvSpPr>
                <p:cNvPr id="383" name="Google Shape;383;p18"/>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8"/>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8"/>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8"/>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8"/>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8"/>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8"/>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8"/>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8"/>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8"/>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8"/>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4" name="Google Shape;394;p18"/>
            <p:cNvGrpSpPr/>
            <p:nvPr/>
          </p:nvGrpSpPr>
          <p:grpSpPr>
            <a:xfrm>
              <a:off x="232056" y="3839878"/>
              <a:ext cx="1319580" cy="1041928"/>
              <a:chOff x="190037" y="3818872"/>
              <a:chExt cx="1346098" cy="1062867"/>
            </a:xfrm>
          </p:grpSpPr>
          <p:grpSp>
            <p:nvGrpSpPr>
              <p:cNvPr id="395" name="Google Shape;395;p18"/>
              <p:cNvGrpSpPr/>
              <p:nvPr/>
            </p:nvGrpSpPr>
            <p:grpSpPr>
              <a:xfrm rot="1802271">
                <a:off x="1120650" y="4476648"/>
                <a:ext cx="354500" cy="339089"/>
                <a:chOff x="1190625" y="346475"/>
                <a:chExt cx="5219200" cy="5002375"/>
              </a:xfrm>
            </p:grpSpPr>
            <p:sp>
              <p:nvSpPr>
                <p:cNvPr id="396" name="Google Shape;396;p18"/>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8"/>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 name="Google Shape;398;p18"/>
              <p:cNvGrpSpPr/>
              <p:nvPr/>
            </p:nvGrpSpPr>
            <p:grpSpPr>
              <a:xfrm rot="5400000">
                <a:off x="436382" y="4464318"/>
                <a:ext cx="380063" cy="363766"/>
                <a:chOff x="2057567" y="690970"/>
                <a:chExt cx="352891" cy="337790"/>
              </a:xfrm>
            </p:grpSpPr>
            <p:sp>
              <p:nvSpPr>
                <p:cNvPr id="399" name="Google Shape;399;p18"/>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8"/>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8"/>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8"/>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8"/>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8"/>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8"/>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8"/>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8"/>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8"/>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8"/>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8"/>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 name="Google Shape;411;p18"/>
              <p:cNvGrpSpPr/>
              <p:nvPr/>
            </p:nvGrpSpPr>
            <p:grpSpPr>
              <a:xfrm rot="1801810">
                <a:off x="263984" y="3881350"/>
                <a:ext cx="354302" cy="391007"/>
                <a:chOff x="1433575" y="238125"/>
                <a:chExt cx="4740975" cy="5226075"/>
              </a:xfrm>
            </p:grpSpPr>
            <p:sp>
              <p:nvSpPr>
                <p:cNvPr id="412" name="Google Shape;412;p18"/>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8"/>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8"/>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8"/>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8"/>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8"/>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8"/>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8"/>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8"/>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8"/>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8"/>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1">
  <p:cSld name="CUSTOM_2">
    <p:bg>
      <p:bgPr>
        <a:solidFill>
          <a:schemeClr val="accent1"/>
        </a:solidFill>
        <a:effectLst/>
      </p:bgPr>
    </p:bg>
    <p:spTree>
      <p:nvGrpSpPr>
        <p:cNvPr id="1" name="Shape 423"/>
        <p:cNvGrpSpPr/>
        <p:nvPr/>
      </p:nvGrpSpPr>
      <p:grpSpPr>
        <a:xfrm>
          <a:off x="0" y="0"/>
          <a:ext cx="0" cy="0"/>
          <a:chOff x="0" y="0"/>
          <a:chExt cx="0" cy="0"/>
        </a:xfrm>
      </p:grpSpPr>
      <p:sp>
        <p:nvSpPr>
          <p:cNvPr id="424" name="Google Shape;424;p1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‹N°›</a:t>
            </a:fld>
            <a:endParaRPr/>
          </a:p>
        </p:txBody>
      </p:sp>
      <p:sp>
        <p:nvSpPr>
          <p:cNvPr id="425" name="Google Shape;425;p19"/>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9"/>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9"/>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700"/>
              <a:buNone/>
              <a:defRPr b="0"/>
            </a:lvl1pPr>
            <a:lvl2pPr lvl="1" rtl="0">
              <a:spcBef>
                <a:spcPts val="80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428" name="Google Shape;428;p19"/>
          <p:cNvGrpSpPr/>
          <p:nvPr/>
        </p:nvGrpSpPr>
        <p:grpSpPr>
          <a:xfrm flipH="1">
            <a:off x="232056" y="206640"/>
            <a:ext cx="8672122" cy="4675166"/>
            <a:chOff x="232056" y="206640"/>
            <a:chExt cx="8672122" cy="4675166"/>
          </a:xfrm>
        </p:grpSpPr>
        <p:grpSp>
          <p:nvGrpSpPr>
            <p:cNvPr id="429" name="Google Shape;429;p19"/>
            <p:cNvGrpSpPr/>
            <p:nvPr/>
          </p:nvGrpSpPr>
          <p:grpSpPr>
            <a:xfrm flipH="1">
              <a:off x="232056" y="206640"/>
              <a:ext cx="993666" cy="1272255"/>
              <a:chOff x="7825233" y="388347"/>
              <a:chExt cx="1037880" cy="1328865"/>
            </a:xfrm>
          </p:grpSpPr>
          <p:sp>
            <p:nvSpPr>
              <p:cNvPr id="430" name="Google Shape;430;p19"/>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9"/>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 name="Google Shape;432;p19"/>
              <p:cNvGrpSpPr/>
              <p:nvPr/>
            </p:nvGrpSpPr>
            <p:grpSpPr>
              <a:xfrm rot="-1799794">
                <a:off x="8433981" y="1029606"/>
                <a:ext cx="365703" cy="350054"/>
                <a:chOff x="2057567" y="690970"/>
                <a:chExt cx="352891" cy="337790"/>
              </a:xfrm>
            </p:grpSpPr>
            <p:sp>
              <p:nvSpPr>
                <p:cNvPr id="433" name="Google Shape;433;p19"/>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9"/>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9"/>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9"/>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9"/>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9"/>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9"/>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9"/>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9"/>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9"/>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9"/>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9"/>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 name="Google Shape;445;p19"/>
              <p:cNvGrpSpPr/>
              <p:nvPr/>
            </p:nvGrpSpPr>
            <p:grpSpPr>
              <a:xfrm>
                <a:off x="8545468" y="388347"/>
                <a:ext cx="317645" cy="350147"/>
                <a:chOff x="1433575" y="238125"/>
                <a:chExt cx="4740975" cy="5226075"/>
              </a:xfrm>
            </p:grpSpPr>
            <p:sp>
              <p:nvSpPr>
                <p:cNvPr id="446" name="Google Shape;446;p19"/>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9"/>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9"/>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9"/>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9"/>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9"/>
                <p:cNvSpPr/>
                <p:nvPr/>
              </p:nvSpPr>
              <p:spPr>
                <a:xfrm flipH="1">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9"/>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9"/>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9"/>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9"/>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9"/>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7" name="Google Shape;457;p19"/>
            <p:cNvGrpSpPr/>
            <p:nvPr/>
          </p:nvGrpSpPr>
          <p:grpSpPr>
            <a:xfrm flipH="1">
              <a:off x="7584599" y="3839878"/>
              <a:ext cx="1319580" cy="1041928"/>
              <a:chOff x="190037" y="3818872"/>
              <a:chExt cx="1346098" cy="1062867"/>
            </a:xfrm>
          </p:grpSpPr>
          <p:grpSp>
            <p:nvGrpSpPr>
              <p:cNvPr id="458" name="Google Shape;458;p19"/>
              <p:cNvGrpSpPr/>
              <p:nvPr/>
            </p:nvGrpSpPr>
            <p:grpSpPr>
              <a:xfrm rot="1802271">
                <a:off x="1120650" y="4476648"/>
                <a:ext cx="354500" cy="339089"/>
                <a:chOff x="1190625" y="346475"/>
                <a:chExt cx="5219200" cy="5002375"/>
              </a:xfrm>
            </p:grpSpPr>
            <p:sp>
              <p:nvSpPr>
                <p:cNvPr id="459" name="Google Shape;459;p19"/>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9"/>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 name="Google Shape;461;p19"/>
              <p:cNvGrpSpPr/>
              <p:nvPr/>
            </p:nvGrpSpPr>
            <p:grpSpPr>
              <a:xfrm rot="5400000">
                <a:off x="436382" y="4464318"/>
                <a:ext cx="380063" cy="363766"/>
                <a:chOff x="2057567" y="690970"/>
                <a:chExt cx="352891" cy="337790"/>
              </a:xfrm>
            </p:grpSpPr>
            <p:sp>
              <p:nvSpPr>
                <p:cNvPr id="462" name="Google Shape;462;p19"/>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9"/>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9"/>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9"/>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9"/>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9"/>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9"/>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9"/>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9"/>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19"/>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9"/>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9"/>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19"/>
              <p:cNvGrpSpPr/>
              <p:nvPr/>
            </p:nvGrpSpPr>
            <p:grpSpPr>
              <a:xfrm rot="1801810">
                <a:off x="263984" y="3881350"/>
                <a:ext cx="354302" cy="391007"/>
                <a:chOff x="1433575" y="238125"/>
                <a:chExt cx="4740975" cy="5226075"/>
              </a:xfrm>
            </p:grpSpPr>
            <p:sp>
              <p:nvSpPr>
                <p:cNvPr id="475" name="Google Shape;475;p19"/>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9"/>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9"/>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9"/>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9"/>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9"/>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9"/>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9"/>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9"/>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9"/>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9"/>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2">
  <p:cSld name="CUSTOM_2_1">
    <p:bg>
      <p:bgPr>
        <a:solidFill>
          <a:schemeClr val="accent2"/>
        </a:solidFill>
        <a:effectLst/>
      </p:bgPr>
    </p:bg>
    <p:spTree>
      <p:nvGrpSpPr>
        <p:cNvPr id="1" name="Shape 486"/>
        <p:cNvGrpSpPr/>
        <p:nvPr/>
      </p:nvGrpSpPr>
      <p:grpSpPr>
        <a:xfrm>
          <a:off x="0" y="0"/>
          <a:ext cx="0" cy="0"/>
          <a:chOff x="0" y="0"/>
          <a:chExt cx="0" cy="0"/>
        </a:xfrm>
      </p:grpSpPr>
      <p:sp>
        <p:nvSpPr>
          <p:cNvPr id="487" name="Google Shape;487;p2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
        <p:nvSpPr>
          <p:cNvPr id="488" name="Google Shape;488;p20"/>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0"/>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0"/>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700"/>
              <a:buNone/>
              <a:defRPr b="0"/>
            </a:lvl1pPr>
            <a:lvl2pPr lvl="1" rtl="0">
              <a:spcBef>
                <a:spcPts val="80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3">
  <p:cSld name="CUSTOM_2_1_1">
    <p:spTree>
      <p:nvGrpSpPr>
        <p:cNvPr id="1" name="Shape 491"/>
        <p:cNvGrpSpPr/>
        <p:nvPr/>
      </p:nvGrpSpPr>
      <p:grpSpPr>
        <a:xfrm>
          <a:off x="0" y="0"/>
          <a:ext cx="0" cy="0"/>
          <a:chOff x="0" y="0"/>
          <a:chExt cx="0" cy="0"/>
        </a:xfrm>
      </p:grpSpPr>
      <p:sp>
        <p:nvSpPr>
          <p:cNvPr id="492" name="Google Shape;492;p21"/>
          <p:cNvSpPr/>
          <p:nvPr/>
        </p:nvSpPr>
        <p:spPr>
          <a:xfrm>
            <a:off x="-9625" y="-31729"/>
            <a:ext cx="9144000" cy="5162700"/>
          </a:xfrm>
          <a:prstGeom prst="frame">
            <a:avLst>
              <a:gd name="adj1" fmla="val 8209"/>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1"/>
          <p:cNvSpPr/>
          <p:nvPr/>
        </p:nvSpPr>
        <p:spPr>
          <a:xfrm>
            <a:off x="3446700" y="-22658"/>
            <a:ext cx="2250600" cy="2658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
        <p:nvSpPr>
          <p:cNvPr id="495" name="Google Shape;495;p21"/>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700"/>
              <a:buNone/>
              <a:defRPr b="0"/>
            </a:lvl1pPr>
            <a:lvl2pPr lvl="1" rtl="0">
              <a:spcBef>
                <a:spcPts val="80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4">
  <p:cSld name="CUSTOM_2_1_1_1">
    <p:bg>
      <p:bgPr>
        <a:solidFill>
          <a:schemeClr val="accent2"/>
        </a:solidFill>
        <a:effectLst/>
      </p:bgPr>
    </p:bg>
    <p:spTree>
      <p:nvGrpSpPr>
        <p:cNvPr id="1" name="Shape 496"/>
        <p:cNvGrpSpPr/>
        <p:nvPr/>
      </p:nvGrpSpPr>
      <p:grpSpPr>
        <a:xfrm>
          <a:off x="0" y="0"/>
          <a:ext cx="0" cy="0"/>
          <a:chOff x="0" y="0"/>
          <a:chExt cx="0" cy="0"/>
        </a:xfrm>
      </p:grpSpPr>
      <p:sp>
        <p:nvSpPr>
          <p:cNvPr id="497" name="Google Shape;497;p2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
        <p:nvSpPr>
          <p:cNvPr id="498" name="Google Shape;498;p22"/>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2"/>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2"/>
          <p:cNvSpPr txBox="1">
            <a:spLocks noGrp="1"/>
          </p:cNvSpPr>
          <p:nvPr>
            <p:ph type="title"/>
          </p:nvPr>
        </p:nvSpPr>
        <p:spPr>
          <a:xfrm>
            <a:off x="720000" y="443834"/>
            <a:ext cx="7704000" cy="572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2700"/>
              <a:buNone/>
              <a:defRPr b="0"/>
            </a:lvl1pPr>
            <a:lvl2pPr lvl="1" rtl="0">
              <a:spcBef>
                <a:spcPts val="80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solidFill>
          <a:schemeClr val="accent2"/>
        </a:solidFill>
        <a:effectLst/>
      </p:bgPr>
    </p:bg>
    <p:spTree>
      <p:nvGrpSpPr>
        <p:cNvPr id="1" name="Shape 501"/>
        <p:cNvGrpSpPr/>
        <p:nvPr/>
      </p:nvGrpSpPr>
      <p:grpSpPr>
        <a:xfrm>
          <a:off x="0" y="0"/>
          <a:ext cx="0" cy="0"/>
          <a:chOff x="0" y="0"/>
          <a:chExt cx="0" cy="0"/>
        </a:xfrm>
      </p:grpSpPr>
      <p:sp>
        <p:nvSpPr>
          <p:cNvPr id="502" name="Google Shape;502;p23"/>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 name="Google Shape;503;p23"/>
          <p:cNvGrpSpPr/>
          <p:nvPr/>
        </p:nvGrpSpPr>
        <p:grpSpPr>
          <a:xfrm flipH="1">
            <a:off x="7584599" y="3839878"/>
            <a:ext cx="1319580" cy="1041928"/>
            <a:chOff x="190037" y="3818872"/>
            <a:chExt cx="1346098" cy="1062867"/>
          </a:xfrm>
        </p:grpSpPr>
        <p:grpSp>
          <p:nvGrpSpPr>
            <p:cNvPr id="504" name="Google Shape;504;p23"/>
            <p:cNvGrpSpPr/>
            <p:nvPr/>
          </p:nvGrpSpPr>
          <p:grpSpPr>
            <a:xfrm rot="1802271">
              <a:off x="1120650" y="4476648"/>
              <a:ext cx="354500" cy="339089"/>
              <a:chOff x="1190625" y="346475"/>
              <a:chExt cx="5219200" cy="5002375"/>
            </a:xfrm>
          </p:grpSpPr>
          <p:sp>
            <p:nvSpPr>
              <p:cNvPr id="505" name="Google Shape;505;p23"/>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3"/>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 name="Google Shape;507;p23"/>
            <p:cNvGrpSpPr/>
            <p:nvPr/>
          </p:nvGrpSpPr>
          <p:grpSpPr>
            <a:xfrm rot="5400000">
              <a:off x="436382" y="4464318"/>
              <a:ext cx="380063" cy="363766"/>
              <a:chOff x="2057567" y="690970"/>
              <a:chExt cx="352891" cy="337790"/>
            </a:xfrm>
          </p:grpSpPr>
          <p:sp>
            <p:nvSpPr>
              <p:cNvPr id="508" name="Google Shape;508;p2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23"/>
            <p:cNvGrpSpPr/>
            <p:nvPr/>
          </p:nvGrpSpPr>
          <p:grpSpPr>
            <a:xfrm rot="1801810">
              <a:off x="263984" y="3881350"/>
              <a:ext cx="354302" cy="391007"/>
              <a:chOff x="1433575" y="238125"/>
              <a:chExt cx="4740975" cy="5226075"/>
            </a:xfrm>
          </p:grpSpPr>
          <p:sp>
            <p:nvSpPr>
              <p:cNvPr id="521" name="Google Shape;521;p2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3"/>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32" name="Google Shape;532;p23"/>
          <p:cNvSpPr txBox="1">
            <a:spLocks noGrp="1"/>
          </p:cNvSpPr>
          <p:nvPr>
            <p:ph type="subTitle" idx="1"/>
          </p:nvPr>
        </p:nvSpPr>
        <p:spPr>
          <a:xfrm>
            <a:off x="1233613" y="1529425"/>
            <a:ext cx="30219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533" name="Google Shape;533;p23"/>
          <p:cNvSpPr txBox="1">
            <a:spLocks noGrp="1"/>
          </p:cNvSpPr>
          <p:nvPr>
            <p:ph type="subTitle" idx="2"/>
          </p:nvPr>
        </p:nvSpPr>
        <p:spPr>
          <a:xfrm>
            <a:off x="4888488" y="1529425"/>
            <a:ext cx="3021900" cy="572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534" name="Google Shape;534;p23"/>
          <p:cNvSpPr txBox="1">
            <a:spLocks noGrp="1"/>
          </p:cNvSpPr>
          <p:nvPr>
            <p:ph type="subTitle" idx="3"/>
          </p:nvPr>
        </p:nvSpPr>
        <p:spPr>
          <a:xfrm>
            <a:off x="1233613" y="2078950"/>
            <a:ext cx="3021900" cy="110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35" name="Google Shape;535;p23"/>
          <p:cNvSpPr txBox="1">
            <a:spLocks noGrp="1"/>
          </p:cNvSpPr>
          <p:nvPr>
            <p:ph type="subTitle" idx="4"/>
          </p:nvPr>
        </p:nvSpPr>
        <p:spPr>
          <a:xfrm>
            <a:off x="4888488" y="2078950"/>
            <a:ext cx="3021900" cy="110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36" name="Google Shape;536;p2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537" name="Google Shape;537;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38" name="Google Shape;538;p23"/>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 name="Google Shape;539;p23"/>
          <p:cNvGrpSpPr/>
          <p:nvPr/>
        </p:nvGrpSpPr>
        <p:grpSpPr>
          <a:xfrm>
            <a:off x="202699" y="3839878"/>
            <a:ext cx="1319580" cy="1041928"/>
            <a:chOff x="190037" y="3818872"/>
            <a:chExt cx="1346098" cy="1062867"/>
          </a:xfrm>
        </p:grpSpPr>
        <p:grpSp>
          <p:nvGrpSpPr>
            <p:cNvPr id="540" name="Google Shape;540;p23"/>
            <p:cNvGrpSpPr/>
            <p:nvPr/>
          </p:nvGrpSpPr>
          <p:grpSpPr>
            <a:xfrm rot="1802271">
              <a:off x="1120650" y="4476648"/>
              <a:ext cx="354500" cy="339089"/>
              <a:chOff x="1190625" y="346475"/>
              <a:chExt cx="5219200" cy="5002375"/>
            </a:xfrm>
          </p:grpSpPr>
          <p:sp>
            <p:nvSpPr>
              <p:cNvPr id="541" name="Google Shape;541;p23"/>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3"/>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 name="Google Shape;543;p23"/>
            <p:cNvGrpSpPr/>
            <p:nvPr/>
          </p:nvGrpSpPr>
          <p:grpSpPr>
            <a:xfrm rot="5400000">
              <a:off x="436382" y="4464318"/>
              <a:ext cx="380063" cy="363766"/>
              <a:chOff x="2057567" y="690970"/>
              <a:chExt cx="352891" cy="337790"/>
            </a:xfrm>
          </p:grpSpPr>
          <p:sp>
            <p:nvSpPr>
              <p:cNvPr id="544" name="Google Shape;544;p2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23"/>
            <p:cNvGrpSpPr/>
            <p:nvPr/>
          </p:nvGrpSpPr>
          <p:grpSpPr>
            <a:xfrm rot="1801810">
              <a:off x="263984" y="3881350"/>
              <a:ext cx="354302" cy="391007"/>
              <a:chOff x="1433575" y="238125"/>
              <a:chExt cx="4740975" cy="5226075"/>
            </a:xfrm>
          </p:grpSpPr>
          <p:sp>
            <p:nvSpPr>
              <p:cNvPr id="557" name="Google Shape;557;p2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3"/>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bg>
      <p:bgPr>
        <a:solidFill>
          <a:schemeClr val="accent2"/>
        </a:solidFill>
        <a:effectLst/>
      </p:bgPr>
    </p:bg>
    <p:spTree>
      <p:nvGrpSpPr>
        <p:cNvPr id="1" name="Shape 568"/>
        <p:cNvGrpSpPr/>
        <p:nvPr/>
      </p:nvGrpSpPr>
      <p:grpSpPr>
        <a:xfrm>
          <a:off x="0" y="0"/>
          <a:ext cx="0" cy="0"/>
          <a:chOff x="0" y="0"/>
          <a:chExt cx="0" cy="0"/>
        </a:xfrm>
      </p:grpSpPr>
      <p:sp>
        <p:nvSpPr>
          <p:cNvPr id="569" name="Google Shape;569;p24"/>
          <p:cNvSpPr txBox="1">
            <a:spLocks noGrp="1"/>
          </p:cNvSpPr>
          <p:nvPr>
            <p:ph type="subTitle" idx="1"/>
          </p:nvPr>
        </p:nvSpPr>
        <p:spPr>
          <a:xfrm>
            <a:off x="1301713" y="1633350"/>
            <a:ext cx="3190500" cy="187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0" name="Google Shape;570;p24"/>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4"/>
          <p:cNvSpPr txBox="1">
            <a:spLocks noGrp="1"/>
          </p:cNvSpPr>
          <p:nvPr>
            <p:ph type="subTitle" idx="2"/>
          </p:nvPr>
        </p:nvSpPr>
        <p:spPr>
          <a:xfrm>
            <a:off x="4651788" y="1633350"/>
            <a:ext cx="3190500" cy="187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2" name="Google Shape;572;p2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573" name="Google Shape;573;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74" name="Google Shape;574;p24"/>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 name="Google Shape;575;p24"/>
          <p:cNvGrpSpPr/>
          <p:nvPr/>
        </p:nvGrpSpPr>
        <p:grpSpPr>
          <a:xfrm>
            <a:off x="232056" y="206640"/>
            <a:ext cx="8672122" cy="4675166"/>
            <a:chOff x="232056" y="206640"/>
            <a:chExt cx="8672122" cy="4675166"/>
          </a:xfrm>
        </p:grpSpPr>
        <p:grpSp>
          <p:nvGrpSpPr>
            <p:cNvPr id="576" name="Google Shape;576;p24"/>
            <p:cNvGrpSpPr/>
            <p:nvPr/>
          </p:nvGrpSpPr>
          <p:grpSpPr>
            <a:xfrm flipH="1">
              <a:off x="232056" y="206640"/>
              <a:ext cx="993666" cy="1272255"/>
              <a:chOff x="7825233" y="388347"/>
              <a:chExt cx="1037880" cy="1328865"/>
            </a:xfrm>
          </p:grpSpPr>
          <p:sp>
            <p:nvSpPr>
              <p:cNvPr id="577" name="Google Shape;577;p24"/>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4"/>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 name="Google Shape;579;p24"/>
              <p:cNvGrpSpPr/>
              <p:nvPr/>
            </p:nvGrpSpPr>
            <p:grpSpPr>
              <a:xfrm rot="-1799794">
                <a:off x="8433981" y="1029606"/>
                <a:ext cx="365703" cy="350054"/>
                <a:chOff x="2057567" y="690970"/>
                <a:chExt cx="352891" cy="337790"/>
              </a:xfrm>
            </p:grpSpPr>
            <p:sp>
              <p:nvSpPr>
                <p:cNvPr id="580" name="Google Shape;580;p24"/>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4"/>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4"/>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4"/>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4"/>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4"/>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4"/>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4"/>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4"/>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4"/>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4"/>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4"/>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24"/>
              <p:cNvGrpSpPr/>
              <p:nvPr/>
            </p:nvGrpSpPr>
            <p:grpSpPr>
              <a:xfrm>
                <a:off x="8545468" y="388347"/>
                <a:ext cx="317645" cy="350147"/>
                <a:chOff x="1433575" y="238125"/>
                <a:chExt cx="4740975" cy="5226075"/>
              </a:xfrm>
            </p:grpSpPr>
            <p:sp>
              <p:nvSpPr>
                <p:cNvPr id="593" name="Google Shape;593;p24"/>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4"/>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4"/>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4"/>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4"/>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4"/>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4"/>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4"/>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4"/>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4"/>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4"/>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4" name="Google Shape;604;p24"/>
            <p:cNvGrpSpPr/>
            <p:nvPr/>
          </p:nvGrpSpPr>
          <p:grpSpPr>
            <a:xfrm flipH="1">
              <a:off x="7584599" y="3839878"/>
              <a:ext cx="1319580" cy="1041928"/>
              <a:chOff x="190037" y="3818872"/>
              <a:chExt cx="1346098" cy="1062867"/>
            </a:xfrm>
          </p:grpSpPr>
          <p:grpSp>
            <p:nvGrpSpPr>
              <p:cNvPr id="605" name="Google Shape;605;p24"/>
              <p:cNvGrpSpPr/>
              <p:nvPr/>
            </p:nvGrpSpPr>
            <p:grpSpPr>
              <a:xfrm rot="1802271">
                <a:off x="1120650" y="4476648"/>
                <a:ext cx="354500" cy="339089"/>
                <a:chOff x="1190625" y="346475"/>
                <a:chExt cx="5219200" cy="5002375"/>
              </a:xfrm>
            </p:grpSpPr>
            <p:sp>
              <p:nvSpPr>
                <p:cNvPr id="606" name="Google Shape;606;p24"/>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4"/>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 name="Google Shape;608;p24"/>
              <p:cNvGrpSpPr/>
              <p:nvPr/>
            </p:nvGrpSpPr>
            <p:grpSpPr>
              <a:xfrm rot="5400000">
                <a:off x="436382" y="4464318"/>
                <a:ext cx="380063" cy="363766"/>
                <a:chOff x="2057567" y="690970"/>
                <a:chExt cx="352891" cy="337790"/>
              </a:xfrm>
            </p:grpSpPr>
            <p:sp>
              <p:nvSpPr>
                <p:cNvPr id="609" name="Google Shape;609;p24"/>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4"/>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4"/>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4"/>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4"/>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4"/>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4"/>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4"/>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4"/>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4"/>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4"/>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4"/>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 name="Google Shape;621;p24"/>
              <p:cNvGrpSpPr/>
              <p:nvPr/>
            </p:nvGrpSpPr>
            <p:grpSpPr>
              <a:xfrm rot="1801810">
                <a:off x="263984" y="3881350"/>
                <a:ext cx="354302" cy="391007"/>
                <a:chOff x="1433575" y="238125"/>
                <a:chExt cx="4740975" cy="5226075"/>
              </a:xfrm>
            </p:grpSpPr>
            <p:sp>
              <p:nvSpPr>
                <p:cNvPr id="622" name="Google Shape;622;p24"/>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4"/>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4"/>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4"/>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4"/>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4"/>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4"/>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4"/>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4"/>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4"/>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p:cSld name="BLANK_1_1_1_2">
    <p:bg>
      <p:bgPr>
        <a:solidFill>
          <a:schemeClr val="accent1"/>
        </a:solidFill>
        <a:effectLst/>
      </p:bgPr>
    </p:bg>
    <p:spTree>
      <p:nvGrpSpPr>
        <p:cNvPr id="1" name="Shape 633"/>
        <p:cNvGrpSpPr/>
        <p:nvPr/>
      </p:nvGrpSpPr>
      <p:grpSpPr>
        <a:xfrm>
          <a:off x="0" y="0"/>
          <a:ext cx="0" cy="0"/>
          <a:chOff x="0" y="0"/>
          <a:chExt cx="0" cy="0"/>
        </a:xfrm>
      </p:grpSpPr>
      <p:sp>
        <p:nvSpPr>
          <p:cNvPr id="634" name="Google Shape;634;p25"/>
          <p:cNvSpPr txBox="1">
            <a:spLocks noGrp="1"/>
          </p:cNvSpPr>
          <p:nvPr>
            <p:ph type="subTitle" idx="1"/>
          </p:nvPr>
        </p:nvSpPr>
        <p:spPr>
          <a:xfrm>
            <a:off x="984000" y="1654550"/>
            <a:ext cx="2084700" cy="4752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35" name="Google Shape;635;p25"/>
          <p:cNvSpPr txBox="1">
            <a:spLocks noGrp="1"/>
          </p:cNvSpPr>
          <p:nvPr>
            <p:ph type="subTitle" idx="2"/>
          </p:nvPr>
        </p:nvSpPr>
        <p:spPr>
          <a:xfrm>
            <a:off x="984000" y="2095450"/>
            <a:ext cx="2084700" cy="1137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6" name="Google Shape;636;p25"/>
          <p:cNvSpPr txBox="1">
            <a:spLocks noGrp="1"/>
          </p:cNvSpPr>
          <p:nvPr>
            <p:ph type="subTitle" idx="3"/>
          </p:nvPr>
        </p:nvSpPr>
        <p:spPr>
          <a:xfrm>
            <a:off x="3515400" y="2095450"/>
            <a:ext cx="2113200" cy="1137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7" name="Google Shape;637;p25"/>
          <p:cNvSpPr txBox="1">
            <a:spLocks noGrp="1"/>
          </p:cNvSpPr>
          <p:nvPr>
            <p:ph type="subTitle" idx="4"/>
          </p:nvPr>
        </p:nvSpPr>
        <p:spPr>
          <a:xfrm>
            <a:off x="6046800" y="2095450"/>
            <a:ext cx="2113200" cy="1137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8" name="Google Shape;638;p2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639" name="Google Shape;639;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40" name="Google Shape;640;p25"/>
          <p:cNvSpPr txBox="1">
            <a:spLocks noGrp="1"/>
          </p:cNvSpPr>
          <p:nvPr>
            <p:ph type="subTitle" idx="5"/>
          </p:nvPr>
        </p:nvSpPr>
        <p:spPr>
          <a:xfrm>
            <a:off x="3515400" y="1654550"/>
            <a:ext cx="2113200" cy="4752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41" name="Google Shape;641;p25"/>
          <p:cNvSpPr txBox="1">
            <a:spLocks noGrp="1"/>
          </p:cNvSpPr>
          <p:nvPr>
            <p:ph type="subTitle" idx="6"/>
          </p:nvPr>
        </p:nvSpPr>
        <p:spPr>
          <a:xfrm>
            <a:off x="6046800" y="1654550"/>
            <a:ext cx="2113200" cy="4752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42" name="Google Shape;642;p25"/>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5"/>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 name="Google Shape;644;p25"/>
          <p:cNvGrpSpPr/>
          <p:nvPr/>
        </p:nvGrpSpPr>
        <p:grpSpPr>
          <a:xfrm flipH="1">
            <a:off x="7584599" y="3839878"/>
            <a:ext cx="1319580" cy="1041928"/>
            <a:chOff x="190037" y="3818872"/>
            <a:chExt cx="1346098" cy="1062867"/>
          </a:xfrm>
        </p:grpSpPr>
        <p:grpSp>
          <p:nvGrpSpPr>
            <p:cNvPr id="645" name="Google Shape;645;p25"/>
            <p:cNvGrpSpPr/>
            <p:nvPr/>
          </p:nvGrpSpPr>
          <p:grpSpPr>
            <a:xfrm rot="1802271">
              <a:off x="1120650" y="4476648"/>
              <a:ext cx="354500" cy="339089"/>
              <a:chOff x="1190625" y="346475"/>
              <a:chExt cx="5219200" cy="5002375"/>
            </a:xfrm>
          </p:grpSpPr>
          <p:sp>
            <p:nvSpPr>
              <p:cNvPr id="646" name="Google Shape;646;p25"/>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5"/>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 name="Google Shape;648;p25"/>
            <p:cNvGrpSpPr/>
            <p:nvPr/>
          </p:nvGrpSpPr>
          <p:grpSpPr>
            <a:xfrm rot="5400000">
              <a:off x="436382" y="4464318"/>
              <a:ext cx="380063" cy="363766"/>
              <a:chOff x="2057567" y="690970"/>
              <a:chExt cx="352891" cy="337790"/>
            </a:xfrm>
          </p:grpSpPr>
          <p:sp>
            <p:nvSpPr>
              <p:cNvPr id="649" name="Google Shape;649;p25"/>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5"/>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5"/>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5"/>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5"/>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5"/>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5"/>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5"/>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5"/>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5"/>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5"/>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5"/>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 name="Google Shape;661;p25"/>
            <p:cNvGrpSpPr/>
            <p:nvPr/>
          </p:nvGrpSpPr>
          <p:grpSpPr>
            <a:xfrm rot="1801810">
              <a:off x="263984" y="3881350"/>
              <a:ext cx="354302" cy="391007"/>
              <a:chOff x="1433575" y="238125"/>
              <a:chExt cx="4740975" cy="5226075"/>
            </a:xfrm>
          </p:grpSpPr>
          <p:sp>
            <p:nvSpPr>
              <p:cNvPr id="662" name="Google Shape;662;p25"/>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5"/>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5"/>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5"/>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5"/>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5"/>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5"/>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5"/>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5"/>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5"/>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5"/>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 name="Google Shape;673;p25"/>
          <p:cNvGrpSpPr/>
          <p:nvPr/>
        </p:nvGrpSpPr>
        <p:grpSpPr>
          <a:xfrm>
            <a:off x="202699" y="3839878"/>
            <a:ext cx="1319580" cy="1041928"/>
            <a:chOff x="190037" y="3818872"/>
            <a:chExt cx="1346098" cy="1062867"/>
          </a:xfrm>
        </p:grpSpPr>
        <p:grpSp>
          <p:nvGrpSpPr>
            <p:cNvPr id="674" name="Google Shape;674;p25"/>
            <p:cNvGrpSpPr/>
            <p:nvPr/>
          </p:nvGrpSpPr>
          <p:grpSpPr>
            <a:xfrm rot="1802271">
              <a:off x="1120650" y="4476648"/>
              <a:ext cx="354500" cy="339089"/>
              <a:chOff x="1190625" y="346475"/>
              <a:chExt cx="5219200" cy="5002375"/>
            </a:xfrm>
          </p:grpSpPr>
          <p:sp>
            <p:nvSpPr>
              <p:cNvPr id="675" name="Google Shape;675;p25"/>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5"/>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 name="Google Shape;677;p25"/>
            <p:cNvGrpSpPr/>
            <p:nvPr/>
          </p:nvGrpSpPr>
          <p:grpSpPr>
            <a:xfrm rot="5400000">
              <a:off x="436382" y="4464318"/>
              <a:ext cx="380063" cy="363766"/>
              <a:chOff x="2057567" y="690970"/>
              <a:chExt cx="352891" cy="337790"/>
            </a:xfrm>
          </p:grpSpPr>
          <p:sp>
            <p:nvSpPr>
              <p:cNvPr id="678" name="Google Shape;678;p25"/>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5"/>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5"/>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5"/>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5"/>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5"/>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5"/>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5"/>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5"/>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5"/>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5"/>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5"/>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 name="Google Shape;690;p25"/>
            <p:cNvGrpSpPr/>
            <p:nvPr/>
          </p:nvGrpSpPr>
          <p:grpSpPr>
            <a:xfrm rot="1801810">
              <a:off x="263984" y="3881350"/>
              <a:ext cx="354302" cy="391007"/>
              <a:chOff x="1433575" y="238125"/>
              <a:chExt cx="4740975" cy="5226075"/>
            </a:xfrm>
          </p:grpSpPr>
          <p:sp>
            <p:nvSpPr>
              <p:cNvPr id="691" name="Google Shape;691;p25"/>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5"/>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5"/>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5"/>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5"/>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5"/>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5"/>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5"/>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5"/>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5"/>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5"/>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p:cSld name="BLANK_1_1_1_1">
    <p:bg>
      <p:bgPr>
        <a:solidFill>
          <a:schemeClr val="accent2"/>
        </a:solidFill>
        <a:effectLst/>
      </p:bgPr>
    </p:bg>
    <p:spTree>
      <p:nvGrpSpPr>
        <p:cNvPr id="1" name="Shape 702"/>
        <p:cNvGrpSpPr/>
        <p:nvPr/>
      </p:nvGrpSpPr>
      <p:grpSpPr>
        <a:xfrm>
          <a:off x="0" y="0"/>
          <a:ext cx="0" cy="0"/>
          <a:chOff x="0" y="0"/>
          <a:chExt cx="0" cy="0"/>
        </a:xfrm>
      </p:grpSpPr>
      <p:sp>
        <p:nvSpPr>
          <p:cNvPr id="703" name="Google Shape;703;p26"/>
          <p:cNvSpPr txBox="1">
            <a:spLocks noGrp="1"/>
          </p:cNvSpPr>
          <p:nvPr>
            <p:ph type="subTitle" idx="1"/>
          </p:nvPr>
        </p:nvSpPr>
        <p:spPr>
          <a:xfrm>
            <a:off x="1802525" y="1544275"/>
            <a:ext cx="23520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04" name="Google Shape;704;p26"/>
          <p:cNvSpPr txBox="1">
            <a:spLocks noGrp="1"/>
          </p:cNvSpPr>
          <p:nvPr>
            <p:ph type="subTitle" idx="2"/>
          </p:nvPr>
        </p:nvSpPr>
        <p:spPr>
          <a:xfrm>
            <a:off x="1802525" y="2116975"/>
            <a:ext cx="2352000" cy="6531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5" name="Google Shape;705;p26"/>
          <p:cNvSpPr txBox="1">
            <a:spLocks noGrp="1"/>
          </p:cNvSpPr>
          <p:nvPr>
            <p:ph type="subTitle" idx="3"/>
          </p:nvPr>
        </p:nvSpPr>
        <p:spPr>
          <a:xfrm>
            <a:off x="4989474" y="2116975"/>
            <a:ext cx="2352000" cy="6531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6" name="Google Shape;706;p26"/>
          <p:cNvSpPr txBox="1">
            <a:spLocks noGrp="1"/>
          </p:cNvSpPr>
          <p:nvPr>
            <p:ph type="subTitle" idx="4"/>
          </p:nvPr>
        </p:nvSpPr>
        <p:spPr>
          <a:xfrm>
            <a:off x="1802525" y="3506900"/>
            <a:ext cx="2352000" cy="6531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7" name="Google Shape;707;p26"/>
          <p:cNvSpPr txBox="1">
            <a:spLocks noGrp="1"/>
          </p:cNvSpPr>
          <p:nvPr>
            <p:ph type="subTitle" idx="5"/>
          </p:nvPr>
        </p:nvSpPr>
        <p:spPr>
          <a:xfrm>
            <a:off x="4989474" y="3506900"/>
            <a:ext cx="2352000" cy="6531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8" name="Google Shape;708;p2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709" name="Google Shape;709;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10" name="Google Shape;710;p26"/>
          <p:cNvSpPr txBox="1">
            <a:spLocks noGrp="1"/>
          </p:cNvSpPr>
          <p:nvPr>
            <p:ph type="subTitle" idx="6"/>
          </p:nvPr>
        </p:nvSpPr>
        <p:spPr>
          <a:xfrm>
            <a:off x="1802525" y="2934200"/>
            <a:ext cx="23520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11" name="Google Shape;711;p26"/>
          <p:cNvSpPr txBox="1">
            <a:spLocks noGrp="1"/>
          </p:cNvSpPr>
          <p:nvPr>
            <p:ph type="subTitle" idx="7"/>
          </p:nvPr>
        </p:nvSpPr>
        <p:spPr>
          <a:xfrm>
            <a:off x="4989472" y="1544275"/>
            <a:ext cx="23520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12" name="Google Shape;712;p26"/>
          <p:cNvSpPr txBox="1">
            <a:spLocks noGrp="1"/>
          </p:cNvSpPr>
          <p:nvPr>
            <p:ph type="subTitle" idx="8"/>
          </p:nvPr>
        </p:nvSpPr>
        <p:spPr>
          <a:xfrm>
            <a:off x="4989472" y="2934200"/>
            <a:ext cx="2352000" cy="572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13" name="Google Shape;713;p26"/>
          <p:cNvSpPr/>
          <p:nvPr/>
        </p:nvSpPr>
        <p:spPr>
          <a:xfrm>
            <a:off x="0" y="-2150"/>
            <a:ext cx="9144000" cy="5143500"/>
          </a:xfrm>
          <a:prstGeom prst="rect">
            <a:avLst/>
          </a:pr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6"/>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 name="Google Shape;715;p26"/>
          <p:cNvGrpSpPr/>
          <p:nvPr/>
        </p:nvGrpSpPr>
        <p:grpSpPr>
          <a:xfrm flipH="1">
            <a:off x="232056" y="206640"/>
            <a:ext cx="8672122" cy="4675166"/>
            <a:chOff x="232056" y="206640"/>
            <a:chExt cx="8672122" cy="4675166"/>
          </a:xfrm>
        </p:grpSpPr>
        <p:grpSp>
          <p:nvGrpSpPr>
            <p:cNvPr id="716" name="Google Shape;716;p26"/>
            <p:cNvGrpSpPr/>
            <p:nvPr/>
          </p:nvGrpSpPr>
          <p:grpSpPr>
            <a:xfrm flipH="1">
              <a:off x="232056" y="206640"/>
              <a:ext cx="993666" cy="1272255"/>
              <a:chOff x="7825233" y="388347"/>
              <a:chExt cx="1037880" cy="1328865"/>
            </a:xfrm>
          </p:grpSpPr>
          <p:sp>
            <p:nvSpPr>
              <p:cNvPr id="717" name="Google Shape;717;p26"/>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6"/>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 name="Google Shape;719;p26"/>
              <p:cNvGrpSpPr/>
              <p:nvPr/>
            </p:nvGrpSpPr>
            <p:grpSpPr>
              <a:xfrm rot="-1799794">
                <a:off x="8433981" y="1029606"/>
                <a:ext cx="365703" cy="350054"/>
                <a:chOff x="2057567" y="690970"/>
                <a:chExt cx="352891" cy="337790"/>
              </a:xfrm>
            </p:grpSpPr>
            <p:sp>
              <p:nvSpPr>
                <p:cNvPr id="720" name="Google Shape;720;p26"/>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6"/>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6"/>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6"/>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6"/>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6"/>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6"/>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6"/>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6"/>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6"/>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6"/>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6"/>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 name="Google Shape;732;p26"/>
              <p:cNvGrpSpPr/>
              <p:nvPr/>
            </p:nvGrpSpPr>
            <p:grpSpPr>
              <a:xfrm>
                <a:off x="8545468" y="388347"/>
                <a:ext cx="317645" cy="350147"/>
                <a:chOff x="1433575" y="238125"/>
                <a:chExt cx="4740975" cy="5226075"/>
              </a:xfrm>
            </p:grpSpPr>
            <p:sp>
              <p:nvSpPr>
                <p:cNvPr id="733" name="Google Shape;733;p26"/>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6"/>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6"/>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6"/>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6"/>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6"/>
                <p:cNvSpPr/>
                <p:nvPr/>
              </p:nvSpPr>
              <p:spPr>
                <a:xfrm flipH="1">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6"/>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6"/>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6"/>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6"/>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6"/>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4" name="Google Shape;744;p26"/>
            <p:cNvGrpSpPr/>
            <p:nvPr/>
          </p:nvGrpSpPr>
          <p:grpSpPr>
            <a:xfrm flipH="1">
              <a:off x="7584599" y="3839878"/>
              <a:ext cx="1319580" cy="1041928"/>
              <a:chOff x="190037" y="3818872"/>
              <a:chExt cx="1346098" cy="1062867"/>
            </a:xfrm>
          </p:grpSpPr>
          <p:grpSp>
            <p:nvGrpSpPr>
              <p:cNvPr id="745" name="Google Shape;745;p26"/>
              <p:cNvGrpSpPr/>
              <p:nvPr/>
            </p:nvGrpSpPr>
            <p:grpSpPr>
              <a:xfrm rot="1802271">
                <a:off x="1120650" y="4476648"/>
                <a:ext cx="354500" cy="339089"/>
                <a:chOff x="1190625" y="346475"/>
                <a:chExt cx="5219200" cy="5002375"/>
              </a:xfrm>
            </p:grpSpPr>
            <p:sp>
              <p:nvSpPr>
                <p:cNvPr id="746" name="Google Shape;746;p26"/>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6"/>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 name="Google Shape;748;p26"/>
              <p:cNvGrpSpPr/>
              <p:nvPr/>
            </p:nvGrpSpPr>
            <p:grpSpPr>
              <a:xfrm rot="5400000">
                <a:off x="436382" y="4464318"/>
                <a:ext cx="380063" cy="363766"/>
                <a:chOff x="2057567" y="690970"/>
                <a:chExt cx="352891" cy="337790"/>
              </a:xfrm>
            </p:grpSpPr>
            <p:sp>
              <p:nvSpPr>
                <p:cNvPr id="749" name="Google Shape;749;p26"/>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6"/>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6"/>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6"/>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6"/>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6"/>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6"/>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6"/>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6"/>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6"/>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6"/>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6"/>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 name="Google Shape;761;p26"/>
              <p:cNvGrpSpPr/>
              <p:nvPr/>
            </p:nvGrpSpPr>
            <p:grpSpPr>
              <a:xfrm rot="1801810">
                <a:off x="263984" y="3881350"/>
                <a:ext cx="354302" cy="391007"/>
                <a:chOff x="1433575" y="238125"/>
                <a:chExt cx="4740975" cy="5226075"/>
              </a:xfrm>
            </p:grpSpPr>
            <p:sp>
              <p:nvSpPr>
                <p:cNvPr id="762" name="Google Shape;762;p26"/>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6"/>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6"/>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6"/>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6"/>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6"/>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6"/>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6"/>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6"/>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6"/>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6"/>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six columns">
  <p:cSld name="BLANK_1_1_1_1_1">
    <p:bg>
      <p:bgPr>
        <a:solidFill>
          <a:schemeClr val="lt1"/>
        </a:solidFill>
        <a:effectLst/>
      </p:bgPr>
    </p:bg>
    <p:spTree>
      <p:nvGrpSpPr>
        <p:cNvPr id="1" name="Shape 773"/>
        <p:cNvGrpSpPr/>
        <p:nvPr/>
      </p:nvGrpSpPr>
      <p:grpSpPr>
        <a:xfrm>
          <a:off x="0" y="0"/>
          <a:ext cx="0" cy="0"/>
          <a:chOff x="0" y="0"/>
          <a:chExt cx="0" cy="0"/>
        </a:xfrm>
      </p:grpSpPr>
      <p:sp>
        <p:nvSpPr>
          <p:cNvPr id="774" name="Google Shape;774;p2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775" name="Google Shape;775;p27"/>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b="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6" name="Google Shape;776;p27"/>
          <p:cNvSpPr txBox="1">
            <a:spLocks noGrp="1"/>
          </p:cNvSpPr>
          <p:nvPr>
            <p:ph type="subTitle" idx="1"/>
          </p:nvPr>
        </p:nvSpPr>
        <p:spPr>
          <a:xfrm>
            <a:off x="929188" y="2152180"/>
            <a:ext cx="2358300" cy="6366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7" name="Google Shape;777;p27"/>
          <p:cNvSpPr txBox="1">
            <a:spLocks noGrp="1"/>
          </p:cNvSpPr>
          <p:nvPr>
            <p:ph type="subTitle" idx="2"/>
          </p:nvPr>
        </p:nvSpPr>
        <p:spPr>
          <a:xfrm>
            <a:off x="3387609" y="2152176"/>
            <a:ext cx="2364000" cy="6366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8" name="Google Shape;778;p27"/>
          <p:cNvSpPr txBox="1">
            <a:spLocks noGrp="1"/>
          </p:cNvSpPr>
          <p:nvPr>
            <p:ph type="subTitle" idx="3"/>
          </p:nvPr>
        </p:nvSpPr>
        <p:spPr>
          <a:xfrm>
            <a:off x="5851736" y="2150150"/>
            <a:ext cx="2359200" cy="6366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9" name="Google Shape;779;p27"/>
          <p:cNvSpPr txBox="1">
            <a:spLocks noGrp="1"/>
          </p:cNvSpPr>
          <p:nvPr>
            <p:ph type="subTitle" idx="4"/>
          </p:nvPr>
        </p:nvSpPr>
        <p:spPr>
          <a:xfrm>
            <a:off x="928543" y="3717562"/>
            <a:ext cx="2359200" cy="638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0" name="Google Shape;780;p27"/>
          <p:cNvSpPr txBox="1">
            <a:spLocks noGrp="1"/>
          </p:cNvSpPr>
          <p:nvPr>
            <p:ph type="subTitle" idx="5"/>
          </p:nvPr>
        </p:nvSpPr>
        <p:spPr>
          <a:xfrm>
            <a:off x="3387596" y="3717562"/>
            <a:ext cx="2364000" cy="638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1" name="Google Shape;781;p27"/>
          <p:cNvSpPr txBox="1">
            <a:spLocks noGrp="1"/>
          </p:cNvSpPr>
          <p:nvPr>
            <p:ph type="subTitle" idx="6"/>
          </p:nvPr>
        </p:nvSpPr>
        <p:spPr>
          <a:xfrm>
            <a:off x="5851445" y="3717563"/>
            <a:ext cx="2364000" cy="638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2" name="Google Shape;782;p27"/>
          <p:cNvSpPr txBox="1">
            <a:spLocks noGrp="1"/>
          </p:cNvSpPr>
          <p:nvPr>
            <p:ph type="subTitle" idx="7"/>
          </p:nvPr>
        </p:nvSpPr>
        <p:spPr>
          <a:xfrm>
            <a:off x="923600" y="1796650"/>
            <a:ext cx="2358300" cy="4986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3" name="Google Shape;783;p27"/>
          <p:cNvSpPr txBox="1">
            <a:spLocks noGrp="1"/>
          </p:cNvSpPr>
          <p:nvPr>
            <p:ph type="subTitle" idx="8"/>
          </p:nvPr>
        </p:nvSpPr>
        <p:spPr>
          <a:xfrm>
            <a:off x="3387607" y="1796650"/>
            <a:ext cx="2364000" cy="4986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4" name="Google Shape;784;p27"/>
          <p:cNvSpPr txBox="1">
            <a:spLocks noGrp="1"/>
          </p:cNvSpPr>
          <p:nvPr>
            <p:ph type="subTitle" idx="9"/>
          </p:nvPr>
        </p:nvSpPr>
        <p:spPr>
          <a:xfrm>
            <a:off x="5856394" y="1794669"/>
            <a:ext cx="2359200" cy="4986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5" name="Google Shape;785;p27"/>
          <p:cNvSpPr txBox="1">
            <a:spLocks noGrp="1"/>
          </p:cNvSpPr>
          <p:nvPr>
            <p:ph type="subTitle" idx="13"/>
          </p:nvPr>
        </p:nvSpPr>
        <p:spPr>
          <a:xfrm>
            <a:off x="923600" y="3355192"/>
            <a:ext cx="2364000" cy="500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6" name="Google Shape;786;p27"/>
          <p:cNvSpPr txBox="1">
            <a:spLocks noGrp="1"/>
          </p:cNvSpPr>
          <p:nvPr>
            <p:ph type="subTitle" idx="14"/>
          </p:nvPr>
        </p:nvSpPr>
        <p:spPr>
          <a:xfrm>
            <a:off x="3387599" y="3355192"/>
            <a:ext cx="2364000" cy="500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7" name="Google Shape;787;p27"/>
          <p:cNvSpPr txBox="1">
            <a:spLocks noGrp="1"/>
          </p:cNvSpPr>
          <p:nvPr>
            <p:ph type="subTitle" idx="15"/>
          </p:nvPr>
        </p:nvSpPr>
        <p:spPr>
          <a:xfrm>
            <a:off x="5856401" y="3355192"/>
            <a:ext cx="2364000" cy="500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4"/>
              </a:buClr>
              <a:buSzPts val="2400"/>
              <a:buFont typeface="Bowlby One SC"/>
              <a:buNone/>
              <a:defRPr sz="2400">
                <a:solidFill>
                  <a:schemeClr val="accent4"/>
                </a:solidFill>
                <a:latin typeface="Poppins ExtraBold"/>
                <a:ea typeface="Poppins ExtraBold"/>
                <a:cs typeface="Poppins ExtraBold"/>
                <a:sym typeface="Poppins ExtraBold"/>
              </a:defRPr>
            </a:lvl1pPr>
            <a:lvl2pPr lvl="1"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2pPr>
            <a:lvl3pPr lvl="2"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3pPr>
            <a:lvl4pPr lvl="3"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4pPr>
            <a:lvl5pPr lvl="4"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5pPr>
            <a:lvl6pPr lvl="5"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6pPr>
            <a:lvl7pPr lvl="6"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7pPr>
            <a:lvl8pPr lvl="7"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8pPr>
            <a:lvl9pPr lvl="8" algn="ctr" rtl="0">
              <a:lnSpc>
                <a:spcPct val="100000"/>
              </a:lnSpc>
              <a:spcBef>
                <a:spcPts val="0"/>
              </a:spcBef>
              <a:spcAft>
                <a:spcPts val="0"/>
              </a:spcAft>
              <a:buClr>
                <a:schemeClr val="accent4"/>
              </a:buClr>
              <a:buSzPts val="2400"/>
              <a:buFont typeface="Bowlby One SC"/>
              <a:buNone/>
              <a:defRPr sz="2400" b="1">
                <a:solidFill>
                  <a:schemeClr val="accent4"/>
                </a:solidFill>
                <a:latin typeface="Bowlby One SC"/>
                <a:ea typeface="Bowlby One SC"/>
                <a:cs typeface="Bowlby One SC"/>
                <a:sym typeface="Bowlby One SC"/>
              </a:defRPr>
            </a:lvl9pPr>
          </a:lstStyle>
          <a:p>
            <a:endParaRPr/>
          </a:p>
        </p:txBody>
      </p:sp>
      <p:sp>
        <p:nvSpPr>
          <p:cNvPr id="788" name="Google Shape;788;p27"/>
          <p:cNvSpPr/>
          <p:nvPr/>
        </p:nvSpPr>
        <p:spPr>
          <a:xfrm>
            <a:off x="-9625" y="-19275"/>
            <a:ext cx="9144000" cy="5162700"/>
          </a:xfrm>
          <a:prstGeom prst="frame">
            <a:avLst>
              <a:gd name="adj1" fmla="val 8209"/>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7"/>
          <p:cNvSpPr/>
          <p:nvPr/>
        </p:nvSpPr>
        <p:spPr>
          <a:xfrm>
            <a:off x="3446700" y="-10724"/>
            <a:ext cx="2250600" cy="265800"/>
          </a:xfrm>
          <a:prstGeom prst="trapezoid">
            <a:avLst>
              <a:gd name="adj" fmla="val 25000"/>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BLANK_1_1_1_1_1_1">
    <p:bg>
      <p:bgPr>
        <a:solidFill>
          <a:schemeClr val="accent1"/>
        </a:solidFill>
        <a:effectLst/>
      </p:bgPr>
    </p:bg>
    <p:spTree>
      <p:nvGrpSpPr>
        <p:cNvPr id="1" name="Shape 790"/>
        <p:cNvGrpSpPr/>
        <p:nvPr/>
      </p:nvGrpSpPr>
      <p:grpSpPr>
        <a:xfrm>
          <a:off x="0" y="0"/>
          <a:ext cx="0" cy="0"/>
          <a:chOff x="0" y="0"/>
          <a:chExt cx="0" cy="0"/>
        </a:xfrm>
      </p:grpSpPr>
      <p:sp>
        <p:nvSpPr>
          <p:cNvPr id="791" name="Google Shape;791;p28"/>
          <p:cNvSpPr txBox="1">
            <a:spLocks noGrp="1"/>
          </p:cNvSpPr>
          <p:nvPr>
            <p:ph type="title" hasCustomPrompt="1"/>
          </p:nvPr>
        </p:nvSpPr>
        <p:spPr>
          <a:xfrm>
            <a:off x="1284000" y="616200"/>
            <a:ext cx="6576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792" name="Google Shape;792;p28"/>
          <p:cNvSpPr txBox="1">
            <a:spLocks noGrp="1"/>
          </p:cNvSpPr>
          <p:nvPr>
            <p:ph type="subTitle" idx="1"/>
          </p:nvPr>
        </p:nvSpPr>
        <p:spPr>
          <a:xfrm>
            <a:off x="1284000" y="1409141"/>
            <a:ext cx="65760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3" name="Google Shape;793;p28"/>
          <p:cNvSpPr txBox="1">
            <a:spLocks noGrp="1"/>
          </p:cNvSpPr>
          <p:nvPr>
            <p:ph type="title" idx="2" hasCustomPrompt="1"/>
          </p:nvPr>
        </p:nvSpPr>
        <p:spPr>
          <a:xfrm>
            <a:off x="1284000" y="1919938"/>
            <a:ext cx="6576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794" name="Google Shape;794;p28"/>
          <p:cNvSpPr txBox="1">
            <a:spLocks noGrp="1"/>
          </p:cNvSpPr>
          <p:nvPr>
            <p:ph type="subTitle" idx="3"/>
          </p:nvPr>
        </p:nvSpPr>
        <p:spPr>
          <a:xfrm>
            <a:off x="1284000" y="2778363"/>
            <a:ext cx="65760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5" name="Google Shape;795;p28"/>
          <p:cNvSpPr txBox="1">
            <a:spLocks noGrp="1"/>
          </p:cNvSpPr>
          <p:nvPr>
            <p:ph type="title" idx="4" hasCustomPrompt="1"/>
          </p:nvPr>
        </p:nvSpPr>
        <p:spPr>
          <a:xfrm>
            <a:off x="1284000" y="3289172"/>
            <a:ext cx="6576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796" name="Google Shape;796;p28"/>
          <p:cNvSpPr txBox="1">
            <a:spLocks noGrp="1"/>
          </p:cNvSpPr>
          <p:nvPr>
            <p:ph type="subTitle" idx="5"/>
          </p:nvPr>
        </p:nvSpPr>
        <p:spPr>
          <a:xfrm>
            <a:off x="1284000" y="4082113"/>
            <a:ext cx="65760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7" name="Google Shape;797;p28"/>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grpSp>
        <p:nvGrpSpPr>
          <p:cNvPr id="798" name="Google Shape;798;p28"/>
          <p:cNvGrpSpPr/>
          <p:nvPr/>
        </p:nvGrpSpPr>
        <p:grpSpPr>
          <a:xfrm flipH="1">
            <a:off x="232056" y="206640"/>
            <a:ext cx="8672122" cy="4675166"/>
            <a:chOff x="232056" y="206640"/>
            <a:chExt cx="8672122" cy="4675166"/>
          </a:xfrm>
        </p:grpSpPr>
        <p:grpSp>
          <p:nvGrpSpPr>
            <p:cNvPr id="799" name="Google Shape;799;p28"/>
            <p:cNvGrpSpPr/>
            <p:nvPr/>
          </p:nvGrpSpPr>
          <p:grpSpPr>
            <a:xfrm>
              <a:off x="7910512" y="206640"/>
              <a:ext cx="993666" cy="1272255"/>
              <a:chOff x="7825233" y="388347"/>
              <a:chExt cx="1037880" cy="1328865"/>
            </a:xfrm>
          </p:grpSpPr>
          <p:sp>
            <p:nvSpPr>
              <p:cNvPr id="800" name="Google Shape;800;p28"/>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8"/>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 name="Google Shape;802;p28"/>
              <p:cNvGrpSpPr/>
              <p:nvPr/>
            </p:nvGrpSpPr>
            <p:grpSpPr>
              <a:xfrm rot="-1799794">
                <a:off x="8433981" y="1029606"/>
                <a:ext cx="365703" cy="350054"/>
                <a:chOff x="2057567" y="690970"/>
                <a:chExt cx="352891" cy="337790"/>
              </a:xfrm>
            </p:grpSpPr>
            <p:sp>
              <p:nvSpPr>
                <p:cNvPr id="803" name="Google Shape;803;p28"/>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8"/>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8"/>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8"/>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8"/>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8"/>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8"/>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8"/>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8"/>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8"/>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8"/>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8"/>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 name="Google Shape;815;p28"/>
              <p:cNvGrpSpPr/>
              <p:nvPr/>
            </p:nvGrpSpPr>
            <p:grpSpPr>
              <a:xfrm>
                <a:off x="8545468" y="388347"/>
                <a:ext cx="317645" cy="350147"/>
                <a:chOff x="1433575" y="238125"/>
                <a:chExt cx="4740975" cy="5226075"/>
              </a:xfrm>
            </p:grpSpPr>
            <p:sp>
              <p:nvSpPr>
                <p:cNvPr id="816" name="Google Shape;816;p28"/>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8"/>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8"/>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8"/>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8"/>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8"/>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8"/>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8"/>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8"/>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8"/>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8"/>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 name="Google Shape;827;p28"/>
            <p:cNvGrpSpPr/>
            <p:nvPr/>
          </p:nvGrpSpPr>
          <p:grpSpPr>
            <a:xfrm>
              <a:off x="232056" y="3839878"/>
              <a:ext cx="1319580" cy="1041928"/>
              <a:chOff x="190037" y="3818872"/>
              <a:chExt cx="1346098" cy="1062867"/>
            </a:xfrm>
          </p:grpSpPr>
          <p:grpSp>
            <p:nvGrpSpPr>
              <p:cNvPr id="828" name="Google Shape;828;p28"/>
              <p:cNvGrpSpPr/>
              <p:nvPr/>
            </p:nvGrpSpPr>
            <p:grpSpPr>
              <a:xfrm rot="1802271">
                <a:off x="1120650" y="4476648"/>
                <a:ext cx="354500" cy="339089"/>
                <a:chOff x="1190625" y="346475"/>
                <a:chExt cx="5219200" cy="5002375"/>
              </a:xfrm>
            </p:grpSpPr>
            <p:sp>
              <p:nvSpPr>
                <p:cNvPr id="829" name="Google Shape;829;p28"/>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8"/>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 name="Google Shape;831;p28"/>
              <p:cNvGrpSpPr/>
              <p:nvPr/>
            </p:nvGrpSpPr>
            <p:grpSpPr>
              <a:xfrm rot="5400000">
                <a:off x="436382" y="4464318"/>
                <a:ext cx="380063" cy="363766"/>
                <a:chOff x="2057567" y="690970"/>
                <a:chExt cx="352891" cy="337790"/>
              </a:xfrm>
            </p:grpSpPr>
            <p:sp>
              <p:nvSpPr>
                <p:cNvPr id="832" name="Google Shape;832;p28"/>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8"/>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8"/>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8"/>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8"/>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8"/>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8"/>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8"/>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8"/>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8"/>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8"/>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8"/>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 name="Google Shape;844;p28"/>
              <p:cNvGrpSpPr/>
              <p:nvPr/>
            </p:nvGrpSpPr>
            <p:grpSpPr>
              <a:xfrm rot="1801810">
                <a:off x="263984" y="3881350"/>
                <a:ext cx="354302" cy="391007"/>
                <a:chOff x="1433575" y="238125"/>
                <a:chExt cx="4740975" cy="5226075"/>
              </a:xfrm>
            </p:grpSpPr>
            <p:sp>
              <p:nvSpPr>
                <p:cNvPr id="845" name="Google Shape;845;p28"/>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8"/>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8"/>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8"/>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8"/>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8"/>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8"/>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8"/>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8"/>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8"/>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8"/>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1">
  <p:cSld name="BLANK_1_1_1_1_1_1_3">
    <p:spTree>
      <p:nvGrpSpPr>
        <p:cNvPr id="1" name="Shape 856"/>
        <p:cNvGrpSpPr/>
        <p:nvPr/>
      </p:nvGrpSpPr>
      <p:grpSpPr>
        <a:xfrm>
          <a:off x="0" y="0"/>
          <a:ext cx="0" cy="0"/>
          <a:chOff x="0" y="0"/>
          <a:chExt cx="0" cy="0"/>
        </a:xfrm>
      </p:grpSpPr>
      <p:sp>
        <p:nvSpPr>
          <p:cNvPr id="857" name="Google Shape;857;p29"/>
          <p:cNvSpPr txBox="1">
            <a:spLocks noGrp="1"/>
          </p:cNvSpPr>
          <p:nvPr>
            <p:ph type="title" hasCustomPrompt="1"/>
          </p:nvPr>
        </p:nvSpPr>
        <p:spPr>
          <a:xfrm>
            <a:off x="1493200" y="1751400"/>
            <a:ext cx="10638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24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858" name="Google Shape;858;p29"/>
          <p:cNvSpPr txBox="1">
            <a:spLocks noGrp="1"/>
          </p:cNvSpPr>
          <p:nvPr>
            <p:ph type="subTitle" idx="1"/>
          </p:nvPr>
        </p:nvSpPr>
        <p:spPr>
          <a:xfrm>
            <a:off x="833650" y="3393975"/>
            <a:ext cx="23829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9" name="Google Shape;859;p29"/>
          <p:cNvSpPr txBox="1">
            <a:spLocks noGrp="1"/>
          </p:cNvSpPr>
          <p:nvPr>
            <p:ph type="title" idx="2" hasCustomPrompt="1"/>
          </p:nvPr>
        </p:nvSpPr>
        <p:spPr>
          <a:xfrm>
            <a:off x="4040100" y="1751400"/>
            <a:ext cx="10638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24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860" name="Google Shape;860;p29"/>
          <p:cNvSpPr txBox="1">
            <a:spLocks noGrp="1"/>
          </p:cNvSpPr>
          <p:nvPr>
            <p:ph type="subTitle" idx="3"/>
          </p:nvPr>
        </p:nvSpPr>
        <p:spPr>
          <a:xfrm>
            <a:off x="3380550" y="3393975"/>
            <a:ext cx="23829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61" name="Google Shape;861;p29"/>
          <p:cNvSpPr txBox="1">
            <a:spLocks noGrp="1"/>
          </p:cNvSpPr>
          <p:nvPr>
            <p:ph type="title" idx="4" hasCustomPrompt="1"/>
          </p:nvPr>
        </p:nvSpPr>
        <p:spPr>
          <a:xfrm>
            <a:off x="6587000" y="1751400"/>
            <a:ext cx="10638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24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862" name="Google Shape;862;p29"/>
          <p:cNvSpPr txBox="1">
            <a:spLocks noGrp="1"/>
          </p:cNvSpPr>
          <p:nvPr>
            <p:ph type="subTitle" idx="5"/>
          </p:nvPr>
        </p:nvSpPr>
        <p:spPr>
          <a:xfrm>
            <a:off x="5927450" y="3380725"/>
            <a:ext cx="23829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63" name="Google Shape;863;p2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864" name="Google Shape;864;p29"/>
          <p:cNvSpPr/>
          <p:nvPr/>
        </p:nvSpPr>
        <p:spPr>
          <a:xfrm>
            <a:off x="-9625" y="-19275"/>
            <a:ext cx="9144000" cy="5162700"/>
          </a:xfrm>
          <a:prstGeom prst="frame">
            <a:avLst>
              <a:gd name="adj1" fmla="val 8209"/>
            </a:avLst>
          </a:prstGeom>
          <a:solidFill>
            <a:schemeClr val="dk1"/>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9"/>
          <p:cNvSpPr/>
          <p:nvPr/>
        </p:nvSpPr>
        <p:spPr>
          <a:xfrm>
            <a:off x="3446700" y="-10724"/>
            <a:ext cx="2250600" cy="2658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9"/>
          <p:cNvSpPr txBox="1">
            <a:spLocks noGrp="1"/>
          </p:cNvSpPr>
          <p:nvPr>
            <p:ph type="title" idx="6"/>
          </p:nvPr>
        </p:nvSpPr>
        <p:spPr>
          <a:xfrm>
            <a:off x="833650" y="2942900"/>
            <a:ext cx="2382900" cy="534600"/>
          </a:xfrm>
          <a:prstGeom prst="rect">
            <a:avLst/>
          </a:prstGeom>
        </p:spPr>
        <p:txBody>
          <a:bodyPr spcFirstLastPara="1" wrap="square" lIns="91425" tIns="91425" rIns="91425" bIns="91425" anchor="t" anchorCtr="0">
            <a:noAutofit/>
          </a:bodyPr>
          <a:lstStyle>
            <a:lvl1pPr lvl="0" algn="ctr">
              <a:spcBef>
                <a:spcPts val="0"/>
              </a:spcBef>
              <a:spcAft>
                <a:spcPts val="0"/>
              </a:spcAft>
              <a:buSzPts val="2400"/>
              <a:buNone/>
              <a:defRPr sz="2400"/>
            </a:lvl1pPr>
            <a:lvl2pPr lvl="1" algn="ctr">
              <a:spcBef>
                <a:spcPts val="0"/>
              </a:spcBef>
              <a:spcAft>
                <a:spcPts val="0"/>
              </a:spcAft>
              <a:buSzPts val="3500"/>
              <a:buNone/>
              <a:defRPr>
                <a:latin typeface="Poppins"/>
                <a:ea typeface="Poppins"/>
                <a:cs typeface="Poppins"/>
                <a:sym typeface="Poppins"/>
              </a:defRPr>
            </a:lvl2pPr>
            <a:lvl3pPr lvl="2" algn="ctr">
              <a:spcBef>
                <a:spcPts val="0"/>
              </a:spcBef>
              <a:spcAft>
                <a:spcPts val="0"/>
              </a:spcAft>
              <a:buSzPts val="3500"/>
              <a:buNone/>
              <a:defRPr>
                <a:latin typeface="Poppins"/>
                <a:ea typeface="Poppins"/>
                <a:cs typeface="Poppins"/>
                <a:sym typeface="Poppins"/>
              </a:defRPr>
            </a:lvl3pPr>
            <a:lvl4pPr lvl="3" algn="ctr">
              <a:spcBef>
                <a:spcPts val="0"/>
              </a:spcBef>
              <a:spcAft>
                <a:spcPts val="0"/>
              </a:spcAft>
              <a:buSzPts val="3500"/>
              <a:buNone/>
              <a:defRPr>
                <a:latin typeface="Poppins"/>
                <a:ea typeface="Poppins"/>
                <a:cs typeface="Poppins"/>
                <a:sym typeface="Poppins"/>
              </a:defRPr>
            </a:lvl4pPr>
            <a:lvl5pPr lvl="4" algn="ctr">
              <a:spcBef>
                <a:spcPts val="0"/>
              </a:spcBef>
              <a:spcAft>
                <a:spcPts val="0"/>
              </a:spcAft>
              <a:buSzPts val="3500"/>
              <a:buNone/>
              <a:defRPr>
                <a:latin typeface="Poppins"/>
                <a:ea typeface="Poppins"/>
                <a:cs typeface="Poppins"/>
                <a:sym typeface="Poppins"/>
              </a:defRPr>
            </a:lvl5pPr>
            <a:lvl6pPr lvl="5" algn="ctr">
              <a:spcBef>
                <a:spcPts val="0"/>
              </a:spcBef>
              <a:spcAft>
                <a:spcPts val="0"/>
              </a:spcAft>
              <a:buSzPts val="3500"/>
              <a:buNone/>
              <a:defRPr>
                <a:latin typeface="Poppins"/>
                <a:ea typeface="Poppins"/>
                <a:cs typeface="Poppins"/>
                <a:sym typeface="Poppins"/>
              </a:defRPr>
            </a:lvl6pPr>
            <a:lvl7pPr lvl="6" algn="ctr">
              <a:spcBef>
                <a:spcPts val="0"/>
              </a:spcBef>
              <a:spcAft>
                <a:spcPts val="0"/>
              </a:spcAft>
              <a:buSzPts val="3500"/>
              <a:buNone/>
              <a:defRPr>
                <a:latin typeface="Poppins"/>
                <a:ea typeface="Poppins"/>
                <a:cs typeface="Poppins"/>
                <a:sym typeface="Poppins"/>
              </a:defRPr>
            </a:lvl7pPr>
            <a:lvl8pPr lvl="7" algn="ctr">
              <a:spcBef>
                <a:spcPts val="0"/>
              </a:spcBef>
              <a:spcAft>
                <a:spcPts val="0"/>
              </a:spcAft>
              <a:buSzPts val="3500"/>
              <a:buNone/>
              <a:defRPr>
                <a:latin typeface="Poppins"/>
                <a:ea typeface="Poppins"/>
                <a:cs typeface="Poppins"/>
                <a:sym typeface="Poppins"/>
              </a:defRPr>
            </a:lvl8pPr>
            <a:lvl9pPr lvl="8" algn="ctr">
              <a:spcBef>
                <a:spcPts val="0"/>
              </a:spcBef>
              <a:spcAft>
                <a:spcPts val="0"/>
              </a:spcAft>
              <a:buSzPts val="3500"/>
              <a:buNone/>
              <a:defRPr>
                <a:latin typeface="Poppins"/>
                <a:ea typeface="Poppins"/>
                <a:cs typeface="Poppins"/>
                <a:sym typeface="Poppins"/>
              </a:defRPr>
            </a:lvl9pPr>
          </a:lstStyle>
          <a:p>
            <a:endParaRPr/>
          </a:p>
        </p:txBody>
      </p:sp>
      <p:sp>
        <p:nvSpPr>
          <p:cNvPr id="867" name="Google Shape;867;p29"/>
          <p:cNvSpPr txBox="1">
            <a:spLocks noGrp="1"/>
          </p:cNvSpPr>
          <p:nvPr>
            <p:ph type="title" idx="7"/>
          </p:nvPr>
        </p:nvSpPr>
        <p:spPr>
          <a:xfrm>
            <a:off x="3380550" y="2942900"/>
            <a:ext cx="23829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400"/>
            </a:lvl1pPr>
            <a:lvl2pPr lvl="1" algn="ctr" rtl="0">
              <a:spcBef>
                <a:spcPts val="0"/>
              </a:spcBef>
              <a:spcAft>
                <a:spcPts val="0"/>
              </a:spcAft>
              <a:buSzPts val="3500"/>
              <a:buNone/>
              <a:defRPr>
                <a:latin typeface="Poppins"/>
                <a:ea typeface="Poppins"/>
                <a:cs typeface="Poppins"/>
                <a:sym typeface="Poppins"/>
              </a:defRPr>
            </a:lvl2pPr>
            <a:lvl3pPr lvl="2" algn="ctr" rtl="0">
              <a:spcBef>
                <a:spcPts val="0"/>
              </a:spcBef>
              <a:spcAft>
                <a:spcPts val="0"/>
              </a:spcAft>
              <a:buSzPts val="3500"/>
              <a:buNone/>
              <a:defRPr>
                <a:latin typeface="Poppins"/>
                <a:ea typeface="Poppins"/>
                <a:cs typeface="Poppins"/>
                <a:sym typeface="Poppins"/>
              </a:defRPr>
            </a:lvl3pPr>
            <a:lvl4pPr lvl="3" algn="ctr" rtl="0">
              <a:spcBef>
                <a:spcPts val="0"/>
              </a:spcBef>
              <a:spcAft>
                <a:spcPts val="0"/>
              </a:spcAft>
              <a:buSzPts val="3500"/>
              <a:buNone/>
              <a:defRPr>
                <a:latin typeface="Poppins"/>
                <a:ea typeface="Poppins"/>
                <a:cs typeface="Poppins"/>
                <a:sym typeface="Poppins"/>
              </a:defRPr>
            </a:lvl4pPr>
            <a:lvl5pPr lvl="4" algn="ctr" rtl="0">
              <a:spcBef>
                <a:spcPts val="0"/>
              </a:spcBef>
              <a:spcAft>
                <a:spcPts val="0"/>
              </a:spcAft>
              <a:buSzPts val="3500"/>
              <a:buNone/>
              <a:defRPr>
                <a:latin typeface="Poppins"/>
                <a:ea typeface="Poppins"/>
                <a:cs typeface="Poppins"/>
                <a:sym typeface="Poppins"/>
              </a:defRPr>
            </a:lvl5pPr>
            <a:lvl6pPr lvl="5" algn="ctr" rtl="0">
              <a:spcBef>
                <a:spcPts val="0"/>
              </a:spcBef>
              <a:spcAft>
                <a:spcPts val="0"/>
              </a:spcAft>
              <a:buSzPts val="3500"/>
              <a:buNone/>
              <a:defRPr>
                <a:latin typeface="Poppins"/>
                <a:ea typeface="Poppins"/>
                <a:cs typeface="Poppins"/>
                <a:sym typeface="Poppins"/>
              </a:defRPr>
            </a:lvl6pPr>
            <a:lvl7pPr lvl="6" algn="ctr" rtl="0">
              <a:spcBef>
                <a:spcPts val="0"/>
              </a:spcBef>
              <a:spcAft>
                <a:spcPts val="0"/>
              </a:spcAft>
              <a:buSzPts val="3500"/>
              <a:buNone/>
              <a:defRPr>
                <a:latin typeface="Poppins"/>
                <a:ea typeface="Poppins"/>
                <a:cs typeface="Poppins"/>
                <a:sym typeface="Poppins"/>
              </a:defRPr>
            </a:lvl7pPr>
            <a:lvl8pPr lvl="7" algn="ctr" rtl="0">
              <a:spcBef>
                <a:spcPts val="0"/>
              </a:spcBef>
              <a:spcAft>
                <a:spcPts val="0"/>
              </a:spcAft>
              <a:buSzPts val="3500"/>
              <a:buNone/>
              <a:defRPr>
                <a:latin typeface="Poppins"/>
                <a:ea typeface="Poppins"/>
                <a:cs typeface="Poppins"/>
                <a:sym typeface="Poppins"/>
              </a:defRPr>
            </a:lvl8pPr>
            <a:lvl9pPr lvl="8" algn="ctr" rtl="0">
              <a:spcBef>
                <a:spcPts val="0"/>
              </a:spcBef>
              <a:spcAft>
                <a:spcPts val="0"/>
              </a:spcAft>
              <a:buSzPts val="3500"/>
              <a:buNone/>
              <a:defRPr>
                <a:latin typeface="Poppins"/>
                <a:ea typeface="Poppins"/>
                <a:cs typeface="Poppins"/>
                <a:sym typeface="Poppins"/>
              </a:defRPr>
            </a:lvl9pPr>
          </a:lstStyle>
          <a:p>
            <a:endParaRPr/>
          </a:p>
        </p:txBody>
      </p:sp>
      <p:sp>
        <p:nvSpPr>
          <p:cNvPr id="868" name="Google Shape;868;p29"/>
          <p:cNvSpPr txBox="1">
            <a:spLocks noGrp="1"/>
          </p:cNvSpPr>
          <p:nvPr>
            <p:ph type="title" idx="8"/>
          </p:nvPr>
        </p:nvSpPr>
        <p:spPr>
          <a:xfrm>
            <a:off x="5927450" y="2942900"/>
            <a:ext cx="23829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400"/>
            </a:lvl1pPr>
            <a:lvl2pPr lvl="1" algn="ctr" rtl="0">
              <a:spcBef>
                <a:spcPts val="0"/>
              </a:spcBef>
              <a:spcAft>
                <a:spcPts val="0"/>
              </a:spcAft>
              <a:buSzPts val="3500"/>
              <a:buNone/>
              <a:defRPr>
                <a:latin typeface="Poppins"/>
                <a:ea typeface="Poppins"/>
                <a:cs typeface="Poppins"/>
                <a:sym typeface="Poppins"/>
              </a:defRPr>
            </a:lvl2pPr>
            <a:lvl3pPr lvl="2" algn="ctr" rtl="0">
              <a:spcBef>
                <a:spcPts val="0"/>
              </a:spcBef>
              <a:spcAft>
                <a:spcPts val="0"/>
              </a:spcAft>
              <a:buSzPts val="3500"/>
              <a:buNone/>
              <a:defRPr>
                <a:latin typeface="Poppins"/>
                <a:ea typeface="Poppins"/>
                <a:cs typeface="Poppins"/>
                <a:sym typeface="Poppins"/>
              </a:defRPr>
            </a:lvl3pPr>
            <a:lvl4pPr lvl="3" algn="ctr" rtl="0">
              <a:spcBef>
                <a:spcPts val="0"/>
              </a:spcBef>
              <a:spcAft>
                <a:spcPts val="0"/>
              </a:spcAft>
              <a:buSzPts val="3500"/>
              <a:buNone/>
              <a:defRPr>
                <a:latin typeface="Poppins"/>
                <a:ea typeface="Poppins"/>
                <a:cs typeface="Poppins"/>
                <a:sym typeface="Poppins"/>
              </a:defRPr>
            </a:lvl4pPr>
            <a:lvl5pPr lvl="4" algn="ctr" rtl="0">
              <a:spcBef>
                <a:spcPts val="0"/>
              </a:spcBef>
              <a:spcAft>
                <a:spcPts val="0"/>
              </a:spcAft>
              <a:buSzPts val="3500"/>
              <a:buNone/>
              <a:defRPr>
                <a:latin typeface="Poppins"/>
                <a:ea typeface="Poppins"/>
                <a:cs typeface="Poppins"/>
                <a:sym typeface="Poppins"/>
              </a:defRPr>
            </a:lvl5pPr>
            <a:lvl6pPr lvl="5" algn="ctr" rtl="0">
              <a:spcBef>
                <a:spcPts val="0"/>
              </a:spcBef>
              <a:spcAft>
                <a:spcPts val="0"/>
              </a:spcAft>
              <a:buSzPts val="3500"/>
              <a:buNone/>
              <a:defRPr>
                <a:latin typeface="Poppins"/>
                <a:ea typeface="Poppins"/>
                <a:cs typeface="Poppins"/>
                <a:sym typeface="Poppins"/>
              </a:defRPr>
            </a:lvl6pPr>
            <a:lvl7pPr lvl="6" algn="ctr" rtl="0">
              <a:spcBef>
                <a:spcPts val="0"/>
              </a:spcBef>
              <a:spcAft>
                <a:spcPts val="0"/>
              </a:spcAft>
              <a:buSzPts val="3500"/>
              <a:buNone/>
              <a:defRPr>
                <a:latin typeface="Poppins"/>
                <a:ea typeface="Poppins"/>
                <a:cs typeface="Poppins"/>
                <a:sym typeface="Poppins"/>
              </a:defRPr>
            </a:lvl7pPr>
            <a:lvl8pPr lvl="7" algn="ctr" rtl="0">
              <a:spcBef>
                <a:spcPts val="0"/>
              </a:spcBef>
              <a:spcAft>
                <a:spcPts val="0"/>
              </a:spcAft>
              <a:buSzPts val="3500"/>
              <a:buNone/>
              <a:defRPr>
                <a:latin typeface="Poppins"/>
                <a:ea typeface="Poppins"/>
                <a:cs typeface="Poppins"/>
                <a:sym typeface="Poppins"/>
              </a:defRPr>
            </a:lvl8pPr>
            <a:lvl9pPr lvl="8" algn="ctr" rtl="0">
              <a:spcBef>
                <a:spcPts val="0"/>
              </a:spcBef>
              <a:spcAft>
                <a:spcPts val="0"/>
              </a:spcAft>
              <a:buSzPts val="3500"/>
              <a:buNone/>
              <a:defRPr>
                <a:latin typeface="Poppins"/>
                <a:ea typeface="Poppins"/>
                <a:cs typeface="Poppins"/>
                <a:sym typeface="Poppins"/>
              </a:defRPr>
            </a:lvl9pPr>
          </a:lstStyle>
          <a:p>
            <a:endParaRPr/>
          </a:p>
        </p:txBody>
      </p:sp>
      <p:sp>
        <p:nvSpPr>
          <p:cNvPr id="869" name="Google Shape;869;p29"/>
          <p:cNvSpPr txBox="1">
            <a:spLocks noGrp="1"/>
          </p:cNvSpPr>
          <p:nvPr>
            <p:ph type="title" idx="9"/>
          </p:nvPr>
        </p:nvSpPr>
        <p:spPr>
          <a:xfrm>
            <a:off x="720000" y="531556"/>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700"/>
              <a:buNone/>
              <a:defRPr b="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BLANK_1_1_1_1_1_1_2">
    <p:bg>
      <p:bgPr>
        <a:solidFill>
          <a:schemeClr val="dk1"/>
        </a:solidFill>
        <a:effectLst/>
      </p:bgPr>
    </p:bg>
    <p:spTree>
      <p:nvGrpSpPr>
        <p:cNvPr id="1" name="Shape 870"/>
        <p:cNvGrpSpPr/>
        <p:nvPr/>
      </p:nvGrpSpPr>
      <p:grpSpPr>
        <a:xfrm>
          <a:off x="0" y="0"/>
          <a:ext cx="0" cy="0"/>
          <a:chOff x="0" y="0"/>
          <a:chExt cx="0" cy="0"/>
        </a:xfrm>
      </p:grpSpPr>
      <p:sp>
        <p:nvSpPr>
          <p:cNvPr id="871" name="Google Shape;871;p30"/>
          <p:cNvSpPr/>
          <p:nvPr/>
        </p:nvSpPr>
        <p:spPr>
          <a:xfrm>
            <a:off x="1926826" y="594106"/>
            <a:ext cx="6450000" cy="3505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0"/>
          <p:cNvSpPr/>
          <p:nvPr/>
        </p:nvSpPr>
        <p:spPr>
          <a:xfrm>
            <a:off x="1913553" y="594106"/>
            <a:ext cx="6450000" cy="3505500"/>
          </a:xfrm>
          <a:prstGeom prst="frame">
            <a:avLst>
              <a:gd name="adj1" fmla="val 6202"/>
            </a:avLst>
          </a:prstGeom>
          <a:solidFill>
            <a:schemeClr val="accent4"/>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73" name="Google Shape;873;p30"/>
          <p:cNvSpPr/>
          <p:nvPr/>
        </p:nvSpPr>
        <p:spPr>
          <a:xfrm>
            <a:off x="4219444" y="378306"/>
            <a:ext cx="2119800" cy="308700"/>
          </a:xfrm>
          <a:prstGeom prst="trapezoid">
            <a:avLst>
              <a:gd name="adj" fmla="val 25000"/>
            </a:avLst>
          </a:prstGeom>
          <a:solidFill>
            <a:schemeClr val="dk2"/>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0"/>
          <p:cNvSpPr txBox="1">
            <a:spLocks noGrp="1"/>
          </p:cNvSpPr>
          <p:nvPr>
            <p:ph type="ctrTitle"/>
          </p:nvPr>
        </p:nvSpPr>
        <p:spPr>
          <a:xfrm>
            <a:off x="3062950" y="903950"/>
            <a:ext cx="4284000" cy="888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875" name="Google Shape;875;p30"/>
          <p:cNvSpPr txBox="1">
            <a:spLocks noGrp="1"/>
          </p:cNvSpPr>
          <p:nvPr>
            <p:ph type="subTitle" idx="1"/>
          </p:nvPr>
        </p:nvSpPr>
        <p:spPr>
          <a:xfrm>
            <a:off x="3058000" y="1792225"/>
            <a:ext cx="4293900" cy="943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876" name="Google Shape;876;p3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marL="0" lvl="0" indent="0" algn="r" rtl="0">
              <a:spcBef>
                <a:spcPts val="0"/>
              </a:spcBef>
              <a:spcAft>
                <a:spcPts val="0"/>
              </a:spcAft>
              <a:buNone/>
            </a:pPr>
            <a:fld id="{00000000-1234-1234-1234-123412341234}" type="slidenum">
              <a:rPr lang="en"/>
              <a:t>‹N°›</a:t>
            </a:fld>
            <a:endParaRPr/>
          </a:p>
        </p:txBody>
      </p:sp>
      <p:sp>
        <p:nvSpPr>
          <p:cNvPr id="877" name="Google Shape;877;p30"/>
          <p:cNvSpPr txBox="1"/>
          <p:nvPr/>
        </p:nvSpPr>
        <p:spPr>
          <a:xfrm>
            <a:off x="2934700" y="3300125"/>
            <a:ext cx="4540500" cy="4545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000" b="1">
                <a:solidFill>
                  <a:srgbClr val="191919"/>
                </a:solidFill>
                <a:latin typeface="Poppins"/>
                <a:ea typeface="Poppins"/>
                <a:cs typeface="Poppins"/>
                <a:sym typeface="Poppins"/>
              </a:rPr>
              <a:t>CREDITS:</a:t>
            </a:r>
            <a:r>
              <a:rPr lang="en" sz="1000">
                <a:solidFill>
                  <a:srgbClr val="191919"/>
                </a:solidFill>
                <a:latin typeface="Poppins"/>
                <a:ea typeface="Poppins"/>
                <a:cs typeface="Poppins"/>
                <a:sym typeface="Poppins"/>
              </a:rPr>
              <a:t> This presentation template was created by </a:t>
            </a:r>
            <a:r>
              <a:rPr lang="en" sz="1000" b="1" u="sng">
                <a:solidFill>
                  <a:srgbClr val="191919"/>
                </a:solidFill>
                <a:latin typeface="Poppins"/>
                <a:ea typeface="Poppins"/>
                <a:cs typeface="Poppins"/>
                <a:sym typeface="Poppins"/>
                <a:hlinkClick r:id="rId2">
                  <a:extLst>
                    <a:ext uri="{A12FA001-AC4F-418D-AE19-62706E023703}">
                      <ahyp:hlinkClr xmlns:ahyp="http://schemas.microsoft.com/office/drawing/2018/hyperlinkcolor" val="tx"/>
                    </a:ext>
                  </a:extLst>
                </a:hlinkClick>
              </a:rPr>
              <a:t>Slidesgo</a:t>
            </a:r>
            <a:r>
              <a:rPr lang="en" sz="1000">
                <a:solidFill>
                  <a:srgbClr val="191919"/>
                </a:solidFill>
                <a:latin typeface="Poppins"/>
                <a:ea typeface="Poppins"/>
                <a:cs typeface="Poppins"/>
                <a:sym typeface="Poppins"/>
              </a:rPr>
              <a:t>, and includes icons by </a:t>
            </a:r>
            <a:r>
              <a:rPr lang="en" sz="1000" b="1" u="sng">
                <a:solidFill>
                  <a:srgbClr val="191919"/>
                </a:solidFill>
                <a:latin typeface="Poppins"/>
                <a:ea typeface="Poppins"/>
                <a:cs typeface="Poppins"/>
                <a:sym typeface="Poppins"/>
                <a:hlinkClick r:id="rId3">
                  <a:extLst>
                    <a:ext uri="{A12FA001-AC4F-418D-AE19-62706E023703}">
                      <ahyp:hlinkClr xmlns:ahyp="http://schemas.microsoft.com/office/drawing/2018/hyperlinkcolor" val="tx"/>
                    </a:ext>
                  </a:extLst>
                </a:hlinkClick>
              </a:rPr>
              <a:t>Flaticon</a:t>
            </a:r>
            <a:r>
              <a:rPr lang="en" sz="1000">
                <a:solidFill>
                  <a:srgbClr val="191919"/>
                </a:solidFill>
                <a:latin typeface="Poppins"/>
                <a:ea typeface="Poppins"/>
                <a:cs typeface="Poppins"/>
                <a:sym typeface="Poppins"/>
              </a:rPr>
              <a:t>, and infographics &amp; images by </a:t>
            </a:r>
            <a:r>
              <a:rPr lang="en" sz="1000" b="1" u="sng">
                <a:solidFill>
                  <a:srgbClr val="191919"/>
                </a:solidFill>
                <a:latin typeface="Poppins"/>
                <a:ea typeface="Poppins"/>
                <a:cs typeface="Poppins"/>
                <a:sym typeface="Poppins"/>
                <a:hlinkClick r:id="rId4">
                  <a:extLst>
                    <a:ext uri="{A12FA001-AC4F-418D-AE19-62706E023703}">
                      <ahyp:hlinkClr xmlns:ahyp="http://schemas.microsoft.com/office/drawing/2018/hyperlinkcolor" val="tx"/>
                    </a:ext>
                  </a:extLst>
                </a:hlinkClick>
              </a:rPr>
              <a:t>Freepik</a:t>
            </a:r>
            <a:r>
              <a:rPr lang="en" sz="1000" u="sng">
                <a:solidFill>
                  <a:srgbClr val="191919"/>
                </a:solidFill>
                <a:latin typeface="Poppins"/>
                <a:ea typeface="Poppins"/>
                <a:cs typeface="Poppins"/>
                <a:sym typeface="Poppins"/>
              </a:rPr>
              <a:t> </a:t>
            </a:r>
            <a:endParaRPr sz="1200">
              <a:latin typeface="Poppins"/>
              <a:ea typeface="Poppins"/>
              <a:cs typeface="Poppins"/>
              <a:sym typeface="Poppi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chemeClr val="accent1"/>
        </a:solidFill>
        <a:effectLst/>
      </p:bgPr>
    </p:bg>
    <p:spTree>
      <p:nvGrpSpPr>
        <p:cNvPr id="1" name="Shape 878"/>
        <p:cNvGrpSpPr/>
        <p:nvPr/>
      </p:nvGrpSpPr>
      <p:grpSpPr>
        <a:xfrm>
          <a:off x="0" y="0"/>
          <a:ext cx="0" cy="0"/>
          <a:chOff x="0" y="0"/>
          <a:chExt cx="0" cy="0"/>
        </a:xfrm>
      </p:grpSpPr>
      <p:sp>
        <p:nvSpPr>
          <p:cNvPr id="879" name="Google Shape;879;p3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grpSp>
        <p:nvGrpSpPr>
          <p:cNvPr id="880" name="Google Shape;880;p31"/>
          <p:cNvGrpSpPr/>
          <p:nvPr/>
        </p:nvGrpSpPr>
        <p:grpSpPr>
          <a:xfrm>
            <a:off x="155787" y="143828"/>
            <a:ext cx="8771617" cy="4793674"/>
            <a:chOff x="155787" y="143828"/>
            <a:chExt cx="8771617" cy="4793674"/>
          </a:xfrm>
        </p:grpSpPr>
        <p:sp>
          <p:nvSpPr>
            <p:cNvPr id="881" name="Google Shape;881;p31"/>
            <p:cNvSpPr/>
            <p:nvPr/>
          </p:nvSpPr>
          <p:spPr>
            <a:xfrm rot="3844445" flipH="1">
              <a:off x="550906" y="340952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1"/>
            <p:cNvSpPr/>
            <p:nvPr/>
          </p:nvSpPr>
          <p:spPr>
            <a:xfrm rot="-9899856">
              <a:off x="1702425" y="365859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 name="Google Shape;883;p31"/>
            <p:cNvGrpSpPr/>
            <p:nvPr/>
          </p:nvGrpSpPr>
          <p:grpSpPr>
            <a:xfrm rot="-1799794">
              <a:off x="425251" y="4352039"/>
              <a:ext cx="365703" cy="350054"/>
              <a:chOff x="2057567" y="690970"/>
              <a:chExt cx="352891" cy="337790"/>
            </a:xfrm>
          </p:grpSpPr>
          <p:sp>
            <p:nvSpPr>
              <p:cNvPr id="884" name="Google Shape;884;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31"/>
            <p:cNvGrpSpPr/>
            <p:nvPr/>
          </p:nvGrpSpPr>
          <p:grpSpPr>
            <a:xfrm>
              <a:off x="1105650" y="4001830"/>
              <a:ext cx="317645" cy="350147"/>
              <a:chOff x="1433575" y="238125"/>
              <a:chExt cx="4740975" cy="5226075"/>
            </a:xfrm>
          </p:grpSpPr>
          <p:sp>
            <p:nvSpPr>
              <p:cNvPr id="897" name="Google Shape;897;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31"/>
            <p:cNvGrpSpPr/>
            <p:nvPr/>
          </p:nvGrpSpPr>
          <p:grpSpPr>
            <a:xfrm>
              <a:off x="1244663" y="2820044"/>
              <a:ext cx="354384" cy="339161"/>
              <a:chOff x="1190625" y="346475"/>
              <a:chExt cx="5219200" cy="5002375"/>
            </a:xfrm>
          </p:grpSpPr>
          <p:sp>
            <p:nvSpPr>
              <p:cNvPr id="909" name="Google Shape;909;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 name="Google Shape;911;p31"/>
            <p:cNvGrpSpPr/>
            <p:nvPr/>
          </p:nvGrpSpPr>
          <p:grpSpPr>
            <a:xfrm rot="3599985">
              <a:off x="218284" y="1596706"/>
              <a:ext cx="380060" cy="363768"/>
              <a:chOff x="2057567" y="690970"/>
              <a:chExt cx="352891" cy="337790"/>
            </a:xfrm>
          </p:grpSpPr>
          <p:sp>
            <p:nvSpPr>
              <p:cNvPr id="912" name="Google Shape;912;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31"/>
            <p:cNvGrpSpPr/>
            <p:nvPr/>
          </p:nvGrpSpPr>
          <p:grpSpPr>
            <a:xfrm>
              <a:off x="3002384" y="482988"/>
              <a:ext cx="354151" cy="390910"/>
              <a:chOff x="1433575" y="238125"/>
              <a:chExt cx="4740975" cy="5226075"/>
            </a:xfrm>
          </p:grpSpPr>
          <p:sp>
            <p:nvSpPr>
              <p:cNvPr id="925" name="Google Shape;925;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31"/>
            <p:cNvGrpSpPr/>
            <p:nvPr/>
          </p:nvGrpSpPr>
          <p:grpSpPr>
            <a:xfrm>
              <a:off x="2376650" y="143828"/>
              <a:ext cx="354384" cy="339161"/>
              <a:chOff x="1190625" y="346475"/>
              <a:chExt cx="5219200" cy="5002375"/>
            </a:xfrm>
          </p:grpSpPr>
          <p:sp>
            <p:nvSpPr>
              <p:cNvPr id="937" name="Google Shape;937;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 name="Google Shape;939;p31"/>
            <p:cNvGrpSpPr/>
            <p:nvPr/>
          </p:nvGrpSpPr>
          <p:grpSpPr>
            <a:xfrm rot="3599985">
              <a:off x="1307289" y="295881"/>
              <a:ext cx="380060" cy="363768"/>
              <a:chOff x="2057567" y="690970"/>
              <a:chExt cx="352891" cy="337790"/>
            </a:xfrm>
          </p:grpSpPr>
          <p:sp>
            <p:nvSpPr>
              <p:cNvPr id="940" name="Google Shape;940;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31"/>
            <p:cNvGrpSpPr/>
            <p:nvPr/>
          </p:nvGrpSpPr>
          <p:grpSpPr>
            <a:xfrm>
              <a:off x="306672" y="160363"/>
              <a:ext cx="354151" cy="390910"/>
              <a:chOff x="1433575" y="238125"/>
              <a:chExt cx="4740975" cy="5226075"/>
            </a:xfrm>
          </p:grpSpPr>
          <p:sp>
            <p:nvSpPr>
              <p:cNvPr id="953" name="Google Shape;953;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 name="Google Shape;964;p31"/>
            <p:cNvSpPr/>
            <p:nvPr/>
          </p:nvSpPr>
          <p:spPr>
            <a:xfrm rot="3844445" flipH="1">
              <a:off x="572339" y="1215211"/>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1"/>
            <p:cNvSpPr/>
            <p:nvPr/>
          </p:nvSpPr>
          <p:spPr>
            <a:xfrm rot="-9899856">
              <a:off x="906096" y="1834079"/>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 name="Google Shape;966;p31"/>
            <p:cNvGrpSpPr/>
            <p:nvPr/>
          </p:nvGrpSpPr>
          <p:grpSpPr>
            <a:xfrm rot="-1799794">
              <a:off x="1604504" y="1489398"/>
              <a:ext cx="365703" cy="350054"/>
              <a:chOff x="2057567" y="690970"/>
              <a:chExt cx="352891" cy="337790"/>
            </a:xfrm>
          </p:grpSpPr>
          <p:sp>
            <p:nvSpPr>
              <p:cNvPr id="967" name="Google Shape;967;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 name="Google Shape;979;p31"/>
            <p:cNvGrpSpPr/>
            <p:nvPr/>
          </p:nvGrpSpPr>
          <p:grpSpPr>
            <a:xfrm>
              <a:off x="1824865" y="848139"/>
              <a:ext cx="317645" cy="350147"/>
              <a:chOff x="1433575" y="238125"/>
              <a:chExt cx="4740975" cy="5226075"/>
            </a:xfrm>
          </p:grpSpPr>
          <p:sp>
            <p:nvSpPr>
              <p:cNvPr id="980" name="Google Shape;980;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31"/>
            <p:cNvGrpSpPr/>
            <p:nvPr/>
          </p:nvGrpSpPr>
          <p:grpSpPr>
            <a:xfrm>
              <a:off x="2795624" y="2569744"/>
              <a:ext cx="354384" cy="339161"/>
              <a:chOff x="1190625" y="346475"/>
              <a:chExt cx="5219200" cy="5002375"/>
            </a:xfrm>
          </p:grpSpPr>
          <p:sp>
            <p:nvSpPr>
              <p:cNvPr id="992" name="Google Shape;992;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31"/>
            <p:cNvGrpSpPr/>
            <p:nvPr/>
          </p:nvGrpSpPr>
          <p:grpSpPr>
            <a:xfrm rot="3599985">
              <a:off x="2121017" y="2721796"/>
              <a:ext cx="380060" cy="363768"/>
              <a:chOff x="2057567" y="690970"/>
              <a:chExt cx="352891" cy="337790"/>
            </a:xfrm>
          </p:grpSpPr>
          <p:sp>
            <p:nvSpPr>
              <p:cNvPr id="995" name="Google Shape;995;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 name="Google Shape;1007;p31"/>
            <p:cNvGrpSpPr/>
            <p:nvPr/>
          </p:nvGrpSpPr>
          <p:grpSpPr>
            <a:xfrm>
              <a:off x="431036" y="2586279"/>
              <a:ext cx="354151" cy="390910"/>
              <a:chOff x="1433575" y="238125"/>
              <a:chExt cx="4740975" cy="5226075"/>
            </a:xfrm>
          </p:grpSpPr>
          <p:sp>
            <p:nvSpPr>
              <p:cNvPr id="1008" name="Google Shape;1008;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 name="Google Shape;1019;p31"/>
            <p:cNvSpPr/>
            <p:nvPr/>
          </p:nvSpPr>
          <p:spPr>
            <a:xfrm rot="10144365" flipH="1">
              <a:off x="3297944" y="1207248"/>
              <a:ext cx="540624" cy="280677"/>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1"/>
            <p:cNvSpPr/>
            <p:nvPr/>
          </p:nvSpPr>
          <p:spPr>
            <a:xfrm rot="-3599757">
              <a:off x="2514227" y="1207363"/>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 name="Google Shape;1021;p31"/>
            <p:cNvGrpSpPr/>
            <p:nvPr/>
          </p:nvGrpSpPr>
          <p:grpSpPr>
            <a:xfrm rot="4500055">
              <a:off x="2996619" y="1739946"/>
              <a:ext cx="365703" cy="350054"/>
              <a:chOff x="2057567" y="690970"/>
              <a:chExt cx="352891" cy="337790"/>
            </a:xfrm>
          </p:grpSpPr>
          <p:sp>
            <p:nvSpPr>
              <p:cNvPr id="1022" name="Google Shape;1022;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31"/>
            <p:cNvGrpSpPr/>
            <p:nvPr/>
          </p:nvGrpSpPr>
          <p:grpSpPr>
            <a:xfrm>
              <a:off x="1912724" y="2130554"/>
              <a:ext cx="354151" cy="390910"/>
              <a:chOff x="1433575" y="238125"/>
              <a:chExt cx="4740975" cy="5226075"/>
            </a:xfrm>
          </p:grpSpPr>
          <p:sp>
            <p:nvSpPr>
              <p:cNvPr id="1035" name="Google Shape;1035;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p:cNvSpPr/>
            <p:nvPr/>
          </p:nvSpPr>
          <p:spPr>
            <a:xfrm rot="3844445" flipH="1">
              <a:off x="4253481" y="3530502"/>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1"/>
            <p:cNvSpPr/>
            <p:nvPr/>
          </p:nvSpPr>
          <p:spPr>
            <a:xfrm rot="-9899856">
              <a:off x="5405000" y="3779570"/>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 name="Google Shape;1048;p31"/>
            <p:cNvGrpSpPr/>
            <p:nvPr/>
          </p:nvGrpSpPr>
          <p:grpSpPr>
            <a:xfrm rot="-1799794">
              <a:off x="4288576" y="4311464"/>
              <a:ext cx="365703" cy="350054"/>
              <a:chOff x="2057567" y="690970"/>
              <a:chExt cx="352891" cy="337790"/>
            </a:xfrm>
          </p:grpSpPr>
          <p:sp>
            <p:nvSpPr>
              <p:cNvPr id="1049" name="Google Shape;1049;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31"/>
            <p:cNvGrpSpPr/>
            <p:nvPr/>
          </p:nvGrpSpPr>
          <p:grpSpPr>
            <a:xfrm>
              <a:off x="4816650" y="3913530"/>
              <a:ext cx="317645" cy="350147"/>
              <a:chOff x="1433575" y="238125"/>
              <a:chExt cx="4740975" cy="5226075"/>
            </a:xfrm>
          </p:grpSpPr>
          <p:sp>
            <p:nvSpPr>
              <p:cNvPr id="1062" name="Google Shape;1062;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 name="Google Shape;1073;p31"/>
            <p:cNvGrpSpPr/>
            <p:nvPr/>
          </p:nvGrpSpPr>
          <p:grpSpPr>
            <a:xfrm>
              <a:off x="4947238" y="2941019"/>
              <a:ext cx="354384" cy="339161"/>
              <a:chOff x="1190625" y="346475"/>
              <a:chExt cx="5219200" cy="5002375"/>
            </a:xfrm>
          </p:grpSpPr>
          <p:sp>
            <p:nvSpPr>
              <p:cNvPr id="1074" name="Google Shape;1074;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31"/>
            <p:cNvGrpSpPr/>
            <p:nvPr/>
          </p:nvGrpSpPr>
          <p:grpSpPr>
            <a:xfrm rot="3599985">
              <a:off x="3920859" y="1717681"/>
              <a:ext cx="380060" cy="363768"/>
              <a:chOff x="2057567" y="690970"/>
              <a:chExt cx="352891" cy="337790"/>
            </a:xfrm>
          </p:grpSpPr>
          <p:sp>
            <p:nvSpPr>
              <p:cNvPr id="1077" name="Google Shape;1077;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 name="Google Shape;1089;p31"/>
            <p:cNvGrpSpPr/>
            <p:nvPr/>
          </p:nvGrpSpPr>
          <p:grpSpPr>
            <a:xfrm>
              <a:off x="6079225" y="264803"/>
              <a:ext cx="354384" cy="339161"/>
              <a:chOff x="1190625" y="346475"/>
              <a:chExt cx="5219200" cy="5002375"/>
            </a:xfrm>
          </p:grpSpPr>
          <p:sp>
            <p:nvSpPr>
              <p:cNvPr id="1090" name="Google Shape;1090;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 name="Google Shape;1092;p31"/>
            <p:cNvGrpSpPr/>
            <p:nvPr/>
          </p:nvGrpSpPr>
          <p:grpSpPr>
            <a:xfrm rot="3599985">
              <a:off x="5009864" y="416856"/>
              <a:ext cx="380060" cy="363768"/>
              <a:chOff x="2057567" y="690970"/>
              <a:chExt cx="352891" cy="337790"/>
            </a:xfrm>
          </p:grpSpPr>
          <p:sp>
            <p:nvSpPr>
              <p:cNvPr id="1093" name="Google Shape;1093;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31"/>
            <p:cNvGrpSpPr/>
            <p:nvPr/>
          </p:nvGrpSpPr>
          <p:grpSpPr>
            <a:xfrm>
              <a:off x="4009247" y="281338"/>
              <a:ext cx="354151" cy="390910"/>
              <a:chOff x="1433575" y="238125"/>
              <a:chExt cx="4740975" cy="5226075"/>
            </a:xfrm>
          </p:grpSpPr>
          <p:sp>
            <p:nvSpPr>
              <p:cNvPr id="1106" name="Google Shape;1106;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 name="Google Shape;1117;p31"/>
            <p:cNvSpPr/>
            <p:nvPr/>
          </p:nvSpPr>
          <p:spPr>
            <a:xfrm rot="3844445" flipH="1">
              <a:off x="4171676" y="100384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1"/>
            <p:cNvSpPr/>
            <p:nvPr/>
          </p:nvSpPr>
          <p:spPr>
            <a:xfrm rot="-9899856">
              <a:off x="4608671" y="1955054"/>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 name="Google Shape;1119;p31"/>
            <p:cNvGrpSpPr/>
            <p:nvPr/>
          </p:nvGrpSpPr>
          <p:grpSpPr>
            <a:xfrm rot="-1799794">
              <a:off x="5307079" y="1610373"/>
              <a:ext cx="365703" cy="350054"/>
              <a:chOff x="2057567" y="690970"/>
              <a:chExt cx="352891" cy="337790"/>
            </a:xfrm>
          </p:grpSpPr>
          <p:sp>
            <p:nvSpPr>
              <p:cNvPr id="1120" name="Google Shape;1120;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31"/>
            <p:cNvGrpSpPr/>
            <p:nvPr/>
          </p:nvGrpSpPr>
          <p:grpSpPr>
            <a:xfrm>
              <a:off x="5527440" y="969114"/>
              <a:ext cx="317645" cy="350147"/>
              <a:chOff x="1433575" y="238125"/>
              <a:chExt cx="4740975" cy="5226075"/>
            </a:xfrm>
          </p:grpSpPr>
          <p:sp>
            <p:nvSpPr>
              <p:cNvPr id="1133" name="Google Shape;1133;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 name="Google Shape;1144;p31"/>
            <p:cNvGrpSpPr/>
            <p:nvPr/>
          </p:nvGrpSpPr>
          <p:grpSpPr>
            <a:xfrm rot="3599985">
              <a:off x="5823592" y="2842771"/>
              <a:ext cx="380060" cy="363768"/>
              <a:chOff x="2057567" y="690970"/>
              <a:chExt cx="352891" cy="337790"/>
            </a:xfrm>
          </p:grpSpPr>
          <p:sp>
            <p:nvSpPr>
              <p:cNvPr id="1145" name="Google Shape;1145;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 name="Google Shape;1157;p31"/>
            <p:cNvGrpSpPr/>
            <p:nvPr/>
          </p:nvGrpSpPr>
          <p:grpSpPr>
            <a:xfrm>
              <a:off x="4133611" y="2707254"/>
              <a:ext cx="354151" cy="390910"/>
              <a:chOff x="1433575" y="238125"/>
              <a:chExt cx="4740975" cy="5226075"/>
            </a:xfrm>
          </p:grpSpPr>
          <p:sp>
            <p:nvSpPr>
              <p:cNvPr id="1158" name="Google Shape;1158;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 name="Google Shape;1169;p31"/>
            <p:cNvSpPr/>
            <p:nvPr/>
          </p:nvSpPr>
          <p:spPr>
            <a:xfrm rot="-3599757">
              <a:off x="6216802" y="1328338"/>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 name="Google Shape;1170;p31"/>
            <p:cNvGrpSpPr/>
            <p:nvPr/>
          </p:nvGrpSpPr>
          <p:grpSpPr>
            <a:xfrm>
              <a:off x="5615299" y="2251529"/>
              <a:ext cx="354151" cy="390910"/>
              <a:chOff x="1433575" y="238125"/>
              <a:chExt cx="4740975" cy="5226075"/>
            </a:xfrm>
          </p:grpSpPr>
          <p:sp>
            <p:nvSpPr>
              <p:cNvPr id="1171" name="Google Shape;1171;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 name="Google Shape;1182;p31"/>
            <p:cNvSpPr/>
            <p:nvPr/>
          </p:nvSpPr>
          <p:spPr>
            <a:xfrm rot="-6955555" flipH="1">
              <a:off x="7991671" y="107864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1"/>
            <p:cNvSpPr/>
            <p:nvPr/>
          </p:nvSpPr>
          <p:spPr>
            <a:xfrm rot="900144">
              <a:off x="6861137" y="82980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 name="Google Shape;1184;p31"/>
            <p:cNvGrpSpPr/>
            <p:nvPr/>
          </p:nvGrpSpPr>
          <p:grpSpPr>
            <a:xfrm rot="9000206">
              <a:off x="8292236" y="349301"/>
              <a:ext cx="365703" cy="350054"/>
              <a:chOff x="2057567" y="690970"/>
              <a:chExt cx="352891" cy="337790"/>
            </a:xfrm>
          </p:grpSpPr>
          <p:sp>
            <p:nvSpPr>
              <p:cNvPr id="1185" name="Google Shape;1185;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 name="Google Shape;1197;p31"/>
            <p:cNvGrpSpPr/>
            <p:nvPr/>
          </p:nvGrpSpPr>
          <p:grpSpPr>
            <a:xfrm rot="10800000">
              <a:off x="7651470" y="626142"/>
              <a:ext cx="317645" cy="350147"/>
              <a:chOff x="1433575" y="238125"/>
              <a:chExt cx="4740975" cy="5226075"/>
            </a:xfrm>
          </p:grpSpPr>
          <p:sp>
            <p:nvSpPr>
              <p:cNvPr id="1198" name="Google Shape;1198;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31"/>
            <p:cNvGrpSpPr/>
            <p:nvPr/>
          </p:nvGrpSpPr>
          <p:grpSpPr>
            <a:xfrm rot="10800000">
              <a:off x="7443655" y="1511333"/>
              <a:ext cx="428697" cy="402205"/>
              <a:chOff x="692481" y="866561"/>
              <a:chExt cx="6313655" cy="5932224"/>
            </a:xfrm>
          </p:grpSpPr>
          <p:sp>
            <p:nvSpPr>
              <p:cNvPr id="1210" name="Google Shape;1210;p31"/>
              <p:cNvSpPr/>
              <p:nvPr/>
            </p:nvSpPr>
            <p:spPr>
              <a:xfrm rot="9386331">
                <a:off x="1190197" y="1761073"/>
                <a:ext cx="5220145" cy="3587274"/>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1"/>
              <p:cNvSpPr/>
              <p:nvPr/>
            </p:nvSpPr>
            <p:spPr>
              <a:xfrm rot="9898712">
                <a:off x="2845436" y="4138759"/>
                <a:ext cx="3945666" cy="2185834"/>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 name="Google Shape;1212;p31"/>
            <p:cNvGrpSpPr/>
            <p:nvPr/>
          </p:nvGrpSpPr>
          <p:grpSpPr>
            <a:xfrm rot="-7200015">
              <a:off x="8484846" y="2808370"/>
              <a:ext cx="380060" cy="363768"/>
              <a:chOff x="2057567" y="690970"/>
              <a:chExt cx="352891" cy="337790"/>
            </a:xfrm>
          </p:grpSpPr>
          <p:sp>
            <p:nvSpPr>
              <p:cNvPr id="1213" name="Google Shape;1213;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31"/>
            <p:cNvGrpSpPr/>
            <p:nvPr/>
          </p:nvGrpSpPr>
          <p:grpSpPr>
            <a:xfrm rot="-2700000">
              <a:off x="6352036" y="4285931"/>
              <a:ext cx="354291" cy="338865"/>
              <a:chOff x="1190625" y="346475"/>
              <a:chExt cx="5219200" cy="5002375"/>
            </a:xfrm>
          </p:grpSpPr>
          <p:sp>
            <p:nvSpPr>
              <p:cNvPr id="1226" name="Google Shape;1226;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 name="Google Shape;1228;p31"/>
            <p:cNvGrpSpPr/>
            <p:nvPr/>
          </p:nvGrpSpPr>
          <p:grpSpPr>
            <a:xfrm rot="-7200015">
              <a:off x="7395841" y="4109195"/>
              <a:ext cx="380060" cy="363768"/>
              <a:chOff x="2057567" y="690970"/>
              <a:chExt cx="352891" cy="337790"/>
            </a:xfrm>
          </p:grpSpPr>
          <p:sp>
            <p:nvSpPr>
              <p:cNvPr id="1229" name="Google Shape;1229;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31"/>
            <p:cNvGrpSpPr/>
            <p:nvPr/>
          </p:nvGrpSpPr>
          <p:grpSpPr>
            <a:xfrm rot="10800000">
              <a:off x="8422368" y="4217570"/>
              <a:ext cx="354151" cy="390910"/>
              <a:chOff x="1433575" y="238125"/>
              <a:chExt cx="4740975" cy="5226075"/>
            </a:xfrm>
          </p:grpSpPr>
          <p:sp>
            <p:nvSpPr>
              <p:cNvPr id="1242" name="Google Shape;1242;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 name="Google Shape;1253;p31"/>
            <p:cNvSpPr/>
            <p:nvPr/>
          </p:nvSpPr>
          <p:spPr>
            <a:xfrm rot="-6955555" flipH="1">
              <a:off x="7970238" y="3272962"/>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1"/>
            <p:cNvSpPr/>
            <p:nvPr/>
          </p:nvSpPr>
          <p:spPr>
            <a:xfrm rot="900144">
              <a:off x="7657466" y="2654321"/>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 name="Google Shape;1255;p31"/>
            <p:cNvGrpSpPr/>
            <p:nvPr/>
          </p:nvGrpSpPr>
          <p:grpSpPr>
            <a:xfrm rot="9000206">
              <a:off x="7112983" y="2929391"/>
              <a:ext cx="365703" cy="350054"/>
              <a:chOff x="2057567" y="690970"/>
              <a:chExt cx="352891" cy="337790"/>
            </a:xfrm>
          </p:grpSpPr>
          <p:sp>
            <p:nvSpPr>
              <p:cNvPr id="1256" name="Google Shape;1256;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 name="Google Shape;1268;p31"/>
            <p:cNvGrpSpPr/>
            <p:nvPr/>
          </p:nvGrpSpPr>
          <p:grpSpPr>
            <a:xfrm rot="10800000">
              <a:off x="6940681" y="3570558"/>
              <a:ext cx="317645" cy="350147"/>
              <a:chOff x="1433575" y="238125"/>
              <a:chExt cx="4740975" cy="5226075"/>
            </a:xfrm>
          </p:grpSpPr>
          <p:sp>
            <p:nvSpPr>
              <p:cNvPr id="1269" name="Google Shape;1269;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31"/>
            <p:cNvGrpSpPr/>
            <p:nvPr/>
          </p:nvGrpSpPr>
          <p:grpSpPr>
            <a:xfrm rot="-7200015">
              <a:off x="6582114" y="1683280"/>
              <a:ext cx="380060" cy="363768"/>
              <a:chOff x="2057567" y="690970"/>
              <a:chExt cx="352891" cy="337790"/>
            </a:xfrm>
          </p:grpSpPr>
          <p:sp>
            <p:nvSpPr>
              <p:cNvPr id="1281" name="Google Shape;1281;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 name="Google Shape;1293;p31"/>
            <p:cNvGrpSpPr/>
            <p:nvPr/>
          </p:nvGrpSpPr>
          <p:grpSpPr>
            <a:xfrm rot="10800000">
              <a:off x="8298004" y="1791654"/>
              <a:ext cx="354151" cy="390910"/>
              <a:chOff x="1433575" y="238125"/>
              <a:chExt cx="4740975" cy="5226075"/>
            </a:xfrm>
          </p:grpSpPr>
          <p:sp>
            <p:nvSpPr>
              <p:cNvPr id="1294" name="Google Shape;1294;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 name="Google Shape;1305;p31"/>
            <p:cNvSpPr/>
            <p:nvPr/>
          </p:nvSpPr>
          <p:spPr>
            <a:xfrm rot="7200243">
              <a:off x="6049328" y="3281046"/>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 name="Google Shape;1306;p31"/>
            <p:cNvGrpSpPr/>
            <p:nvPr/>
          </p:nvGrpSpPr>
          <p:grpSpPr>
            <a:xfrm rot="10800000">
              <a:off x="6794885" y="2343820"/>
              <a:ext cx="354151" cy="390910"/>
              <a:chOff x="1433575" y="238125"/>
              <a:chExt cx="4740975" cy="5226075"/>
            </a:xfrm>
          </p:grpSpPr>
          <p:sp>
            <p:nvSpPr>
              <p:cNvPr id="1307" name="Google Shape;1307;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 name="Google Shape;1318;p31"/>
            <p:cNvGrpSpPr/>
            <p:nvPr/>
          </p:nvGrpSpPr>
          <p:grpSpPr>
            <a:xfrm rot="3599985">
              <a:off x="3451770" y="2468059"/>
              <a:ext cx="380060" cy="363768"/>
              <a:chOff x="2057567" y="690970"/>
              <a:chExt cx="352891" cy="337790"/>
            </a:xfrm>
          </p:grpSpPr>
          <p:sp>
            <p:nvSpPr>
              <p:cNvPr id="1319" name="Google Shape;1319;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 name="Google Shape;1331;p31"/>
            <p:cNvSpPr/>
            <p:nvPr/>
          </p:nvSpPr>
          <p:spPr>
            <a:xfrm rot="3844445" flipH="1">
              <a:off x="2548432" y="3323340"/>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1"/>
            <p:cNvSpPr/>
            <p:nvPr/>
          </p:nvSpPr>
          <p:spPr>
            <a:xfrm rot="-9899856">
              <a:off x="2469240" y="434655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 name="Google Shape;1333;p31"/>
            <p:cNvGrpSpPr/>
            <p:nvPr/>
          </p:nvGrpSpPr>
          <p:grpSpPr>
            <a:xfrm rot="-1799794">
              <a:off x="3167648" y="4001876"/>
              <a:ext cx="365703" cy="350054"/>
              <a:chOff x="2057567" y="690970"/>
              <a:chExt cx="352891" cy="337790"/>
            </a:xfrm>
          </p:grpSpPr>
          <p:sp>
            <p:nvSpPr>
              <p:cNvPr id="1334" name="Google Shape;1334;p31"/>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1"/>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1"/>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1"/>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1"/>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1"/>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1"/>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1"/>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1"/>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1"/>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1"/>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1"/>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1"/>
            <p:cNvGrpSpPr/>
            <p:nvPr/>
          </p:nvGrpSpPr>
          <p:grpSpPr>
            <a:xfrm>
              <a:off x="3388009" y="3360617"/>
              <a:ext cx="317645" cy="350147"/>
              <a:chOff x="1433575" y="238125"/>
              <a:chExt cx="4740975" cy="5226075"/>
            </a:xfrm>
          </p:grpSpPr>
          <p:sp>
            <p:nvSpPr>
              <p:cNvPr id="1347" name="Google Shape;1347;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1"/>
            <p:cNvGrpSpPr/>
            <p:nvPr/>
          </p:nvGrpSpPr>
          <p:grpSpPr>
            <a:xfrm>
              <a:off x="3497299" y="4546592"/>
              <a:ext cx="354151" cy="390910"/>
              <a:chOff x="1433575" y="238125"/>
              <a:chExt cx="4740975" cy="5226075"/>
            </a:xfrm>
          </p:grpSpPr>
          <p:sp>
            <p:nvSpPr>
              <p:cNvPr id="1359" name="Google Shape;1359;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 name="Google Shape;1370;p31"/>
            <p:cNvGrpSpPr/>
            <p:nvPr/>
          </p:nvGrpSpPr>
          <p:grpSpPr>
            <a:xfrm>
              <a:off x="5487736" y="4487517"/>
              <a:ext cx="354151" cy="390910"/>
              <a:chOff x="1433575" y="238125"/>
              <a:chExt cx="4740975" cy="5226075"/>
            </a:xfrm>
          </p:grpSpPr>
          <p:sp>
            <p:nvSpPr>
              <p:cNvPr id="1371" name="Google Shape;1371;p31"/>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1"/>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1"/>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1"/>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1"/>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1"/>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1"/>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1"/>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1"/>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 name="Google Shape;1382;p31"/>
            <p:cNvGrpSpPr/>
            <p:nvPr/>
          </p:nvGrpSpPr>
          <p:grpSpPr>
            <a:xfrm rot="-2700000">
              <a:off x="1588774" y="4439068"/>
              <a:ext cx="354291" cy="338865"/>
              <a:chOff x="1190625" y="346475"/>
              <a:chExt cx="5219200" cy="5002375"/>
            </a:xfrm>
          </p:grpSpPr>
          <p:sp>
            <p:nvSpPr>
              <p:cNvPr id="1383" name="Google Shape;1383;p31"/>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1"/>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4">
    <p:bg>
      <p:bgPr>
        <a:solidFill>
          <a:schemeClr val="accent2"/>
        </a:solidFill>
        <a:effectLst/>
      </p:bgPr>
    </p:bg>
    <p:spTree>
      <p:nvGrpSpPr>
        <p:cNvPr id="1" name="Shape 1385"/>
        <p:cNvGrpSpPr/>
        <p:nvPr/>
      </p:nvGrpSpPr>
      <p:grpSpPr>
        <a:xfrm>
          <a:off x="0" y="0"/>
          <a:ext cx="0" cy="0"/>
          <a:chOff x="0" y="0"/>
          <a:chExt cx="0" cy="0"/>
        </a:xfrm>
      </p:grpSpPr>
      <p:sp>
        <p:nvSpPr>
          <p:cNvPr id="1386" name="Google Shape;1386;p3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‹N°›</a:t>
            </a:fld>
            <a:endParaRPr/>
          </a:p>
        </p:txBody>
      </p:sp>
      <p:grpSp>
        <p:nvGrpSpPr>
          <p:cNvPr id="1387" name="Google Shape;1387;p32"/>
          <p:cNvGrpSpPr/>
          <p:nvPr/>
        </p:nvGrpSpPr>
        <p:grpSpPr>
          <a:xfrm>
            <a:off x="155787" y="143828"/>
            <a:ext cx="8771617" cy="4793674"/>
            <a:chOff x="155787" y="143828"/>
            <a:chExt cx="8771617" cy="4793674"/>
          </a:xfrm>
        </p:grpSpPr>
        <p:sp>
          <p:nvSpPr>
            <p:cNvPr id="1388" name="Google Shape;1388;p32"/>
            <p:cNvSpPr/>
            <p:nvPr/>
          </p:nvSpPr>
          <p:spPr>
            <a:xfrm rot="3844445" flipH="1">
              <a:off x="550906" y="340952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2"/>
            <p:cNvSpPr/>
            <p:nvPr/>
          </p:nvSpPr>
          <p:spPr>
            <a:xfrm rot="-9899856">
              <a:off x="1702425" y="365859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 name="Google Shape;1390;p32"/>
            <p:cNvGrpSpPr/>
            <p:nvPr/>
          </p:nvGrpSpPr>
          <p:grpSpPr>
            <a:xfrm rot="-1799794">
              <a:off x="425251" y="4352039"/>
              <a:ext cx="365703" cy="350054"/>
              <a:chOff x="2057567" y="690970"/>
              <a:chExt cx="352891" cy="337790"/>
            </a:xfrm>
          </p:grpSpPr>
          <p:sp>
            <p:nvSpPr>
              <p:cNvPr id="1391" name="Google Shape;1391;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 name="Google Shape;1403;p32"/>
            <p:cNvGrpSpPr/>
            <p:nvPr/>
          </p:nvGrpSpPr>
          <p:grpSpPr>
            <a:xfrm>
              <a:off x="1105650" y="4001830"/>
              <a:ext cx="317645" cy="350147"/>
              <a:chOff x="1433575" y="238125"/>
              <a:chExt cx="4740975" cy="5226075"/>
            </a:xfrm>
          </p:grpSpPr>
          <p:sp>
            <p:nvSpPr>
              <p:cNvPr id="1404" name="Google Shape;1404;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 name="Google Shape;1415;p32"/>
            <p:cNvGrpSpPr/>
            <p:nvPr/>
          </p:nvGrpSpPr>
          <p:grpSpPr>
            <a:xfrm>
              <a:off x="1244663" y="2820044"/>
              <a:ext cx="354384" cy="339161"/>
              <a:chOff x="1190625" y="346475"/>
              <a:chExt cx="5219200" cy="5002375"/>
            </a:xfrm>
          </p:grpSpPr>
          <p:sp>
            <p:nvSpPr>
              <p:cNvPr id="1416" name="Google Shape;1416;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 name="Google Shape;1418;p32"/>
            <p:cNvGrpSpPr/>
            <p:nvPr/>
          </p:nvGrpSpPr>
          <p:grpSpPr>
            <a:xfrm rot="3599985">
              <a:off x="218284" y="1596706"/>
              <a:ext cx="380060" cy="363768"/>
              <a:chOff x="2057567" y="690970"/>
              <a:chExt cx="352891" cy="337790"/>
            </a:xfrm>
          </p:grpSpPr>
          <p:sp>
            <p:nvSpPr>
              <p:cNvPr id="1419" name="Google Shape;1419;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2"/>
            <p:cNvGrpSpPr/>
            <p:nvPr/>
          </p:nvGrpSpPr>
          <p:grpSpPr>
            <a:xfrm>
              <a:off x="3002384" y="482988"/>
              <a:ext cx="354151" cy="390910"/>
              <a:chOff x="1433575" y="238125"/>
              <a:chExt cx="4740975" cy="5226075"/>
            </a:xfrm>
          </p:grpSpPr>
          <p:sp>
            <p:nvSpPr>
              <p:cNvPr id="1432" name="Google Shape;1432;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32"/>
            <p:cNvGrpSpPr/>
            <p:nvPr/>
          </p:nvGrpSpPr>
          <p:grpSpPr>
            <a:xfrm>
              <a:off x="2376650" y="143828"/>
              <a:ext cx="354384" cy="339161"/>
              <a:chOff x="1190625" y="346475"/>
              <a:chExt cx="5219200" cy="5002375"/>
            </a:xfrm>
          </p:grpSpPr>
          <p:sp>
            <p:nvSpPr>
              <p:cNvPr id="1444" name="Google Shape;1444;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 name="Google Shape;1446;p32"/>
            <p:cNvGrpSpPr/>
            <p:nvPr/>
          </p:nvGrpSpPr>
          <p:grpSpPr>
            <a:xfrm rot="3599985">
              <a:off x="1307289" y="295881"/>
              <a:ext cx="380060" cy="363768"/>
              <a:chOff x="2057567" y="690970"/>
              <a:chExt cx="352891" cy="337790"/>
            </a:xfrm>
          </p:grpSpPr>
          <p:sp>
            <p:nvSpPr>
              <p:cNvPr id="1447" name="Google Shape;1447;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32"/>
            <p:cNvGrpSpPr/>
            <p:nvPr/>
          </p:nvGrpSpPr>
          <p:grpSpPr>
            <a:xfrm>
              <a:off x="306672" y="160363"/>
              <a:ext cx="354151" cy="390910"/>
              <a:chOff x="1433575" y="238125"/>
              <a:chExt cx="4740975" cy="5226075"/>
            </a:xfrm>
          </p:grpSpPr>
          <p:sp>
            <p:nvSpPr>
              <p:cNvPr id="1460" name="Google Shape;1460;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 name="Google Shape;1471;p32"/>
            <p:cNvSpPr/>
            <p:nvPr/>
          </p:nvSpPr>
          <p:spPr>
            <a:xfrm rot="3844445" flipH="1">
              <a:off x="572339" y="1215211"/>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2"/>
            <p:cNvSpPr/>
            <p:nvPr/>
          </p:nvSpPr>
          <p:spPr>
            <a:xfrm rot="-9899856">
              <a:off x="906096" y="1834079"/>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 name="Google Shape;1473;p32"/>
            <p:cNvGrpSpPr/>
            <p:nvPr/>
          </p:nvGrpSpPr>
          <p:grpSpPr>
            <a:xfrm rot="-1799794">
              <a:off x="1604504" y="1489398"/>
              <a:ext cx="365703" cy="350054"/>
              <a:chOff x="2057567" y="690970"/>
              <a:chExt cx="352891" cy="337790"/>
            </a:xfrm>
          </p:grpSpPr>
          <p:sp>
            <p:nvSpPr>
              <p:cNvPr id="1474" name="Google Shape;1474;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 name="Google Shape;1486;p32"/>
            <p:cNvGrpSpPr/>
            <p:nvPr/>
          </p:nvGrpSpPr>
          <p:grpSpPr>
            <a:xfrm>
              <a:off x="1824865" y="848139"/>
              <a:ext cx="317645" cy="350147"/>
              <a:chOff x="1433575" y="238125"/>
              <a:chExt cx="4740975" cy="5226075"/>
            </a:xfrm>
          </p:grpSpPr>
          <p:sp>
            <p:nvSpPr>
              <p:cNvPr id="1487" name="Google Shape;1487;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 name="Google Shape;1498;p32"/>
            <p:cNvGrpSpPr/>
            <p:nvPr/>
          </p:nvGrpSpPr>
          <p:grpSpPr>
            <a:xfrm>
              <a:off x="2795624" y="2569744"/>
              <a:ext cx="354384" cy="339161"/>
              <a:chOff x="1190625" y="346475"/>
              <a:chExt cx="5219200" cy="5002375"/>
            </a:xfrm>
          </p:grpSpPr>
          <p:sp>
            <p:nvSpPr>
              <p:cNvPr id="1499" name="Google Shape;1499;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 name="Google Shape;1501;p32"/>
            <p:cNvGrpSpPr/>
            <p:nvPr/>
          </p:nvGrpSpPr>
          <p:grpSpPr>
            <a:xfrm rot="3599985">
              <a:off x="2121017" y="2721796"/>
              <a:ext cx="380060" cy="363768"/>
              <a:chOff x="2057567" y="690970"/>
              <a:chExt cx="352891" cy="337790"/>
            </a:xfrm>
          </p:grpSpPr>
          <p:sp>
            <p:nvSpPr>
              <p:cNvPr id="1502" name="Google Shape;1502;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 name="Google Shape;1514;p32"/>
            <p:cNvGrpSpPr/>
            <p:nvPr/>
          </p:nvGrpSpPr>
          <p:grpSpPr>
            <a:xfrm>
              <a:off x="431036" y="2586279"/>
              <a:ext cx="354151" cy="390910"/>
              <a:chOff x="1433575" y="238125"/>
              <a:chExt cx="4740975" cy="5226075"/>
            </a:xfrm>
          </p:grpSpPr>
          <p:sp>
            <p:nvSpPr>
              <p:cNvPr id="1515" name="Google Shape;1515;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 name="Google Shape;1526;p32"/>
            <p:cNvSpPr/>
            <p:nvPr/>
          </p:nvSpPr>
          <p:spPr>
            <a:xfrm rot="10144365" flipH="1">
              <a:off x="3297944" y="1207248"/>
              <a:ext cx="540624" cy="280677"/>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2"/>
            <p:cNvSpPr/>
            <p:nvPr/>
          </p:nvSpPr>
          <p:spPr>
            <a:xfrm rot="-3599757">
              <a:off x="2514227" y="1207363"/>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8" name="Google Shape;1528;p32"/>
            <p:cNvGrpSpPr/>
            <p:nvPr/>
          </p:nvGrpSpPr>
          <p:grpSpPr>
            <a:xfrm rot="4500055">
              <a:off x="2996619" y="1739946"/>
              <a:ext cx="365703" cy="350054"/>
              <a:chOff x="2057567" y="690970"/>
              <a:chExt cx="352891" cy="337790"/>
            </a:xfrm>
          </p:grpSpPr>
          <p:sp>
            <p:nvSpPr>
              <p:cNvPr id="1529" name="Google Shape;1529;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 name="Google Shape;1541;p32"/>
            <p:cNvGrpSpPr/>
            <p:nvPr/>
          </p:nvGrpSpPr>
          <p:grpSpPr>
            <a:xfrm>
              <a:off x="1912724" y="2130554"/>
              <a:ext cx="354151" cy="390910"/>
              <a:chOff x="1433575" y="238125"/>
              <a:chExt cx="4740975" cy="5226075"/>
            </a:xfrm>
          </p:grpSpPr>
          <p:sp>
            <p:nvSpPr>
              <p:cNvPr id="1542" name="Google Shape;1542;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3" name="Google Shape;1553;p32"/>
            <p:cNvSpPr/>
            <p:nvPr/>
          </p:nvSpPr>
          <p:spPr>
            <a:xfrm rot="3844445" flipH="1">
              <a:off x="4253481" y="3530502"/>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2"/>
            <p:cNvSpPr/>
            <p:nvPr/>
          </p:nvSpPr>
          <p:spPr>
            <a:xfrm rot="-9899856">
              <a:off x="5405000" y="3779570"/>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5" name="Google Shape;1555;p32"/>
            <p:cNvGrpSpPr/>
            <p:nvPr/>
          </p:nvGrpSpPr>
          <p:grpSpPr>
            <a:xfrm rot="-1799794">
              <a:off x="4288576" y="4311464"/>
              <a:ext cx="365703" cy="350054"/>
              <a:chOff x="2057567" y="690970"/>
              <a:chExt cx="352891" cy="337790"/>
            </a:xfrm>
          </p:grpSpPr>
          <p:sp>
            <p:nvSpPr>
              <p:cNvPr id="1556" name="Google Shape;1556;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32"/>
            <p:cNvGrpSpPr/>
            <p:nvPr/>
          </p:nvGrpSpPr>
          <p:grpSpPr>
            <a:xfrm>
              <a:off x="4816650" y="3913530"/>
              <a:ext cx="317645" cy="350147"/>
              <a:chOff x="1433575" y="238125"/>
              <a:chExt cx="4740975" cy="5226075"/>
            </a:xfrm>
          </p:grpSpPr>
          <p:sp>
            <p:nvSpPr>
              <p:cNvPr id="1569" name="Google Shape;1569;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32"/>
            <p:cNvGrpSpPr/>
            <p:nvPr/>
          </p:nvGrpSpPr>
          <p:grpSpPr>
            <a:xfrm>
              <a:off x="4947238" y="2941019"/>
              <a:ext cx="354384" cy="339161"/>
              <a:chOff x="1190625" y="346475"/>
              <a:chExt cx="5219200" cy="5002375"/>
            </a:xfrm>
          </p:grpSpPr>
          <p:sp>
            <p:nvSpPr>
              <p:cNvPr id="1581" name="Google Shape;1581;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 name="Google Shape;1583;p32"/>
            <p:cNvGrpSpPr/>
            <p:nvPr/>
          </p:nvGrpSpPr>
          <p:grpSpPr>
            <a:xfrm rot="3599985">
              <a:off x="3920859" y="1717681"/>
              <a:ext cx="380060" cy="363768"/>
              <a:chOff x="2057567" y="690970"/>
              <a:chExt cx="352891" cy="337790"/>
            </a:xfrm>
          </p:grpSpPr>
          <p:sp>
            <p:nvSpPr>
              <p:cNvPr id="1584" name="Google Shape;1584;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 name="Google Shape;1596;p32"/>
            <p:cNvGrpSpPr/>
            <p:nvPr/>
          </p:nvGrpSpPr>
          <p:grpSpPr>
            <a:xfrm>
              <a:off x="6079225" y="264803"/>
              <a:ext cx="354384" cy="339161"/>
              <a:chOff x="1190625" y="346475"/>
              <a:chExt cx="5219200" cy="5002375"/>
            </a:xfrm>
          </p:grpSpPr>
          <p:sp>
            <p:nvSpPr>
              <p:cNvPr id="1597" name="Google Shape;1597;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32"/>
            <p:cNvGrpSpPr/>
            <p:nvPr/>
          </p:nvGrpSpPr>
          <p:grpSpPr>
            <a:xfrm rot="3599985">
              <a:off x="5009864" y="416856"/>
              <a:ext cx="380060" cy="363768"/>
              <a:chOff x="2057567" y="690970"/>
              <a:chExt cx="352891" cy="337790"/>
            </a:xfrm>
          </p:grpSpPr>
          <p:sp>
            <p:nvSpPr>
              <p:cNvPr id="1600" name="Google Shape;1600;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32"/>
            <p:cNvGrpSpPr/>
            <p:nvPr/>
          </p:nvGrpSpPr>
          <p:grpSpPr>
            <a:xfrm>
              <a:off x="4009247" y="281338"/>
              <a:ext cx="354151" cy="390910"/>
              <a:chOff x="1433575" y="238125"/>
              <a:chExt cx="4740975" cy="5226075"/>
            </a:xfrm>
          </p:grpSpPr>
          <p:sp>
            <p:nvSpPr>
              <p:cNvPr id="1613" name="Google Shape;1613;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4" name="Google Shape;1624;p32"/>
            <p:cNvSpPr/>
            <p:nvPr/>
          </p:nvSpPr>
          <p:spPr>
            <a:xfrm rot="3844445" flipH="1">
              <a:off x="4171676" y="100384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2"/>
            <p:cNvSpPr/>
            <p:nvPr/>
          </p:nvSpPr>
          <p:spPr>
            <a:xfrm rot="-9899856">
              <a:off x="4608671" y="1955054"/>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6" name="Google Shape;1626;p32"/>
            <p:cNvGrpSpPr/>
            <p:nvPr/>
          </p:nvGrpSpPr>
          <p:grpSpPr>
            <a:xfrm rot="-1799794">
              <a:off x="5307079" y="1610373"/>
              <a:ext cx="365703" cy="350054"/>
              <a:chOff x="2057567" y="690970"/>
              <a:chExt cx="352891" cy="337790"/>
            </a:xfrm>
          </p:grpSpPr>
          <p:sp>
            <p:nvSpPr>
              <p:cNvPr id="1627" name="Google Shape;1627;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 name="Google Shape;1639;p32"/>
            <p:cNvGrpSpPr/>
            <p:nvPr/>
          </p:nvGrpSpPr>
          <p:grpSpPr>
            <a:xfrm>
              <a:off x="5527440" y="969114"/>
              <a:ext cx="317645" cy="350147"/>
              <a:chOff x="1433575" y="238125"/>
              <a:chExt cx="4740975" cy="5226075"/>
            </a:xfrm>
          </p:grpSpPr>
          <p:sp>
            <p:nvSpPr>
              <p:cNvPr id="1640" name="Google Shape;1640;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32"/>
            <p:cNvGrpSpPr/>
            <p:nvPr/>
          </p:nvGrpSpPr>
          <p:grpSpPr>
            <a:xfrm rot="3599985">
              <a:off x="5823592" y="2842771"/>
              <a:ext cx="380060" cy="363768"/>
              <a:chOff x="2057567" y="690970"/>
              <a:chExt cx="352891" cy="337790"/>
            </a:xfrm>
          </p:grpSpPr>
          <p:sp>
            <p:nvSpPr>
              <p:cNvPr id="1652" name="Google Shape;1652;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 name="Google Shape;1664;p32"/>
            <p:cNvGrpSpPr/>
            <p:nvPr/>
          </p:nvGrpSpPr>
          <p:grpSpPr>
            <a:xfrm>
              <a:off x="4133611" y="2707254"/>
              <a:ext cx="354151" cy="390910"/>
              <a:chOff x="1433575" y="238125"/>
              <a:chExt cx="4740975" cy="5226075"/>
            </a:xfrm>
          </p:grpSpPr>
          <p:sp>
            <p:nvSpPr>
              <p:cNvPr id="1665" name="Google Shape;1665;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6" name="Google Shape;1676;p32"/>
            <p:cNvSpPr/>
            <p:nvPr/>
          </p:nvSpPr>
          <p:spPr>
            <a:xfrm rot="-3599757">
              <a:off x="6216802" y="1328338"/>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7" name="Google Shape;1677;p32"/>
            <p:cNvGrpSpPr/>
            <p:nvPr/>
          </p:nvGrpSpPr>
          <p:grpSpPr>
            <a:xfrm>
              <a:off x="5615299" y="2251529"/>
              <a:ext cx="354151" cy="390910"/>
              <a:chOff x="1433575" y="238125"/>
              <a:chExt cx="4740975" cy="5226075"/>
            </a:xfrm>
          </p:grpSpPr>
          <p:sp>
            <p:nvSpPr>
              <p:cNvPr id="1678" name="Google Shape;1678;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9" name="Google Shape;1689;p32"/>
            <p:cNvSpPr/>
            <p:nvPr/>
          </p:nvSpPr>
          <p:spPr>
            <a:xfrm rot="-6955555" flipH="1">
              <a:off x="7991671" y="107864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2"/>
            <p:cNvSpPr/>
            <p:nvPr/>
          </p:nvSpPr>
          <p:spPr>
            <a:xfrm rot="900144">
              <a:off x="6861137" y="82980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1" name="Google Shape;1691;p32"/>
            <p:cNvGrpSpPr/>
            <p:nvPr/>
          </p:nvGrpSpPr>
          <p:grpSpPr>
            <a:xfrm rot="9000206">
              <a:off x="8292236" y="349301"/>
              <a:ext cx="365703" cy="350054"/>
              <a:chOff x="2057567" y="690970"/>
              <a:chExt cx="352891" cy="337790"/>
            </a:xfrm>
          </p:grpSpPr>
          <p:sp>
            <p:nvSpPr>
              <p:cNvPr id="1692" name="Google Shape;1692;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 name="Google Shape;1704;p32"/>
            <p:cNvGrpSpPr/>
            <p:nvPr/>
          </p:nvGrpSpPr>
          <p:grpSpPr>
            <a:xfrm rot="10800000">
              <a:off x="7651470" y="626142"/>
              <a:ext cx="317645" cy="350147"/>
              <a:chOff x="1433575" y="238125"/>
              <a:chExt cx="4740975" cy="5226075"/>
            </a:xfrm>
          </p:grpSpPr>
          <p:sp>
            <p:nvSpPr>
              <p:cNvPr id="1705" name="Google Shape;1705;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32"/>
            <p:cNvGrpSpPr/>
            <p:nvPr/>
          </p:nvGrpSpPr>
          <p:grpSpPr>
            <a:xfrm rot="10800000">
              <a:off x="7443655" y="1511333"/>
              <a:ext cx="428697" cy="402205"/>
              <a:chOff x="692481" y="866561"/>
              <a:chExt cx="6313655" cy="5932224"/>
            </a:xfrm>
          </p:grpSpPr>
          <p:sp>
            <p:nvSpPr>
              <p:cNvPr id="1717" name="Google Shape;1717;p32"/>
              <p:cNvSpPr/>
              <p:nvPr/>
            </p:nvSpPr>
            <p:spPr>
              <a:xfrm rot="9386331">
                <a:off x="1190197" y="1761073"/>
                <a:ext cx="5220145" cy="3587274"/>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2"/>
              <p:cNvSpPr/>
              <p:nvPr/>
            </p:nvSpPr>
            <p:spPr>
              <a:xfrm rot="9898712">
                <a:off x="2845436" y="4138759"/>
                <a:ext cx="3945666" cy="2185834"/>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 name="Google Shape;1719;p32"/>
            <p:cNvGrpSpPr/>
            <p:nvPr/>
          </p:nvGrpSpPr>
          <p:grpSpPr>
            <a:xfrm rot="-7200015">
              <a:off x="8484846" y="2808370"/>
              <a:ext cx="380060" cy="363768"/>
              <a:chOff x="2057567" y="690970"/>
              <a:chExt cx="352891" cy="337790"/>
            </a:xfrm>
          </p:grpSpPr>
          <p:sp>
            <p:nvSpPr>
              <p:cNvPr id="1720" name="Google Shape;1720;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 name="Google Shape;1732;p32"/>
            <p:cNvGrpSpPr/>
            <p:nvPr/>
          </p:nvGrpSpPr>
          <p:grpSpPr>
            <a:xfrm rot="-2700000">
              <a:off x="6352036" y="4285931"/>
              <a:ext cx="354291" cy="338865"/>
              <a:chOff x="1190625" y="346475"/>
              <a:chExt cx="5219200" cy="5002375"/>
            </a:xfrm>
          </p:grpSpPr>
          <p:sp>
            <p:nvSpPr>
              <p:cNvPr id="1733" name="Google Shape;1733;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 name="Google Shape;1735;p32"/>
            <p:cNvGrpSpPr/>
            <p:nvPr/>
          </p:nvGrpSpPr>
          <p:grpSpPr>
            <a:xfrm rot="-7200015">
              <a:off x="7395841" y="4109195"/>
              <a:ext cx="380060" cy="363768"/>
              <a:chOff x="2057567" y="690970"/>
              <a:chExt cx="352891" cy="337790"/>
            </a:xfrm>
          </p:grpSpPr>
          <p:sp>
            <p:nvSpPr>
              <p:cNvPr id="1736" name="Google Shape;1736;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32"/>
            <p:cNvGrpSpPr/>
            <p:nvPr/>
          </p:nvGrpSpPr>
          <p:grpSpPr>
            <a:xfrm rot="10800000">
              <a:off x="8422368" y="4217570"/>
              <a:ext cx="354151" cy="390910"/>
              <a:chOff x="1433575" y="238125"/>
              <a:chExt cx="4740975" cy="5226075"/>
            </a:xfrm>
          </p:grpSpPr>
          <p:sp>
            <p:nvSpPr>
              <p:cNvPr id="1749" name="Google Shape;1749;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0" name="Google Shape;1760;p32"/>
            <p:cNvSpPr/>
            <p:nvPr/>
          </p:nvSpPr>
          <p:spPr>
            <a:xfrm rot="-6955555" flipH="1">
              <a:off x="7970238" y="3272962"/>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2"/>
            <p:cNvSpPr/>
            <p:nvPr/>
          </p:nvSpPr>
          <p:spPr>
            <a:xfrm rot="900144">
              <a:off x="7657466" y="2654321"/>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2" name="Google Shape;1762;p32"/>
            <p:cNvGrpSpPr/>
            <p:nvPr/>
          </p:nvGrpSpPr>
          <p:grpSpPr>
            <a:xfrm rot="9000206">
              <a:off x="7112983" y="2929391"/>
              <a:ext cx="365703" cy="350054"/>
              <a:chOff x="2057567" y="690970"/>
              <a:chExt cx="352891" cy="337790"/>
            </a:xfrm>
          </p:grpSpPr>
          <p:sp>
            <p:nvSpPr>
              <p:cNvPr id="1763" name="Google Shape;1763;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 name="Google Shape;1775;p32"/>
            <p:cNvGrpSpPr/>
            <p:nvPr/>
          </p:nvGrpSpPr>
          <p:grpSpPr>
            <a:xfrm rot="10800000">
              <a:off x="6940681" y="3570558"/>
              <a:ext cx="317645" cy="350147"/>
              <a:chOff x="1433575" y="238125"/>
              <a:chExt cx="4740975" cy="5226075"/>
            </a:xfrm>
          </p:grpSpPr>
          <p:sp>
            <p:nvSpPr>
              <p:cNvPr id="1776" name="Google Shape;1776;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 name="Google Shape;1787;p32"/>
            <p:cNvGrpSpPr/>
            <p:nvPr/>
          </p:nvGrpSpPr>
          <p:grpSpPr>
            <a:xfrm rot="-7200015">
              <a:off x="6582114" y="1683280"/>
              <a:ext cx="380060" cy="363768"/>
              <a:chOff x="2057567" y="690970"/>
              <a:chExt cx="352891" cy="337790"/>
            </a:xfrm>
          </p:grpSpPr>
          <p:sp>
            <p:nvSpPr>
              <p:cNvPr id="1788" name="Google Shape;1788;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 name="Google Shape;1800;p32"/>
            <p:cNvGrpSpPr/>
            <p:nvPr/>
          </p:nvGrpSpPr>
          <p:grpSpPr>
            <a:xfrm rot="10800000">
              <a:off x="8298004" y="1791654"/>
              <a:ext cx="354151" cy="390910"/>
              <a:chOff x="1433575" y="238125"/>
              <a:chExt cx="4740975" cy="5226075"/>
            </a:xfrm>
          </p:grpSpPr>
          <p:sp>
            <p:nvSpPr>
              <p:cNvPr id="1801" name="Google Shape;1801;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2" name="Google Shape;1812;p32"/>
            <p:cNvSpPr/>
            <p:nvPr/>
          </p:nvSpPr>
          <p:spPr>
            <a:xfrm rot="7200243">
              <a:off x="6049328" y="3281046"/>
              <a:ext cx="519636" cy="280435"/>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3" name="Google Shape;1813;p32"/>
            <p:cNvGrpSpPr/>
            <p:nvPr/>
          </p:nvGrpSpPr>
          <p:grpSpPr>
            <a:xfrm rot="10800000">
              <a:off x="6794885" y="2343820"/>
              <a:ext cx="354151" cy="390910"/>
              <a:chOff x="1433575" y="238125"/>
              <a:chExt cx="4740975" cy="5226075"/>
            </a:xfrm>
          </p:grpSpPr>
          <p:sp>
            <p:nvSpPr>
              <p:cNvPr id="1814" name="Google Shape;1814;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32"/>
            <p:cNvGrpSpPr/>
            <p:nvPr/>
          </p:nvGrpSpPr>
          <p:grpSpPr>
            <a:xfrm rot="3599985">
              <a:off x="3451770" y="2468059"/>
              <a:ext cx="380060" cy="363768"/>
              <a:chOff x="2057567" y="690970"/>
              <a:chExt cx="352891" cy="337790"/>
            </a:xfrm>
          </p:grpSpPr>
          <p:sp>
            <p:nvSpPr>
              <p:cNvPr id="1826" name="Google Shape;1826;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8" name="Google Shape;1838;p32"/>
            <p:cNvSpPr/>
            <p:nvPr/>
          </p:nvSpPr>
          <p:spPr>
            <a:xfrm rot="3844445" flipH="1">
              <a:off x="2548432" y="3323340"/>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2"/>
            <p:cNvSpPr/>
            <p:nvPr/>
          </p:nvSpPr>
          <p:spPr>
            <a:xfrm rot="-9899856">
              <a:off x="2469240" y="434655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0" name="Google Shape;1840;p32"/>
            <p:cNvGrpSpPr/>
            <p:nvPr/>
          </p:nvGrpSpPr>
          <p:grpSpPr>
            <a:xfrm rot="-1799794">
              <a:off x="3167648" y="4001876"/>
              <a:ext cx="365703" cy="350054"/>
              <a:chOff x="2057567" y="690970"/>
              <a:chExt cx="352891" cy="337790"/>
            </a:xfrm>
          </p:grpSpPr>
          <p:sp>
            <p:nvSpPr>
              <p:cNvPr id="1841" name="Google Shape;1841;p32"/>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2"/>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2"/>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2"/>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2"/>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2"/>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2"/>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2"/>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2"/>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2"/>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2"/>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2"/>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 name="Google Shape;1853;p32"/>
            <p:cNvGrpSpPr/>
            <p:nvPr/>
          </p:nvGrpSpPr>
          <p:grpSpPr>
            <a:xfrm>
              <a:off x="3388009" y="3360617"/>
              <a:ext cx="317645" cy="350147"/>
              <a:chOff x="1433575" y="238125"/>
              <a:chExt cx="4740975" cy="5226075"/>
            </a:xfrm>
          </p:grpSpPr>
          <p:sp>
            <p:nvSpPr>
              <p:cNvPr id="1854" name="Google Shape;1854;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32"/>
            <p:cNvGrpSpPr/>
            <p:nvPr/>
          </p:nvGrpSpPr>
          <p:grpSpPr>
            <a:xfrm>
              <a:off x="3497299" y="4546592"/>
              <a:ext cx="354151" cy="390910"/>
              <a:chOff x="1433575" y="238125"/>
              <a:chExt cx="4740975" cy="5226075"/>
            </a:xfrm>
          </p:grpSpPr>
          <p:sp>
            <p:nvSpPr>
              <p:cNvPr id="1866" name="Google Shape;1866;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32"/>
            <p:cNvGrpSpPr/>
            <p:nvPr/>
          </p:nvGrpSpPr>
          <p:grpSpPr>
            <a:xfrm>
              <a:off x="5487736" y="4487517"/>
              <a:ext cx="354151" cy="390910"/>
              <a:chOff x="1433575" y="238125"/>
              <a:chExt cx="4740975" cy="5226075"/>
            </a:xfrm>
          </p:grpSpPr>
          <p:sp>
            <p:nvSpPr>
              <p:cNvPr id="1878" name="Google Shape;1878;p32"/>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2"/>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2"/>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2"/>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2"/>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2"/>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2"/>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2"/>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2"/>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2"/>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2"/>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 name="Google Shape;1889;p32"/>
            <p:cNvGrpSpPr/>
            <p:nvPr/>
          </p:nvGrpSpPr>
          <p:grpSpPr>
            <a:xfrm rot="-2700000">
              <a:off x="1588774" y="4439068"/>
              <a:ext cx="354291" cy="338865"/>
              <a:chOff x="1190625" y="346475"/>
              <a:chExt cx="5219200" cy="5002375"/>
            </a:xfrm>
          </p:grpSpPr>
          <p:sp>
            <p:nvSpPr>
              <p:cNvPr id="1890" name="Google Shape;1890;p32"/>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2"/>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89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896"/>
        <p:cNvGrpSpPr/>
        <p:nvPr/>
      </p:nvGrpSpPr>
      <p:grpSpPr>
        <a:xfrm>
          <a:off x="0" y="0"/>
          <a:ext cx="0" cy="0"/>
          <a:chOff x="0" y="0"/>
          <a:chExt cx="0" cy="0"/>
        </a:xfrm>
      </p:grpSpPr>
      <p:sp>
        <p:nvSpPr>
          <p:cNvPr id="1897" name="Google Shape;1897;p3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901"/>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902"/>
        <p:cNvGrpSpPr/>
        <p:nvPr/>
      </p:nvGrpSpPr>
      <p:grpSpPr>
        <a:xfrm>
          <a:off x="0" y="0"/>
          <a:ext cx="0" cy="0"/>
          <a:chOff x="0" y="0"/>
          <a:chExt cx="0" cy="0"/>
        </a:xfrm>
      </p:grpSpPr>
      <p:sp>
        <p:nvSpPr>
          <p:cNvPr id="1903" name="Google Shape;1903;p3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34.xml"/><Relationship Id="rId1"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accent4"/>
              </a:buClr>
              <a:buSzPts val="2700"/>
              <a:buFont typeface="Poppins Black"/>
              <a:buNone/>
              <a:defRPr sz="2700">
                <a:solidFill>
                  <a:schemeClr val="accent4"/>
                </a:solidFill>
                <a:latin typeface="Poppins Black"/>
                <a:ea typeface="Poppins Black"/>
                <a:cs typeface="Poppins Black"/>
                <a:sym typeface="Poppins Black"/>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1pPr>
            <a:lvl2pPr marL="914400" lvl="1"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2pPr>
            <a:lvl3pPr marL="1371600" lvl="2"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3pPr>
            <a:lvl4pPr marL="1828800" lvl="3"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4pPr>
            <a:lvl5pPr marL="2286000" lvl="4"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5pPr>
            <a:lvl6pPr marL="2743200" lvl="5"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6pPr>
            <a:lvl7pPr marL="3200400" lvl="6"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7pPr>
            <a:lvl8pPr marL="3657600" lvl="7" indent="-317500">
              <a:lnSpc>
                <a:spcPct val="115000"/>
              </a:lnSpc>
              <a:spcBef>
                <a:spcPts val="1600"/>
              </a:spcBef>
              <a:spcAft>
                <a:spcPts val="0"/>
              </a:spcAft>
              <a:buClr>
                <a:schemeClr val="lt2"/>
              </a:buClr>
              <a:buSzPts val="1400"/>
              <a:buFont typeface="Poppins"/>
              <a:buChar char="○"/>
              <a:defRPr>
                <a:solidFill>
                  <a:schemeClr val="lt2"/>
                </a:solidFill>
                <a:latin typeface="Poppins"/>
                <a:ea typeface="Poppins"/>
                <a:cs typeface="Poppins"/>
                <a:sym typeface="Poppins"/>
              </a:defRPr>
            </a:lvl8pPr>
            <a:lvl9pPr marL="4114800" lvl="8" indent="-317500">
              <a:lnSpc>
                <a:spcPct val="115000"/>
              </a:lnSpc>
              <a:spcBef>
                <a:spcPts val="1600"/>
              </a:spcBef>
              <a:spcAft>
                <a:spcPts val="1600"/>
              </a:spcAft>
              <a:buClr>
                <a:schemeClr val="lt2"/>
              </a:buClr>
              <a:buSzPts val="1400"/>
              <a:buFont typeface="Poppins"/>
              <a:buChar char="■"/>
              <a:defRPr>
                <a:solidFill>
                  <a:schemeClr val="lt2"/>
                </a:solidFill>
                <a:latin typeface="Poppins"/>
                <a:ea typeface="Poppins"/>
                <a:cs typeface="Poppins"/>
                <a:sym typeface="Poppins"/>
              </a:defRPr>
            </a:lvl9pPr>
          </a:lstStyle>
          <a:p>
            <a:endParaRPr/>
          </a:p>
        </p:txBody>
      </p:sp>
      <p:sp>
        <p:nvSpPr>
          <p:cNvPr id="8" name="Google Shape;8;p1"/>
          <p:cNvSpPr txBox="1">
            <a:spLocks noGrp="1"/>
          </p:cNvSpPr>
          <p:nvPr>
            <p:ph type="sldNum" idx="12"/>
          </p:nvPr>
        </p:nvSpPr>
        <p:spPr>
          <a:xfrm>
            <a:off x="8404384" y="4673651"/>
            <a:ext cx="548700" cy="393600"/>
          </a:xfrm>
          <a:prstGeom prst="rect">
            <a:avLst/>
          </a:prstGeom>
          <a:noFill/>
          <a:ln>
            <a:noFill/>
          </a:ln>
        </p:spPr>
        <p:txBody>
          <a:bodyPr spcFirstLastPara="1" wrap="square" lIns="91425" tIns="91425" rIns="91425" bIns="91425" anchor="t" anchorCtr="0">
            <a:noAutofit/>
          </a:bodyPr>
          <a:lstStyle>
            <a:lvl1pPr lvl="0" algn="r" rtl="0">
              <a:buNone/>
              <a:defRPr sz="1300">
                <a:solidFill>
                  <a:schemeClr val="lt2"/>
                </a:solidFill>
                <a:latin typeface="Poppins"/>
                <a:ea typeface="Poppins"/>
                <a:cs typeface="Poppins"/>
                <a:sym typeface="Poppins"/>
              </a:defRPr>
            </a:lvl1pPr>
            <a:lvl2pPr lvl="1" algn="r" rtl="0">
              <a:buNone/>
              <a:defRPr sz="1300">
                <a:solidFill>
                  <a:schemeClr val="lt2"/>
                </a:solidFill>
                <a:latin typeface="Poppins"/>
                <a:ea typeface="Poppins"/>
                <a:cs typeface="Poppins"/>
                <a:sym typeface="Poppins"/>
              </a:defRPr>
            </a:lvl2pPr>
            <a:lvl3pPr lvl="2" algn="r" rtl="0">
              <a:buNone/>
              <a:defRPr sz="1300">
                <a:solidFill>
                  <a:schemeClr val="lt2"/>
                </a:solidFill>
                <a:latin typeface="Poppins"/>
                <a:ea typeface="Poppins"/>
                <a:cs typeface="Poppins"/>
                <a:sym typeface="Poppins"/>
              </a:defRPr>
            </a:lvl3pPr>
            <a:lvl4pPr lvl="3" algn="r" rtl="0">
              <a:buNone/>
              <a:defRPr sz="1300">
                <a:solidFill>
                  <a:schemeClr val="lt2"/>
                </a:solidFill>
                <a:latin typeface="Poppins"/>
                <a:ea typeface="Poppins"/>
                <a:cs typeface="Poppins"/>
                <a:sym typeface="Poppins"/>
              </a:defRPr>
            </a:lvl4pPr>
            <a:lvl5pPr lvl="4" algn="r" rtl="0">
              <a:buNone/>
              <a:defRPr sz="1300">
                <a:solidFill>
                  <a:schemeClr val="lt2"/>
                </a:solidFill>
                <a:latin typeface="Poppins"/>
                <a:ea typeface="Poppins"/>
                <a:cs typeface="Poppins"/>
                <a:sym typeface="Poppins"/>
              </a:defRPr>
            </a:lvl5pPr>
            <a:lvl6pPr lvl="5" algn="r" rtl="0">
              <a:buNone/>
              <a:defRPr sz="1300">
                <a:solidFill>
                  <a:schemeClr val="lt2"/>
                </a:solidFill>
                <a:latin typeface="Poppins"/>
                <a:ea typeface="Poppins"/>
                <a:cs typeface="Poppins"/>
                <a:sym typeface="Poppins"/>
              </a:defRPr>
            </a:lvl6pPr>
            <a:lvl7pPr lvl="6" algn="r" rtl="0">
              <a:buNone/>
              <a:defRPr sz="1300">
                <a:solidFill>
                  <a:schemeClr val="lt2"/>
                </a:solidFill>
                <a:latin typeface="Poppins"/>
                <a:ea typeface="Poppins"/>
                <a:cs typeface="Poppins"/>
                <a:sym typeface="Poppins"/>
              </a:defRPr>
            </a:lvl7pPr>
            <a:lvl8pPr lvl="7" algn="r" rtl="0">
              <a:buNone/>
              <a:defRPr sz="1300">
                <a:solidFill>
                  <a:schemeClr val="lt2"/>
                </a:solidFill>
                <a:latin typeface="Poppins"/>
                <a:ea typeface="Poppins"/>
                <a:cs typeface="Poppins"/>
                <a:sym typeface="Poppins"/>
              </a:defRPr>
            </a:lvl8pPr>
            <a:lvl9pPr lvl="8" algn="r" rtl="0">
              <a:buNone/>
              <a:defRPr sz="1300">
                <a:solidFill>
                  <a:schemeClr val="lt2"/>
                </a:solidFill>
                <a:latin typeface="Poppins"/>
                <a:ea typeface="Poppins"/>
                <a:cs typeface="Poppins"/>
                <a:sym typeface="Poppins"/>
              </a:defRPr>
            </a:lvl9pPr>
          </a:lstStyle>
          <a:p>
            <a:pPr marL="0" lvl="0" indent="0" algn="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892"/>
        <p:cNvGrpSpPr/>
        <p:nvPr/>
      </p:nvGrpSpPr>
      <p:grpSpPr>
        <a:xfrm>
          <a:off x="0" y="0"/>
          <a:ext cx="0" cy="0"/>
          <a:chOff x="0" y="0"/>
          <a:chExt cx="0" cy="0"/>
        </a:xfrm>
      </p:grpSpPr>
      <p:sp>
        <p:nvSpPr>
          <p:cNvPr id="1893" name="Google Shape;1893;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894" name="Google Shape;1894;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 id="214748368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898"/>
        <p:cNvGrpSpPr/>
        <p:nvPr/>
      </p:nvGrpSpPr>
      <p:grpSpPr>
        <a:xfrm>
          <a:off x="0" y="0"/>
          <a:ext cx="0" cy="0"/>
          <a:chOff x="0" y="0"/>
          <a:chExt cx="0" cy="0"/>
        </a:xfrm>
      </p:grpSpPr>
      <p:sp>
        <p:nvSpPr>
          <p:cNvPr id="1899" name="Google Shape;1899;p3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900" name="Google Shape;1900;p3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1" r:id="rId1"/>
    <p:sldLayoutId id="214748368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2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21.xml"/></Relationships>
</file>

<file path=ppt/slides/_rels/slide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3.xml"/></Relationships>
</file>

<file path=ppt/slides/_rels/slide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5.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25.xml"/></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3.xml"/><Relationship Id="rId1" Type="http://schemas.openxmlformats.org/officeDocument/2006/relationships/slideLayout" Target="../slideLayouts/slideLayout25.xml"/></Relationships>
</file>

<file path=ppt/slides/_rels/slide1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4.xml"/><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5.xml"/><Relationship Id="rId1" Type="http://schemas.openxmlformats.org/officeDocument/2006/relationships/slideLayout" Target="../slideLayouts/slideLayout25.xml"/></Relationships>
</file>

<file path=ppt/slides/_rels/slide2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7.xml"/><Relationship Id="rId1" Type="http://schemas.openxmlformats.org/officeDocument/2006/relationships/slideLayout" Target="../slideLayouts/slideLayout25.xml"/></Relationships>
</file>

<file path=ppt/slides/_rels/slide2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8.xml"/><Relationship Id="rId1" Type="http://schemas.openxmlformats.org/officeDocument/2006/relationships/slideLayout" Target="../slideLayouts/slideLayout25.xml"/></Relationships>
</file>

<file path=ppt/slides/_rels/slide2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9.xml"/><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0.xml"/><Relationship Id="rId1" Type="http://schemas.openxmlformats.org/officeDocument/2006/relationships/slideLayout" Target="../slideLayouts/slideLayout25.xml"/></Relationships>
</file>

<file path=ppt/slides/_rels/slide2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2.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3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8.xml"/><Relationship Id="rId1" Type="http://schemas.openxmlformats.org/officeDocument/2006/relationships/slideLayout" Target="../slideLayouts/slideLayout24.xml"/><Relationship Id="rId4" Type="http://schemas.openxmlformats.org/officeDocument/2006/relationships/image" Target="../media/image30.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0.xml"/><Relationship Id="rId1" Type="http://schemas.openxmlformats.org/officeDocument/2006/relationships/slideLayout" Target="../slideLayouts/slideLayout24.xml"/><Relationship Id="rId4" Type="http://schemas.openxmlformats.org/officeDocument/2006/relationships/image" Target="../media/image32.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3.xml"/><Relationship Id="rId1" Type="http://schemas.openxmlformats.org/officeDocument/2006/relationships/slideLayout" Target="../slideLayouts/slideLayout5.xml"/><Relationship Id="rId4" Type="http://schemas.openxmlformats.org/officeDocument/2006/relationships/image" Target="../media/image34.png"/></Relationships>
</file>

<file path=ppt/slides/_rels/slide3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4.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5.xml"/><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36.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7.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38.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0.xml"/><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4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3.xml"/><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6.xml"/></Relationships>
</file>

<file path=ppt/slides/_rels/slide56.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53.xml"/><Relationship Id="rId1" Type="http://schemas.openxmlformats.org/officeDocument/2006/relationships/slideLayout" Target="../slideLayouts/slideLayout1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7.xml"/></Relationships>
</file>

<file path=ppt/slides/_rels/slide60.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56.xml"/><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57.xml"/><Relationship Id="rId1" Type="http://schemas.openxmlformats.org/officeDocument/2006/relationships/slideLayout" Target="../slideLayouts/slideLayout16.xml"/></Relationships>
</file>

<file path=ppt/slides/_rels/slide6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8.xml"/><Relationship Id="rId1" Type="http://schemas.openxmlformats.org/officeDocument/2006/relationships/slideLayout" Target="../slideLayouts/slideLayout1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3" Type="http://schemas.openxmlformats.org/officeDocument/2006/relationships/hyperlink" Target="https://docs.google.com/spreadsheets/d/18ToUv8hEBG_ICV_0bb2d6o7XCAI1W90AqLr4L3VhiEc/copy" TargetMode="External"/><Relationship Id="rId2" Type="http://schemas.openxmlformats.org/officeDocument/2006/relationships/notesSlide" Target="../notesSlides/notesSlide63.xml"/><Relationship Id="rId1" Type="http://schemas.openxmlformats.org/officeDocument/2006/relationships/slideLayout" Target="../slideLayouts/slideLayout4.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0.png"/></Relationships>
</file>

<file path=ppt/slides/_rels/slide68.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52.jpeg"/></Relationships>
</file>

<file path=ppt/slides/_rels/slide69.xml.rels><?xml version="1.0" encoding="UTF-8" standalone="yes"?>
<Relationships xmlns="http://schemas.openxmlformats.org/package/2006/relationships"><Relationship Id="rId3" Type="http://schemas.openxmlformats.org/officeDocument/2006/relationships/hyperlink" Target="https://docs.google.com/spreadsheets/d/18ToUv8hEBG_ICV_0bb2d6o7XCAI1W90AqLr4L3VhiEc/copy" TargetMode="External"/><Relationship Id="rId2" Type="http://schemas.openxmlformats.org/officeDocument/2006/relationships/notesSlide" Target="../notesSlides/notesSlide65.xml"/><Relationship Id="rId1" Type="http://schemas.openxmlformats.org/officeDocument/2006/relationships/slideLayout" Target="../slideLayouts/slideLayout19.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3.pn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0.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70.xml"/><Relationship Id="rId1" Type="http://schemas.openxmlformats.org/officeDocument/2006/relationships/slideLayout" Target="../slideLayouts/slideLayout19.xml"/><Relationship Id="rId5" Type="http://schemas.openxmlformats.org/officeDocument/2006/relationships/image" Target="../media/image54.png"/><Relationship Id="rId4" Type="http://schemas.openxmlformats.org/officeDocument/2006/relationships/hyperlink" Target="https://docs.google.com/spreadsheets/d/18ToUv8hEBG_ICV_0bb2d6o7XCAI1W90AqLr4L3VhiEc/copy" TargetMode="Externa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0.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0.xml"/></Relationships>
</file>

<file path=ppt/slides/_rels/slide78.xml.rels><?xml version="1.0" encoding="UTF-8" standalone="yes"?>
<Relationships xmlns="http://schemas.openxmlformats.org/package/2006/relationships"><Relationship Id="rId3" Type="http://schemas.openxmlformats.org/officeDocument/2006/relationships/hyperlink" Target="https://storyset.com/illustration/investment-data/pana/?utm_source=slidesgo_template&amp;utm_medium=referral-link&amp;utm_campaign=sg_resources&amp;utm_content=storyset" TargetMode="External"/><Relationship Id="rId2" Type="http://schemas.openxmlformats.org/officeDocument/2006/relationships/notesSlide" Target="../notesSlides/notesSlide74.xml"/><Relationship Id="rId1" Type="http://schemas.openxmlformats.org/officeDocument/2006/relationships/slideLayout" Target="../slideLayouts/slideLayout13.xml"/><Relationship Id="rId5" Type="http://schemas.openxmlformats.org/officeDocument/2006/relationships/hyperlink" Target="https://www.freepik.com/free-vector/professional-hand-drawn-infographic-elements_6145344.htm/?utm_source=slidesgo_template_infographics&amp;utm_medium=referral-link&amp;utm_campaign=sg_credits&amp;utm_content=template" TargetMode="External"/><Relationship Id="rId4" Type="http://schemas.openxmlformats.org/officeDocument/2006/relationships/hyperlink" Target="https://storyset.com/illustration/business-mission/pana/?utm_source=slidesgo_template&amp;utm_medium=referral-link&amp;utm_campaign=sg_resources&amp;utm_content=storyset" TargetMode="External"/></Relationships>
</file>

<file path=ppt/slides/_rels/slide79.xml.rels><?xml version="1.0" encoding="UTF-8" standalone="yes"?>
<Relationships xmlns="http://schemas.openxmlformats.org/package/2006/relationships"><Relationship Id="rId8" Type="http://schemas.openxmlformats.org/officeDocument/2006/relationships/hyperlink" Target="https://www.freepik.com/free-photo/front-view-smiley-female-teacher-posing-front-blackboard_12367125.htm/?utm_source=slidesgo_template&amp;utm_medium=referral-link&amp;utm_campaign=sg_resources&amp;utm_content=freepik" TargetMode="External"/><Relationship Id="rId3" Type="http://schemas.openxmlformats.org/officeDocument/2006/relationships/hyperlink" Target="https://www.freepik.com/free-vector/school-education-subject-design-icon-set_26762867.htm/?utm_source=slidesgo_template&amp;utm_medium=referral-link&amp;utm_campaign=sg_resources&amp;utm_content=freepik" TargetMode="External"/><Relationship Id="rId7" Type="http://schemas.openxmlformats.org/officeDocument/2006/relationships/hyperlink" Target="https://www.freepik.com/free-photo/man-showing-some-infographics-video-call_11938492.htm/?utm_source=slidesgo_template&amp;utm_medium=referral-link&amp;utm_campaign=sg_resources&amp;utm_content=freepik" TargetMode="External"/><Relationship Id="rId2" Type="http://schemas.openxmlformats.org/officeDocument/2006/relationships/notesSlide" Target="../notesSlides/notesSlide75.xml"/><Relationship Id="rId1" Type="http://schemas.openxmlformats.org/officeDocument/2006/relationships/slideLayout" Target="../slideLayouts/slideLayout13.xml"/><Relationship Id="rId6" Type="http://schemas.openxmlformats.org/officeDocument/2006/relationships/hyperlink" Target="https://www.freepik.com/free-photo/peron-doing-presentation-her-colleagues_21541001.htm/?utm_source=slidesgo_template&amp;utm_medium=referral-link&amp;utm_campaign=sg_resources&amp;utm_content=freepik" TargetMode="External"/><Relationship Id="rId11" Type="http://schemas.openxmlformats.org/officeDocument/2006/relationships/hyperlink" Target="https://www.flaticon.com/free-icon/dice_2038327?term=probability&amp;page=1&amp;position=58&amp;origin=search&amp;related_id=2038327/?utm_source=slidesgo_template&amp;utm_medium=refe" TargetMode="External"/><Relationship Id="rId5" Type="http://schemas.openxmlformats.org/officeDocument/2006/relationships/hyperlink" Target="https://www.flaticon.com/packs/economic-development?word=economic/?utm_source=slidesgo_template&amp;utm_medium=referral-link&amp;utm_campaign=sg_resources&amp;utm_content=flaticon" TargetMode="External"/><Relationship Id="rId10" Type="http://schemas.openxmlformats.org/officeDocument/2006/relationships/hyperlink" Target="https://www.flaticon.com/free-icon/lottery_2038515?term=lottery&amp;page=1&amp;position=54&amp;origin=search&amp;related_id=2038515/?utm_source=slidesgo_template&amp;utm_medium=referral-link&amp;utm_campaign=sg_resources&amp;utm_content=flaticon" TargetMode="External"/><Relationship Id="rId4" Type="http://schemas.openxmlformats.org/officeDocument/2006/relationships/hyperlink" Target="https://storyset.com/illustration/business-crisis/pana/?utm_source=slidesgo_template&amp;utm_medium=referral-link&amp;utm_campaign=sg_resources&amp;utm_content=storyset" TargetMode="External"/><Relationship Id="rId9" Type="http://schemas.openxmlformats.org/officeDocument/2006/relationships/hyperlink" Target="https://www.freepik.com/free-photo/female-teacher-desk_10058674.htm/?utm_source=slidesgo_template&amp;utm_medium=referral-link&amp;utm_campaign=sg_resources&amp;utm_content=freepik" TargetMode="External"/></Relationships>
</file>

<file path=ppt/slides/_rels/slide8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6.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76.xml"/></Relationships>
</file>

<file path=ppt/slides/_rels/slide8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7.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76.xml"/></Relationships>
</file>

<file path=ppt/slides/_rels/slide82.xml.rels><?xml version="1.0" encoding="UTF-8" standalone="yes"?>
<Relationships xmlns="http://schemas.openxmlformats.org/package/2006/relationships"><Relationship Id="rId3" Type="http://schemas.openxmlformats.org/officeDocument/2006/relationships/hyperlink" Target="https://fonts.google.com/specimen/Poppins" TargetMode="External"/><Relationship Id="rId2" Type="http://schemas.openxmlformats.org/officeDocument/2006/relationships/notesSlide" Target="../notesSlides/notesSlide78.xml"/><Relationship Id="rId1" Type="http://schemas.openxmlformats.org/officeDocument/2006/relationships/slideLayout" Target="../slideLayouts/slideLayout32.xml"/></Relationships>
</file>

<file path=ppt/slides/_rels/slide8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59.png"/><Relationship Id="rId2" Type="http://schemas.openxmlformats.org/officeDocument/2006/relationships/notesSlide" Target="../notesSlides/notesSlide79.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5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57.png"/><Relationship Id="rId4" Type="http://schemas.openxmlformats.org/officeDocument/2006/relationships/image" Target="../media/image55.png"/><Relationship Id="rId9" Type="http://schemas.openxmlformats.org/officeDocument/2006/relationships/image" Target="../media/image56.png"/></Relationships>
</file>

<file path=ppt/slides/_rels/slide8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80.xml"/><Relationship Id="rId1" Type="http://schemas.openxmlformats.org/officeDocument/2006/relationships/slideLayout" Target="../slideLayouts/slideLayout3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3.xml"/></Relationships>
</file>

<file path=ppt/slides/_rels/slide9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86.xml"/><Relationship Id="rId1" Type="http://schemas.openxmlformats.org/officeDocument/2006/relationships/slideLayout" Target="../slideLayouts/slideLayout34.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4.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4.xml"/></Relationships>
</file>

<file path=ppt/slides/_rels/slide9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3.xml"/><Relationship Id="rId1" Type="http://schemas.openxmlformats.org/officeDocument/2006/relationships/slideLayout" Target="../slideLayouts/slideLayout33.xml"/><Relationship Id="rId4" Type="http://schemas.openxmlformats.org/officeDocument/2006/relationships/image" Target="../media/image6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907"/>
        <p:cNvGrpSpPr/>
        <p:nvPr/>
      </p:nvGrpSpPr>
      <p:grpSpPr>
        <a:xfrm>
          <a:off x="0" y="0"/>
          <a:ext cx="0" cy="0"/>
          <a:chOff x="0" y="0"/>
          <a:chExt cx="0" cy="0"/>
        </a:xfrm>
      </p:grpSpPr>
      <p:sp>
        <p:nvSpPr>
          <p:cNvPr id="1908" name="Google Shape;1908;p39"/>
          <p:cNvSpPr txBox="1">
            <a:spLocks noGrp="1"/>
          </p:cNvSpPr>
          <p:nvPr>
            <p:ph type="ctrTitle"/>
          </p:nvPr>
        </p:nvSpPr>
        <p:spPr>
          <a:xfrm>
            <a:off x="1242850" y="1062325"/>
            <a:ext cx="5617500" cy="2082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sz="3000">
              <a:solidFill>
                <a:schemeClr val="accent4"/>
              </a:solidFill>
              <a:latin typeface="Poppins ExtraBold"/>
              <a:ea typeface="Poppins ExtraBold"/>
              <a:cs typeface="Poppins ExtraBold"/>
              <a:sym typeface="Poppins ExtraBold"/>
            </a:endParaRPr>
          </a:p>
          <a:p>
            <a:pPr marL="0" lvl="0" indent="0" algn="ctr" rtl="0">
              <a:spcBef>
                <a:spcPts val="0"/>
              </a:spcBef>
              <a:spcAft>
                <a:spcPts val="0"/>
              </a:spcAft>
              <a:buNone/>
            </a:pPr>
            <a:r>
              <a:rPr lang="en" sz="5000">
                <a:solidFill>
                  <a:schemeClr val="accent3"/>
                </a:solidFill>
                <a:latin typeface="Poppins Black"/>
                <a:ea typeface="Poppins Black"/>
                <a:cs typeface="Poppins Black"/>
                <a:sym typeface="Poppins Black"/>
              </a:rPr>
              <a:t>Statistics Project </a:t>
            </a:r>
            <a:endParaRPr sz="5800">
              <a:solidFill>
                <a:schemeClr val="accent3"/>
              </a:solidFill>
              <a:latin typeface="Poppins Black"/>
              <a:ea typeface="Poppins Black"/>
              <a:cs typeface="Poppins Black"/>
              <a:sym typeface="Poppins Black"/>
            </a:endParaRPr>
          </a:p>
        </p:txBody>
      </p:sp>
      <p:sp>
        <p:nvSpPr>
          <p:cNvPr id="1909" name="Google Shape;1909;p39"/>
          <p:cNvSpPr txBox="1">
            <a:spLocks noGrp="1"/>
          </p:cNvSpPr>
          <p:nvPr>
            <p:ph type="subTitle" idx="1"/>
          </p:nvPr>
        </p:nvSpPr>
        <p:spPr>
          <a:xfrm>
            <a:off x="1242845" y="3145308"/>
            <a:ext cx="5617500" cy="418800"/>
          </a:xfrm>
          <a:prstGeom prst="rect">
            <a:avLst/>
          </a:prstGeom>
        </p:spPr>
        <p:txBody>
          <a:bodyPr spcFirstLastPara="1" wrap="square" lIns="91425" tIns="91425" rIns="91425" bIns="91425" anchor="t" anchorCtr="0">
            <a:noAutofit/>
          </a:bodyPr>
          <a:lstStyle/>
          <a:p>
            <a:r>
              <a:rPr lang="en-GB"/>
              <a:t>Gas Turbine Emissions and AI4I Maintenance Analysis</a:t>
            </a:r>
            <a:endParaRPr lang="en-GB" b="1"/>
          </a:p>
        </p:txBody>
      </p:sp>
      <p:grpSp>
        <p:nvGrpSpPr>
          <p:cNvPr id="1910" name="Google Shape;1910;p39"/>
          <p:cNvGrpSpPr/>
          <p:nvPr/>
        </p:nvGrpSpPr>
        <p:grpSpPr>
          <a:xfrm flipH="1">
            <a:off x="243654" y="3326123"/>
            <a:ext cx="1530341" cy="1510858"/>
            <a:chOff x="1422333" y="551900"/>
            <a:chExt cx="4651492" cy="4592275"/>
          </a:xfrm>
        </p:grpSpPr>
        <p:sp>
          <p:nvSpPr>
            <p:cNvPr id="1911" name="Google Shape;1911;p39"/>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9"/>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9"/>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9"/>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9"/>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9"/>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9"/>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9"/>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9"/>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9"/>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9"/>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9"/>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9"/>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9"/>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9"/>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9"/>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9"/>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9"/>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9"/>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9"/>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9"/>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9"/>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9"/>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9"/>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9"/>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9"/>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9"/>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9"/>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9"/>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9"/>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9"/>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9"/>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9"/>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9"/>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9"/>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9"/>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9"/>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9"/>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9"/>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9"/>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 name="Google Shape;1951;p39"/>
          <p:cNvGrpSpPr/>
          <p:nvPr/>
        </p:nvGrpSpPr>
        <p:grpSpPr>
          <a:xfrm>
            <a:off x="5768640" y="3384527"/>
            <a:ext cx="3138431" cy="1566571"/>
            <a:chOff x="5169583" y="2029702"/>
            <a:chExt cx="3063976" cy="1529406"/>
          </a:xfrm>
        </p:grpSpPr>
        <p:sp>
          <p:nvSpPr>
            <p:cNvPr id="1952" name="Google Shape;1952;p39"/>
            <p:cNvSpPr/>
            <p:nvPr/>
          </p:nvSpPr>
          <p:spPr>
            <a:xfrm>
              <a:off x="5169583" y="3347180"/>
              <a:ext cx="3011162" cy="138348"/>
            </a:xfrm>
            <a:custGeom>
              <a:avLst/>
              <a:gdLst/>
              <a:ahLst/>
              <a:cxnLst/>
              <a:rect l="l" t="t" r="r" b="b"/>
              <a:pathLst>
                <a:path w="53651" h="2465" extrusionOk="0">
                  <a:moveTo>
                    <a:pt x="0" y="1"/>
                  </a:moveTo>
                  <a:lnTo>
                    <a:pt x="0" y="2465"/>
                  </a:lnTo>
                  <a:lnTo>
                    <a:pt x="53651" y="2465"/>
                  </a:lnTo>
                  <a:lnTo>
                    <a:pt x="536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9"/>
            <p:cNvSpPr/>
            <p:nvPr/>
          </p:nvSpPr>
          <p:spPr>
            <a:xfrm>
              <a:off x="5495164" y="2086781"/>
              <a:ext cx="577190" cy="1064467"/>
            </a:xfrm>
            <a:custGeom>
              <a:avLst/>
              <a:gdLst/>
              <a:ahLst/>
              <a:cxnLst/>
              <a:rect l="l" t="t" r="r" b="b"/>
              <a:pathLst>
                <a:path w="10284" h="18966" extrusionOk="0">
                  <a:moveTo>
                    <a:pt x="1" y="1"/>
                  </a:moveTo>
                  <a:lnTo>
                    <a:pt x="1255" y="3899"/>
                  </a:lnTo>
                  <a:lnTo>
                    <a:pt x="8086" y="17056"/>
                  </a:lnTo>
                  <a:lnTo>
                    <a:pt x="8086" y="17056"/>
                  </a:lnTo>
                  <a:lnTo>
                    <a:pt x="7864" y="17171"/>
                  </a:lnTo>
                  <a:lnTo>
                    <a:pt x="8379" y="18168"/>
                  </a:lnTo>
                  <a:lnTo>
                    <a:pt x="8603" y="18056"/>
                  </a:lnTo>
                  <a:lnTo>
                    <a:pt x="9017" y="18851"/>
                  </a:lnTo>
                  <a:cubicBezTo>
                    <a:pt x="9057" y="18922"/>
                    <a:pt x="9135" y="18965"/>
                    <a:pt x="9213" y="18965"/>
                  </a:cubicBezTo>
                  <a:cubicBezTo>
                    <a:pt x="9246" y="18965"/>
                    <a:pt x="9279" y="18958"/>
                    <a:pt x="9309" y="18941"/>
                  </a:cubicBezTo>
                  <a:lnTo>
                    <a:pt x="10126" y="18515"/>
                  </a:lnTo>
                  <a:cubicBezTo>
                    <a:pt x="10238" y="18459"/>
                    <a:pt x="10283" y="18336"/>
                    <a:pt x="10227" y="18224"/>
                  </a:cubicBezTo>
                  <a:lnTo>
                    <a:pt x="9801" y="17429"/>
                  </a:lnTo>
                  <a:lnTo>
                    <a:pt x="10025" y="17317"/>
                  </a:lnTo>
                  <a:lnTo>
                    <a:pt x="9499" y="16320"/>
                  </a:lnTo>
                  <a:lnTo>
                    <a:pt x="9286" y="16432"/>
                  </a:lnTo>
                  <a:lnTo>
                    <a:pt x="2465" y="3271"/>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9"/>
            <p:cNvSpPr/>
            <p:nvPr/>
          </p:nvSpPr>
          <p:spPr>
            <a:xfrm>
              <a:off x="6001860" y="3065545"/>
              <a:ext cx="93729" cy="86433"/>
            </a:xfrm>
            <a:custGeom>
              <a:avLst/>
              <a:gdLst/>
              <a:ahLst/>
              <a:cxnLst/>
              <a:rect l="l" t="t" r="r" b="b"/>
              <a:pathLst>
                <a:path w="1670" h="1540" extrusionOk="0">
                  <a:moveTo>
                    <a:pt x="1199" y="1"/>
                  </a:moveTo>
                  <a:lnTo>
                    <a:pt x="1" y="628"/>
                  </a:lnTo>
                  <a:lnTo>
                    <a:pt x="404" y="1423"/>
                  </a:lnTo>
                  <a:cubicBezTo>
                    <a:pt x="442" y="1500"/>
                    <a:pt x="517" y="1540"/>
                    <a:pt x="596" y="1540"/>
                  </a:cubicBezTo>
                  <a:cubicBezTo>
                    <a:pt x="633" y="1540"/>
                    <a:pt x="671" y="1531"/>
                    <a:pt x="706" y="1513"/>
                  </a:cubicBezTo>
                  <a:lnTo>
                    <a:pt x="1524" y="1099"/>
                  </a:lnTo>
                  <a:cubicBezTo>
                    <a:pt x="1625" y="1043"/>
                    <a:pt x="1670" y="908"/>
                    <a:pt x="1614" y="796"/>
                  </a:cubicBez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9"/>
            <p:cNvSpPr/>
            <p:nvPr/>
          </p:nvSpPr>
          <p:spPr>
            <a:xfrm>
              <a:off x="5592653" y="2276652"/>
              <a:ext cx="450740" cy="773908"/>
            </a:xfrm>
            <a:custGeom>
              <a:avLst/>
              <a:gdLst/>
              <a:ahLst/>
              <a:cxnLst/>
              <a:rect l="l" t="t" r="r" b="b"/>
              <a:pathLst>
                <a:path w="8031" h="13789" extrusionOk="0">
                  <a:moveTo>
                    <a:pt x="1198" y="0"/>
                  </a:moveTo>
                  <a:lnTo>
                    <a:pt x="0" y="628"/>
                  </a:lnTo>
                  <a:lnTo>
                    <a:pt x="6821" y="13788"/>
                  </a:lnTo>
                  <a:lnTo>
                    <a:pt x="8031" y="13161"/>
                  </a:lnTo>
                  <a:lnTo>
                    <a:pt x="11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9"/>
            <p:cNvSpPr/>
            <p:nvPr/>
          </p:nvSpPr>
          <p:spPr>
            <a:xfrm>
              <a:off x="5554881" y="2260320"/>
              <a:ext cx="471562" cy="794618"/>
            </a:xfrm>
            <a:custGeom>
              <a:avLst/>
              <a:gdLst/>
              <a:ahLst/>
              <a:cxnLst/>
              <a:rect l="l" t="t" r="r" b="b"/>
              <a:pathLst>
                <a:path w="8402" h="14158" extrusionOk="0">
                  <a:moveTo>
                    <a:pt x="1334" y="370"/>
                  </a:moveTo>
                  <a:lnTo>
                    <a:pt x="8021" y="13284"/>
                  </a:lnTo>
                  <a:lnTo>
                    <a:pt x="7069" y="13777"/>
                  </a:lnTo>
                  <a:lnTo>
                    <a:pt x="371" y="874"/>
                  </a:lnTo>
                  <a:lnTo>
                    <a:pt x="1334" y="370"/>
                  </a:lnTo>
                  <a:close/>
                  <a:moveTo>
                    <a:pt x="1457" y="0"/>
                  </a:moveTo>
                  <a:lnTo>
                    <a:pt x="1" y="751"/>
                  </a:lnTo>
                  <a:lnTo>
                    <a:pt x="6957" y="14158"/>
                  </a:lnTo>
                  <a:lnTo>
                    <a:pt x="8401" y="13407"/>
                  </a:lnTo>
                  <a:lnTo>
                    <a:pt x="14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9"/>
            <p:cNvSpPr/>
            <p:nvPr/>
          </p:nvSpPr>
          <p:spPr>
            <a:xfrm>
              <a:off x="5925811" y="2992021"/>
              <a:ext cx="142108" cy="125159"/>
            </a:xfrm>
            <a:custGeom>
              <a:avLst/>
              <a:gdLst/>
              <a:ahLst/>
              <a:cxnLst/>
              <a:rect l="l" t="t" r="r" b="b"/>
              <a:pathLst>
                <a:path w="2532" h="2230" extrusionOk="0">
                  <a:moveTo>
                    <a:pt x="1770" y="393"/>
                  </a:moveTo>
                  <a:lnTo>
                    <a:pt x="2151" y="1132"/>
                  </a:lnTo>
                  <a:lnTo>
                    <a:pt x="762" y="1860"/>
                  </a:lnTo>
                  <a:lnTo>
                    <a:pt x="381" y="1109"/>
                  </a:lnTo>
                  <a:lnTo>
                    <a:pt x="1770" y="393"/>
                  </a:lnTo>
                  <a:close/>
                  <a:moveTo>
                    <a:pt x="1893" y="1"/>
                  </a:moveTo>
                  <a:lnTo>
                    <a:pt x="0" y="986"/>
                  </a:lnTo>
                  <a:lnTo>
                    <a:pt x="650" y="2229"/>
                  </a:lnTo>
                  <a:lnTo>
                    <a:pt x="2532" y="1244"/>
                  </a:lnTo>
                  <a:lnTo>
                    <a:pt x="18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9"/>
            <p:cNvSpPr/>
            <p:nvPr/>
          </p:nvSpPr>
          <p:spPr>
            <a:xfrm>
              <a:off x="5966670" y="3054264"/>
              <a:ext cx="113821" cy="105010"/>
            </a:xfrm>
            <a:custGeom>
              <a:avLst/>
              <a:gdLst/>
              <a:ahLst/>
              <a:cxnLst/>
              <a:rect l="l" t="t" r="r" b="b"/>
              <a:pathLst>
                <a:path w="2028" h="1871" extrusionOk="0">
                  <a:moveTo>
                    <a:pt x="1333" y="381"/>
                  </a:moveTo>
                  <a:lnTo>
                    <a:pt x="1680" y="1053"/>
                  </a:lnTo>
                  <a:cubicBezTo>
                    <a:pt x="1703" y="1098"/>
                    <a:pt x="1692" y="1143"/>
                    <a:pt x="1647" y="1165"/>
                  </a:cubicBezTo>
                  <a:lnTo>
                    <a:pt x="840" y="1580"/>
                  </a:lnTo>
                  <a:cubicBezTo>
                    <a:pt x="825" y="1587"/>
                    <a:pt x="811" y="1591"/>
                    <a:pt x="796" y="1591"/>
                  </a:cubicBezTo>
                  <a:cubicBezTo>
                    <a:pt x="768" y="1591"/>
                    <a:pt x="743" y="1576"/>
                    <a:pt x="728" y="1546"/>
                  </a:cubicBezTo>
                  <a:lnTo>
                    <a:pt x="381" y="874"/>
                  </a:lnTo>
                  <a:lnTo>
                    <a:pt x="1333" y="381"/>
                  </a:lnTo>
                  <a:close/>
                  <a:moveTo>
                    <a:pt x="1456" y="0"/>
                  </a:moveTo>
                  <a:lnTo>
                    <a:pt x="0" y="762"/>
                  </a:lnTo>
                  <a:lnTo>
                    <a:pt x="482" y="1680"/>
                  </a:lnTo>
                  <a:cubicBezTo>
                    <a:pt x="538" y="1792"/>
                    <a:pt x="661" y="1871"/>
                    <a:pt x="796" y="1871"/>
                  </a:cubicBezTo>
                  <a:cubicBezTo>
                    <a:pt x="863" y="1871"/>
                    <a:pt x="919" y="1860"/>
                    <a:pt x="964" y="1826"/>
                  </a:cubicBezTo>
                  <a:lnTo>
                    <a:pt x="1781" y="1412"/>
                  </a:lnTo>
                  <a:cubicBezTo>
                    <a:pt x="1960" y="1322"/>
                    <a:pt x="2028" y="1098"/>
                    <a:pt x="1938" y="930"/>
                  </a:cubicBezTo>
                  <a:lnTo>
                    <a:pt x="14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9"/>
            <p:cNvSpPr/>
            <p:nvPr/>
          </p:nvSpPr>
          <p:spPr>
            <a:xfrm>
              <a:off x="5473163" y="2044687"/>
              <a:ext cx="166018" cy="263451"/>
            </a:xfrm>
            <a:custGeom>
              <a:avLst/>
              <a:gdLst/>
              <a:ahLst/>
              <a:cxnLst/>
              <a:rect l="l" t="t" r="r" b="b"/>
              <a:pathLst>
                <a:path w="2958" h="4694" extrusionOk="0">
                  <a:moveTo>
                    <a:pt x="1" y="0"/>
                  </a:moveTo>
                  <a:lnTo>
                    <a:pt x="1513" y="4693"/>
                  </a:lnTo>
                  <a:lnTo>
                    <a:pt x="1782" y="4604"/>
                  </a:lnTo>
                  <a:lnTo>
                    <a:pt x="785" y="1501"/>
                  </a:lnTo>
                  <a:lnTo>
                    <a:pt x="2745" y="4111"/>
                  </a:lnTo>
                  <a:lnTo>
                    <a:pt x="2958" y="3943"/>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9"/>
            <p:cNvSpPr/>
            <p:nvPr/>
          </p:nvSpPr>
          <p:spPr>
            <a:xfrm>
              <a:off x="5528502" y="2187357"/>
              <a:ext cx="52252" cy="37772"/>
            </a:xfrm>
            <a:custGeom>
              <a:avLst/>
              <a:gdLst/>
              <a:ahLst/>
              <a:cxnLst/>
              <a:rect l="l" t="t" r="r" b="b"/>
              <a:pathLst>
                <a:path w="931" h="673" extrusionOk="0">
                  <a:moveTo>
                    <a:pt x="897" y="1"/>
                  </a:moveTo>
                  <a:lnTo>
                    <a:pt x="617" y="12"/>
                  </a:lnTo>
                  <a:cubicBezTo>
                    <a:pt x="628" y="259"/>
                    <a:pt x="594" y="371"/>
                    <a:pt x="549" y="393"/>
                  </a:cubicBezTo>
                  <a:cubicBezTo>
                    <a:pt x="539" y="397"/>
                    <a:pt x="526" y="400"/>
                    <a:pt x="512" y="400"/>
                  </a:cubicBezTo>
                  <a:cubicBezTo>
                    <a:pt x="421" y="400"/>
                    <a:pt x="267" y="314"/>
                    <a:pt x="180" y="236"/>
                  </a:cubicBezTo>
                  <a:lnTo>
                    <a:pt x="1" y="460"/>
                  </a:lnTo>
                  <a:cubicBezTo>
                    <a:pt x="146" y="583"/>
                    <a:pt x="325" y="662"/>
                    <a:pt x="505" y="673"/>
                  </a:cubicBezTo>
                  <a:cubicBezTo>
                    <a:pt x="572" y="673"/>
                    <a:pt x="628" y="662"/>
                    <a:pt x="673" y="639"/>
                  </a:cubicBezTo>
                  <a:cubicBezTo>
                    <a:pt x="930" y="505"/>
                    <a:pt x="908" y="124"/>
                    <a:pt x="8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9"/>
            <p:cNvSpPr/>
            <p:nvPr/>
          </p:nvSpPr>
          <p:spPr>
            <a:xfrm>
              <a:off x="5747895" y="2125227"/>
              <a:ext cx="1820583" cy="1242159"/>
            </a:xfrm>
            <a:custGeom>
              <a:avLst/>
              <a:gdLst/>
              <a:ahLst/>
              <a:cxnLst/>
              <a:rect l="l" t="t" r="r" b="b"/>
              <a:pathLst>
                <a:path w="32438" h="22132" extrusionOk="0">
                  <a:moveTo>
                    <a:pt x="27237" y="0"/>
                  </a:moveTo>
                  <a:cubicBezTo>
                    <a:pt x="23428" y="0"/>
                    <a:pt x="19656" y="1063"/>
                    <a:pt x="16365" y="3124"/>
                  </a:cubicBezTo>
                  <a:cubicBezTo>
                    <a:pt x="12704" y="1233"/>
                    <a:pt x="8658" y="261"/>
                    <a:pt x="4576" y="261"/>
                  </a:cubicBezTo>
                  <a:cubicBezTo>
                    <a:pt x="3050" y="261"/>
                    <a:pt x="1518" y="397"/>
                    <a:pt x="1" y="671"/>
                  </a:cubicBezTo>
                  <a:lnTo>
                    <a:pt x="1" y="22131"/>
                  </a:lnTo>
                  <a:lnTo>
                    <a:pt x="32438" y="22131"/>
                  </a:lnTo>
                  <a:lnTo>
                    <a:pt x="32438" y="671"/>
                  </a:lnTo>
                  <a:cubicBezTo>
                    <a:pt x="30724" y="222"/>
                    <a:pt x="28977" y="0"/>
                    <a:pt x="27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9"/>
            <p:cNvSpPr/>
            <p:nvPr/>
          </p:nvSpPr>
          <p:spPr>
            <a:xfrm>
              <a:off x="5791897" y="2158958"/>
              <a:ext cx="1728201" cy="1208427"/>
            </a:xfrm>
            <a:custGeom>
              <a:avLst/>
              <a:gdLst/>
              <a:ahLst/>
              <a:cxnLst/>
              <a:rect l="l" t="t" r="r" b="b"/>
              <a:pathLst>
                <a:path w="30792" h="21531" extrusionOk="0">
                  <a:moveTo>
                    <a:pt x="25890" y="1"/>
                  </a:moveTo>
                  <a:cubicBezTo>
                    <a:pt x="24717" y="1"/>
                    <a:pt x="23544" y="118"/>
                    <a:pt x="22391" y="350"/>
                  </a:cubicBezTo>
                  <a:cubicBezTo>
                    <a:pt x="18784" y="1089"/>
                    <a:pt x="16522" y="2769"/>
                    <a:pt x="15614" y="3520"/>
                  </a:cubicBezTo>
                  <a:cubicBezTo>
                    <a:pt x="13542" y="2165"/>
                    <a:pt x="11246" y="1224"/>
                    <a:pt x="8827" y="720"/>
                  </a:cubicBezTo>
                  <a:cubicBezTo>
                    <a:pt x="7350" y="413"/>
                    <a:pt x="5851" y="259"/>
                    <a:pt x="4351" y="259"/>
                  </a:cubicBezTo>
                  <a:cubicBezTo>
                    <a:pt x="2894" y="259"/>
                    <a:pt x="1436" y="405"/>
                    <a:pt x="1" y="697"/>
                  </a:cubicBezTo>
                  <a:lnTo>
                    <a:pt x="1" y="21530"/>
                  </a:lnTo>
                  <a:lnTo>
                    <a:pt x="30791" y="21530"/>
                  </a:lnTo>
                  <a:lnTo>
                    <a:pt x="30791" y="697"/>
                  </a:lnTo>
                  <a:cubicBezTo>
                    <a:pt x="29193" y="232"/>
                    <a:pt x="27541" y="1"/>
                    <a:pt x="25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9"/>
            <p:cNvSpPr/>
            <p:nvPr/>
          </p:nvSpPr>
          <p:spPr>
            <a:xfrm>
              <a:off x="7007059" y="2880782"/>
              <a:ext cx="314356" cy="219449"/>
            </a:xfrm>
            <a:custGeom>
              <a:avLst/>
              <a:gdLst/>
              <a:ahLst/>
              <a:cxnLst/>
              <a:rect l="l" t="t" r="r" b="b"/>
              <a:pathLst>
                <a:path w="5601" h="3910" extrusionOk="0">
                  <a:moveTo>
                    <a:pt x="0" y="0"/>
                  </a:moveTo>
                  <a:lnTo>
                    <a:pt x="0" y="3909"/>
                  </a:lnTo>
                  <a:lnTo>
                    <a:pt x="5601" y="3909"/>
                  </a:lnTo>
                  <a:lnTo>
                    <a:pt x="56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9"/>
            <p:cNvSpPr/>
            <p:nvPr/>
          </p:nvSpPr>
          <p:spPr>
            <a:xfrm>
              <a:off x="6889477" y="2990113"/>
              <a:ext cx="314412" cy="219449"/>
            </a:xfrm>
            <a:custGeom>
              <a:avLst/>
              <a:gdLst/>
              <a:ahLst/>
              <a:cxnLst/>
              <a:rect l="l" t="t" r="r" b="b"/>
              <a:pathLst>
                <a:path w="5602" h="3910" extrusionOk="0">
                  <a:moveTo>
                    <a:pt x="1" y="1"/>
                  </a:moveTo>
                  <a:lnTo>
                    <a:pt x="1" y="3910"/>
                  </a:lnTo>
                  <a:lnTo>
                    <a:pt x="5601" y="3910"/>
                  </a:lnTo>
                  <a:lnTo>
                    <a:pt x="56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9"/>
            <p:cNvSpPr/>
            <p:nvPr/>
          </p:nvSpPr>
          <p:spPr>
            <a:xfrm>
              <a:off x="5786902" y="2151774"/>
              <a:ext cx="1743243" cy="1223750"/>
            </a:xfrm>
            <a:custGeom>
              <a:avLst/>
              <a:gdLst/>
              <a:ahLst/>
              <a:cxnLst/>
              <a:rect l="l" t="t" r="r" b="b"/>
              <a:pathLst>
                <a:path w="31060" h="21804" extrusionOk="0">
                  <a:moveTo>
                    <a:pt x="26043" y="276"/>
                  </a:moveTo>
                  <a:cubicBezTo>
                    <a:pt x="27638" y="276"/>
                    <a:pt x="29233" y="493"/>
                    <a:pt x="30779" y="926"/>
                  </a:cubicBezTo>
                  <a:lnTo>
                    <a:pt x="30779" y="21524"/>
                  </a:lnTo>
                  <a:lnTo>
                    <a:pt x="280" y="21524"/>
                  </a:lnTo>
                  <a:lnTo>
                    <a:pt x="269" y="937"/>
                  </a:lnTo>
                  <a:cubicBezTo>
                    <a:pt x="1662" y="664"/>
                    <a:pt x="3077" y="527"/>
                    <a:pt x="4492" y="527"/>
                  </a:cubicBezTo>
                  <a:cubicBezTo>
                    <a:pt x="5978" y="527"/>
                    <a:pt x="7464" y="678"/>
                    <a:pt x="8927" y="982"/>
                  </a:cubicBezTo>
                  <a:cubicBezTo>
                    <a:pt x="11324" y="1486"/>
                    <a:pt x="13609" y="2427"/>
                    <a:pt x="15670" y="3771"/>
                  </a:cubicBezTo>
                  <a:lnTo>
                    <a:pt x="15748" y="3827"/>
                  </a:lnTo>
                  <a:lnTo>
                    <a:pt x="15838" y="3760"/>
                  </a:lnTo>
                  <a:cubicBezTo>
                    <a:pt x="17126" y="2696"/>
                    <a:pt x="19332" y="1285"/>
                    <a:pt x="22558" y="624"/>
                  </a:cubicBezTo>
                  <a:cubicBezTo>
                    <a:pt x="23708" y="392"/>
                    <a:pt x="24875" y="276"/>
                    <a:pt x="26043" y="276"/>
                  </a:cubicBezTo>
                  <a:close/>
                  <a:moveTo>
                    <a:pt x="26027" y="0"/>
                  </a:moveTo>
                  <a:cubicBezTo>
                    <a:pt x="24846" y="0"/>
                    <a:pt x="23665" y="118"/>
                    <a:pt x="22502" y="355"/>
                  </a:cubicBezTo>
                  <a:cubicBezTo>
                    <a:pt x="19287" y="1016"/>
                    <a:pt x="17059" y="2405"/>
                    <a:pt x="15737" y="3491"/>
                  </a:cubicBezTo>
                  <a:cubicBezTo>
                    <a:pt x="13676" y="2158"/>
                    <a:pt x="11391" y="1217"/>
                    <a:pt x="8994" y="713"/>
                  </a:cubicBezTo>
                  <a:cubicBezTo>
                    <a:pt x="7506" y="407"/>
                    <a:pt x="5995" y="253"/>
                    <a:pt x="4486" y="253"/>
                  </a:cubicBezTo>
                  <a:cubicBezTo>
                    <a:pt x="3019" y="253"/>
                    <a:pt x="1553" y="398"/>
                    <a:pt x="112" y="691"/>
                  </a:cubicBezTo>
                  <a:lnTo>
                    <a:pt x="0" y="713"/>
                  </a:lnTo>
                  <a:lnTo>
                    <a:pt x="0" y="21804"/>
                  </a:lnTo>
                  <a:lnTo>
                    <a:pt x="31059" y="21804"/>
                  </a:lnTo>
                  <a:lnTo>
                    <a:pt x="31059" y="725"/>
                  </a:lnTo>
                  <a:lnTo>
                    <a:pt x="30959" y="691"/>
                  </a:lnTo>
                  <a:cubicBezTo>
                    <a:pt x="29348" y="233"/>
                    <a:pt x="27688" y="0"/>
                    <a:pt x="2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9"/>
            <p:cNvSpPr/>
            <p:nvPr/>
          </p:nvSpPr>
          <p:spPr>
            <a:xfrm>
              <a:off x="6662564" y="2357135"/>
              <a:ext cx="15771" cy="1010250"/>
            </a:xfrm>
            <a:custGeom>
              <a:avLst/>
              <a:gdLst/>
              <a:ahLst/>
              <a:cxnLst/>
              <a:rect l="l" t="t" r="r" b="b"/>
              <a:pathLst>
                <a:path w="281" h="18000" extrusionOk="0">
                  <a:moveTo>
                    <a:pt x="0" y="0"/>
                  </a:moveTo>
                  <a:lnTo>
                    <a:pt x="0" y="17999"/>
                  </a:lnTo>
                  <a:lnTo>
                    <a:pt x="280" y="17999"/>
                  </a:lnTo>
                  <a:lnTo>
                    <a:pt x="2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9"/>
            <p:cNvSpPr/>
            <p:nvPr/>
          </p:nvSpPr>
          <p:spPr>
            <a:xfrm>
              <a:off x="6826000" y="2408041"/>
              <a:ext cx="472180" cy="308070"/>
            </a:xfrm>
            <a:custGeom>
              <a:avLst/>
              <a:gdLst/>
              <a:ahLst/>
              <a:cxnLst/>
              <a:rect l="l" t="t" r="r" b="b"/>
              <a:pathLst>
                <a:path w="8413" h="5489" extrusionOk="0">
                  <a:moveTo>
                    <a:pt x="1" y="0"/>
                  </a:moveTo>
                  <a:lnTo>
                    <a:pt x="1" y="5489"/>
                  </a:lnTo>
                  <a:lnTo>
                    <a:pt x="8412" y="5489"/>
                  </a:lnTo>
                  <a:lnTo>
                    <a:pt x="8412" y="5209"/>
                  </a:lnTo>
                  <a:lnTo>
                    <a:pt x="281" y="5209"/>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9"/>
            <p:cNvSpPr/>
            <p:nvPr/>
          </p:nvSpPr>
          <p:spPr>
            <a:xfrm>
              <a:off x="6766283" y="2561935"/>
              <a:ext cx="570847" cy="94458"/>
            </a:xfrm>
            <a:custGeom>
              <a:avLst/>
              <a:gdLst/>
              <a:ahLst/>
              <a:cxnLst/>
              <a:rect l="l" t="t" r="r" b="b"/>
              <a:pathLst>
                <a:path w="10171" h="1683" extrusionOk="0">
                  <a:moveTo>
                    <a:pt x="2506" y="0"/>
                  </a:moveTo>
                  <a:cubicBezTo>
                    <a:pt x="1753" y="0"/>
                    <a:pt x="909" y="472"/>
                    <a:pt x="1" y="1391"/>
                  </a:cubicBezTo>
                  <a:lnTo>
                    <a:pt x="202" y="1582"/>
                  </a:lnTo>
                  <a:cubicBezTo>
                    <a:pt x="1061" y="712"/>
                    <a:pt x="1843" y="273"/>
                    <a:pt x="2523" y="273"/>
                  </a:cubicBezTo>
                  <a:cubicBezTo>
                    <a:pt x="2579" y="273"/>
                    <a:pt x="2634" y="276"/>
                    <a:pt x="2689" y="282"/>
                  </a:cubicBezTo>
                  <a:cubicBezTo>
                    <a:pt x="3193" y="338"/>
                    <a:pt x="3495" y="618"/>
                    <a:pt x="3809" y="910"/>
                  </a:cubicBezTo>
                  <a:cubicBezTo>
                    <a:pt x="4156" y="1234"/>
                    <a:pt x="4503" y="1559"/>
                    <a:pt x="5119" y="1593"/>
                  </a:cubicBezTo>
                  <a:cubicBezTo>
                    <a:pt x="5151" y="1595"/>
                    <a:pt x="5182" y="1595"/>
                    <a:pt x="5213" y="1595"/>
                  </a:cubicBezTo>
                  <a:cubicBezTo>
                    <a:pt x="5781" y="1595"/>
                    <a:pt x="6203" y="1310"/>
                    <a:pt x="6575" y="1044"/>
                  </a:cubicBezTo>
                  <a:cubicBezTo>
                    <a:pt x="6979" y="775"/>
                    <a:pt x="7348" y="506"/>
                    <a:pt x="7897" y="506"/>
                  </a:cubicBezTo>
                  <a:cubicBezTo>
                    <a:pt x="8569" y="506"/>
                    <a:pt x="9263" y="898"/>
                    <a:pt x="9958" y="1682"/>
                  </a:cubicBezTo>
                  <a:lnTo>
                    <a:pt x="10171" y="1503"/>
                  </a:lnTo>
                  <a:cubicBezTo>
                    <a:pt x="9431" y="652"/>
                    <a:pt x="8670" y="238"/>
                    <a:pt x="7908" y="238"/>
                  </a:cubicBezTo>
                  <a:lnTo>
                    <a:pt x="7886" y="238"/>
                  </a:lnTo>
                  <a:cubicBezTo>
                    <a:pt x="7259" y="238"/>
                    <a:pt x="6844" y="540"/>
                    <a:pt x="6419" y="820"/>
                  </a:cubicBezTo>
                  <a:cubicBezTo>
                    <a:pt x="6050" y="1073"/>
                    <a:pt x="5691" y="1316"/>
                    <a:pt x="5230" y="1316"/>
                  </a:cubicBezTo>
                  <a:cubicBezTo>
                    <a:pt x="5201" y="1316"/>
                    <a:pt x="5172" y="1315"/>
                    <a:pt x="5142" y="1313"/>
                  </a:cubicBezTo>
                  <a:cubicBezTo>
                    <a:pt x="4638" y="1290"/>
                    <a:pt x="4346" y="1022"/>
                    <a:pt x="3999" y="708"/>
                  </a:cubicBezTo>
                  <a:cubicBezTo>
                    <a:pt x="3663" y="394"/>
                    <a:pt x="3305" y="70"/>
                    <a:pt x="2722" y="14"/>
                  </a:cubicBezTo>
                  <a:cubicBezTo>
                    <a:pt x="2651" y="5"/>
                    <a:pt x="2579" y="0"/>
                    <a:pt x="25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9"/>
            <p:cNvSpPr/>
            <p:nvPr/>
          </p:nvSpPr>
          <p:spPr>
            <a:xfrm>
              <a:off x="6803382" y="2376611"/>
              <a:ext cx="61681" cy="62299"/>
            </a:xfrm>
            <a:custGeom>
              <a:avLst/>
              <a:gdLst/>
              <a:ahLst/>
              <a:cxnLst/>
              <a:rect l="l" t="t" r="r" b="b"/>
              <a:pathLst>
                <a:path w="1099" h="1110" extrusionOk="0">
                  <a:moveTo>
                    <a:pt x="572" y="0"/>
                  </a:moveTo>
                  <a:lnTo>
                    <a:pt x="0" y="1109"/>
                  </a:lnTo>
                  <a:lnTo>
                    <a:pt x="1098" y="1019"/>
                  </a:lnTo>
                  <a:lnTo>
                    <a:pt x="5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9"/>
            <p:cNvSpPr/>
            <p:nvPr/>
          </p:nvSpPr>
          <p:spPr>
            <a:xfrm>
              <a:off x="7255356" y="2670144"/>
              <a:ext cx="86208" cy="76162"/>
            </a:xfrm>
            <a:custGeom>
              <a:avLst/>
              <a:gdLst/>
              <a:ahLst/>
              <a:cxnLst/>
              <a:rect l="l" t="t" r="r" b="b"/>
              <a:pathLst>
                <a:path w="1536" h="1357" extrusionOk="0">
                  <a:moveTo>
                    <a:pt x="1" y="1"/>
                  </a:moveTo>
                  <a:lnTo>
                    <a:pt x="113" y="1356"/>
                  </a:lnTo>
                  <a:lnTo>
                    <a:pt x="1535" y="75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9"/>
            <p:cNvSpPr/>
            <p:nvPr/>
          </p:nvSpPr>
          <p:spPr>
            <a:xfrm>
              <a:off x="6859338" y="2960591"/>
              <a:ext cx="330071" cy="235164"/>
            </a:xfrm>
            <a:custGeom>
              <a:avLst/>
              <a:gdLst/>
              <a:ahLst/>
              <a:cxnLst/>
              <a:rect l="l" t="t" r="r" b="b"/>
              <a:pathLst>
                <a:path w="5881" h="4190" extrusionOk="0">
                  <a:moveTo>
                    <a:pt x="5601" y="281"/>
                  </a:moveTo>
                  <a:lnTo>
                    <a:pt x="5601" y="3909"/>
                  </a:lnTo>
                  <a:lnTo>
                    <a:pt x="280" y="3909"/>
                  </a:lnTo>
                  <a:lnTo>
                    <a:pt x="280" y="281"/>
                  </a:lnTo>
                  <a:close/>
                  <a:moveTo>
                    <a:pt x="0" y="1"/>
                  </a:moveTo>
                  <a:lnTo>
                    <a:pt x="0" y="4189"/>
                  </a:lnTo>
                  <a:lnTo>
                    <a:pt x="5881" y="4189"/>
                  </a:lnTo>
                  <a:lnTo>
                    <a:pt x="58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9"/>
            <p:cNvSpPr/>
            <p:nvPr/>
          </p:nvSpPr>
          <p:spPr>
            <a:xfrm>
              <a:off x="6959914" y="2900257"/>
              <a:ext cx="330071" cy="235164"/>
            </a:xfrm>
            <a:custGeom>
              <a:avLst/>
              <a:gdLst/>
              <a:ahLst/>
              <a:cxnLst/>
              <a:rect l="l" t="t" r="r" b="b"/>
              <a:pathLst>
                <a:path w="5881" h="4190" extrusionOk="0">
                  <a:moveTo>
                    <a:pt x="5601" y="280"/>
                  </a:moveTo>
                  <a:lnTo>
                    <a:pt x="5601" y="3909"/>
                  </a:lnTo>
                  <a:lnTo>
                    <a:pt x="280" y="3909"/>
                  </a:lnTo>
                  <a:lnTo>
                    <a:pt x="280" y="280"/>
                  </a:lnTo>
                  <a:close/>
                  <a:moveTo>
                    <a:pt x="0" y="0"/>
                  </a:moveTo>
                  <a:lnTo>
                    <a:pt x="0" y="4189"/>
                  </a:lnTo>
                  <a:lnTo>
                    <a:pt x="5881" y="4189"/>
                  </a:lnTo>
                  <a:lnTo>
                    <a:pt x="58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9"/>
            <p:cNvSpPr/>
            <p:nvPr/>
          </p:nvSpPr>
          <p:spPr>
            <a:xfrm>
              <a:off x="6877579" y="2953688"/>
              <a:ext cx="108770" cy="73580"/>
            </a:xfrm>
            <a:custGeom>
              <a:avLst/>
              <a:gdLst/>
              <a:ahLst/>
              <a:cxnLst/>
              <a:rect l="l" t="t" r="r" b="b"/>
              <a:pathLst>
                <a:path w="1938" h="1311" extrusionOk="0">
                  <a:moveTo>
                    <a:pt x="1792" y="0"/>
                  </a:moveTo>
                  <a:lnTo>
                    <a:pt x="0" y="1064"/>
                  </a:lnTo>
                  <a:lnTo>
                    <a:pt x="134" y="1311"/>
                  </a:lnTo>
                  <a:lnTo>
                    <a:pt x="1938" y="236"/>
                  </a:lnTo>
                  <a:lnTo>
                    <a:pt x="17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9"/>
            <p:cNvSpPr/>
            <p:nvPr/>
          </p:nvSpPr>
          <p:spPr>
            <a:xfrm>
              <a:off x="7177399" y="2902109"/>
              <a:ext cx="109444" cy="74253"/>
            </a:xfrm>
            <a:custGeom>
              <a:avLst/>
              <a:gdLst/>
              <a:ahLst/>
              <a:cxnLst/>
              <a:rect l="l" t="t" r="r" b="b"/>
              <a:pathLst>
                <a:path w="1950" h="1323" extrusionOk="0">
                  <a:moveTo>
                    <a:pt x="1804" y="1"/>
                  </a:moveTo>
                  <a:lnTo>
                    <a:pt x="1" y="1076"/>
                  </a:lnTo>
                  <a:lnTo>
                    <a:pt x="146" y="1323"/>
                  </a:lnTo>
                  <a:lnTo>
                    <a:pt x="1950" y="247"/>
                  </a:lnTo>
                  <a:lnTo>
                    <a:pt x="18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9"/>
            <p:cNvSpPr/>
            <p:nvPr/>
          </p:nvSpPr>
          <p:spPr>
            <a:xfrm>
              <a:off x="6876288" y="3173081"/>
              <a:ext cx="109444" cy="73580"/>
            </a:xfrm>
            <a:custGeom>
              <a:avLst/>
              <a:gdLst/>
              <a:ahLst/>
              <a:cxnLst/>
              <a:rect l="l" t="t" r="r" b="b"/>
              <a:pathLst>
                <a:path w="1950" h="1311" extrusionOk="0">
                  <a:moveTo>
                    <a:pt x="1804" y="0"/>
                  </a:moveTo>
                  <a:lnTo>
                    <a:pt x="1" y="1076"/>
                  </a:lnTo>
                  <a:lnTo>
                    <a:pt x="146" y="1311"/>
                  </a:lnTo>
                  <a:lnTo>
                    <a:pt x="1950" y="247"/>
                  </a:lnTo>
                  <a:lnTo>
                    <a:pt x="18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9"/>
            <p:cNvSpPr/>
            <p:nvPr/>
          </p:nvSpPr>
          <p:spPr>
            <a:xfrm>
              <a:off x="7177399" y="3121502"/>
              <a:ext cx="109444" cy="73636"/>
            </a:xfrm>
            <a:custGeom>
              <a:avLst/>
              <a:gdLst/>
              <a:ahLst/>
              <a:cxnLst/>
              <a:rect l="l" t="t" r="r" b="b"/>
              <a:pathLst>
                <a:path w="1950" h="1312" extrusionOk="0">
                  <a:moveTo>
                    <a:pt x="1804" y="1"/>
                  </a:moveTo>
                  <a:lnTo>
                    <a:pt x="1" y="1076"/>
                  </a:lnTo>
                  <a:lnTo>
                    <a:pt x="146" y="1311"/>
                  </a:lnTo>
                  <a:lnTo>
                    <a:pt x="1950" y="236"/>
                  </a:lnTo>
                  <a:lnTo>
                    <a:pt x="18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9"/>
            <p:cNvSpPr/>
            <p:nvPr/>
          </p:nvSpPr>
          <p:spPr>
            <a:xfrm>
              <a:off x="5886804" y="2346921"/>
              <a:ext cx="680235" cy="150415"/>
            </a:xfrm>
            <a:custGeom>
              <a:avLst/>
              <a:gdLst/>
              <a:ahLst/>
              <a:cxnLst/>
              <a:rect l="l" t="t" r="r" b="b"/>
              <a:pathLst>
                <a:path w="12120" h="2680" extrusionOk="0">
                  <a:moveTo>
                    <a:pt x="3375" y="0"/>
                  </a:moveTo>
                  <a:cubicBezTo>
                    <a:pt x="1357" y="0"/>
                    <a:pt x="23" y="443"/>
                    <a:pt x="1" y="451"/>
                  </a:cubicBezTo>
                  <a:lnTo>
                    <a:pt x="91" y="708"/>
                  </a:lnTo>
                  <a:cubicBezTo>
                    <a:pt x="113" y="701"/>
                    <a:pt x="1412" y="268"/>
                    <a:pt x="3380" y="268"/>
                  </a:cubicBezTo>
                  <a:cubicBezTo>
                    <a:pt x="4372" y="268"/>
                    <a:pt x="5534" y="378"/>
                    <a:pt x="6788" y="708"/>
                  </a:cubicBezTo>
                  <a:cubicBezTo>
                    <a:pt x="10529" y="1705"/>
                    <a:pt x="11941" y="2669"/>
                    <a:pt x="11952" y="2680"/>
                  </a:cubicBezTo>
                  <a:lnTo>
                    <a:pt x="12120" y="2456"/>
                  </a:lnTo>
                  <a:cubicBezTo>
                    <a:pt x="12064" y="2422"/>
                    <a:pt x="10686" y="1459"/>
                    <a:pt x="6867" y="451"/>
                  </a:cubicBezTo>
                  <a:cubicBezTo>
                    <a:pt x="5583" y="113"/>
                    <a:pt x="4392" y="0"/>
                    <a:pt x="3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9"/>
            <p:cNvSpPr/>
            <p:nvPr/>
          </p:nvSpPr>
          <p:spPr>
            <a:xfrm>
              <a:off x="5886804" y="2436159"/>
              <a:ext cx="680235" cy="150471"/>
            </a:xfrm>
            <a:custGeom>
              <a:avLst/>
              <a:gdLst/>
              <a:ahLst/>
              <a:cxnLst/>
              <a:rect l="l" t="t" r="r" b="b"/>
              <a:pathLst>
                <a:path w="12120" h="2681" extrusionOk="0">
                  <a:moveTo>
                    <a:pt x="3375" y="1"/>
                  </a:moveTo>
                  <a:cubicBezTo>
                    <a:pt x="1357" y="1"/>
                    <a:pt x="23" y="444"/>
                    <a:pt x="1" y="451"/>
                  </a:cubicBezTo>
                  <a:lnTo>
                    <a:pt x="91" y="720"/>
                  </a:lnTo>
                  <a:cubicBezTo>
                    <a:pt x="113" y="705"/>
                    <a:pt x="1405" y="272"/>
                    <a:pt x="3363" y="272"/>
                  </a:cubicBezTo>
                  <a:cubicBezTo>
                    <a:pt x="4359" y="272"/>
                    <a:pt x="5527" y="384"/>
                    <a:pt x="6788" y="720"/>
                  </a:cubicBezTo>
                  <a:cubicBezTo>
                    <a:pt x="10529" y="1706"/>
                    <a:pt x="11941" y="2669"/>
                    <a:pt x="11952" y="2680"/>
                  </a:cubicBezTo>
                  <a:lnTo>
                    <a:pt x="12120" y="2456"/>
                  </a:lnTo>
                  <a:cubicBezTo>
                    <a:pt x="12064" y="2423"/>
                    <a:pt x="10686" y="1459"/>
                    <a:pt x="6867" y="451"/>
                  </a:cubicBezTo>
                  <a:cubicBezTo>
                    <a:pt x="5583" y="113"/>
                    <a:pt x="4392" y="1"/>
                    <a:pt x="3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9"/>
            <p:cNvSpPr/>
            <p:nvPr/>
          </p:nvSpPr>
          <p:spPr>
            <a:xfrm>
              <a:off x="5886804" y="2525454"/>
              <a:ext cx="680235" cy="150415"/>
            </a:xfrm>
            <a:custGeom>
              <a:avLst/>
              <a:gdLst/>
              <a:ahLst/>
              <a:cxnLst/>
              <a:rect l="l" t="t" r="r" b="b"/>
              <a:pathLst>
                <a:path w="12120" h="2680" extrusionOk="0">
                  <a:moveTo>
                    <a:pt x="3375" y="0"/>
                  </a:moveTo>
                  <a:cubicBezTo>
                    <a:pt x="1357" y="0"/>
                    <a:pt x="23" y="443"/>
                    <a:pt x="1" y="451"/>
                  </a:cubicBezTo>
                  <a:lnTo>
                    <a:pt x="91" y="720"/>
                  </a:lnTo>
                  <a:cubicBezTo>
                    <a:pt x="113" y="705"/>
                    <a:pt x="1405" y="277"/>
                    <a:pt x="3363" y="277"/>
                  </a:cubicBezTo>
                  <a:cubicBezTo>
                    <a:pt x="4359" y="277"/>
                    <a:pt x="5527" y="387"/>
                    <a:pt x="6788" y="720"/>
                  </a:cubicBezTo>
                  <a:cubicBezTo>
                    <a:pt x="10529" y="1694"/>
                    <a:pt x="11941" y="2668"/>
                    <a:pt x="11952" y="2680"/>
                  </a:cubicBezTo>
                  <a:lnTo>
                    <a:pt x="12120" y="2467"/>
                  </a:lnTo>
                  <a:cubicBezTo>
                    <a:pt x="12064" y="2422"/>
                    <a:pt x="10686" y="1459"/>
                    <a:pt x="6867" y="451"/>
                  </a:cubicBezTo>
                  <a:cubicBezTo>
                    <a:pt x="5583" y="113"/>
                    <a:pt x="4392" y="0"/>
                    <a:pt x="3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9"/>
            <p:cNvSpPr/>
            <p:nvPr/>
          </p:nvSpPr>
          <p:spPr>
            <a:xfrm>
              <a:off x="5939618" y="2683390"/>
              <a:ext cx="472180" cy="308070"/>
            </a:xfrm>
            <a:custGeom>
              <a:avLst/>
              <a:gdLst/>
              <a:ahLst/>
              <a:cxnLst/>
              <a:rect l="l" t="t" r="r" b="b"/>
              <a:pathLst>
                <a:path w="8413" h="5489" extrusionOk="0">
                  <a:moveTo>
                    <a:pt x="1" y="0"/>
                  </a:moveTo>
                  <a:lnTo>
                    <a:pt x="1" y="5488"/>
                  </a:lnTo>
                  <a:lnTo>
                    <a:pt x="8412" y="5488"/>
                  </a:lnTo>
                  <a:lnTo>
                    <a:pt x="8412" y="5208"/>
                  </a:lnTo>
                  <a:lnTo>
                    <a:pt x="281" y="5208"/>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9"/>
            <p:cNvSpPr/>
            <p:nvPr/>
          </p:nvSpPr>
          <p:spPr>
            <a:xfrm>
              <a:off x="5910713" y="2648143"/>
              <a:ext cx="70437" cy="62299"/>
            </a:xfrm>
            <a:custGeom>
              <a:avLst/>
              <a:gdLst/>
              <a:ahLst/>
              <a:cxnLst/>
              <a:rect l="l" t="t" r="r" b="b"/>
              <a:pathLst>
                <a:path w="1255" h="1110" extrusionOk="0">
                  <a:moveTo>
                    <a:pt x="661" y="1"/>
                  </a:moveTo>
                  <a:lnTo>
                    <a:pt x="1" y="1110"/>
                  </a:lnTo>
                  <a:lnTo>
                    <a:pt x="1255" y="1020"/>
                  </a:lnTo>
                  <a:lnTo>
                    <a:pt x="6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9"/>
            <p:cNvSpPr/>
            <p:nvPr/>
          </p:nvSpPr>
          <p:spPr>
            <a:xfrm>
              <a:off x="5893764" y="2712912"/>
              <a:ext cx="435025" cy="236399"/>
            </a:xfrm>
            <a:custGeom>
              <a:avLst/>
              <a:gdLst/>
              <a:ahLst/>
              <a:cxnLst/>
              <a:rect l="l" t="t" r="r" b="b"/>
              <a:pathLst>
                <a:path w="7751" h="4212" extrusionOk="0">
                  <a:moveTo>
                    <a:pt x="3910" y="0"/>
                  </a:moveTo>
                  <a:cubicBezTo>
                    <a:pt x="3627" y="0"/>
                    <a:pt x="3538" y="457"/>
                    <a:pt x="3383" y="1199"/>
                  </a:cubicBezTo>
                  <a:cubicBezTo>
                    <a:pt x="3181" y="2196"/>
                    <a:pt x="2890" y="3573"/>
                    <a:pt x="2083" y="3876"/>
                  </a:cubicBezTo>
                  <a:cubicBezTo>
                    <a:pt x="1976" y="3917"/>
                    <a:pt x="1859" y="3937"/>
                    <a:pt x="1733" y="3937"/>
                  </a:cubicBezTo>
                  <a:cubicBezTo>
                    <a:pt x="1308" y="3937"/>
                    <a:pt x="782" y="3704"/>
                    <a:pt x="168" y="3237"/>
                  </a:cubicBezTo>
                  <a:lnTo>
                    <a:pt x="0" y="3450"/>
                  </a:lnTo>
                  <a:cubicBezTo>
                    <a:pt x="661" y="3965"/>
                    <a:pt x="1243" y="4212"/>
                    <a:pt x="1736" y="4212"/>
                  </a:cubicBezTo>
                  <a:cubicBezTo>
                    <a:pt x="1893" y="4212"/>
                    <a:pt x="2039" y="4190"/>
                    <a:pt x="2184" y="4134"/>
                  </a:cubicBezTo>
                  <a:cubicBezTo>
                    <a:pt x="3125" y="3775"/>
                    <a:pt x="3427" y="2319"/>
                    <a:pt x="3652" y="1255"/>
                  </a:cubicBezTo>
                  <a:cubicBezTo>
                    <a:pt x="3730" y="874"/>
                    <a:pt x="3831" y="415"/>
                    <a:pt x="3909" y="303"/>
                  </a:cubicBezTo>
                  <a:cubicBezTo>
                    <a:pt x="3988" y="493"/>
                    <a:pt x="4044" y="706"/>
                    <a:pt x="4077" y="919"/>
                  </a:cubicBezTo>
                  <a:cubicBezTo>
                    <a:pt x="4245" y="1692"/>
                    <a:pt x="4480" y="2857"/>
                    <a:pt x="5376" y="3529"/>
                  </a:cubicBezTo>
                  <a:cubicBezTo>
                    <a:pt x="5844" y="3882"/>
                    <a:pt x="6443" y="4061"/>
                    <a:pt x="7153" y="4061"/>
                  </a:cubicBezTo>
                  <a:cubicBezTo>
                    <a:pt x="7345" y="4061"/>
                    <a:pt x="7544" y="4048"/>
                    <a:pt x="7751" y="4021"/>
                  </a:cubicBezTo>
                  <a:lnTo>
                    <a:pt x="7717" y="3741"/>
                  </a:lnTo>
                  <a:cubicBezTo>
                    <a:pt x="7520" y="3766"/>
                    <a:pt x="7331" y="3778"/>
                    <a:pt x="7151" y="3778"/>
                  </a:cubicBezTo>
                  <a:cubicBezTo>
                    <a:pt x="6503" y="3778"/>
                    <a:pt x="5965" y="3620"/>
                    <a:pt x="5544" y="3305"/>
                  </a:cubicBezTo>
                  <a:cubicBezTo>
                    <a:pt x="4738" y="2700"/>
                    <a:pt x="4514" y="1591"/>
                    <a:pt x="4357" y="863"/>
                  </a:cubicBezTo>
                  <a:cubicBezTo>
                    <a:pt x="4245" y="325"/>
                    <a:pt x="4178" y="1"/>
                    <a:pt x="3920" y="1"/>
                  </a:cubicBezTo>
                  <a:cubicBezTo>
                    <a:pt x="3917" y="0"/>
                    <a:pt x="3913" y="0"/>
                    <a:pt x="39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9"/>
            <p:cNvSpPr/>
            <p:nvPr/>
          </p:nvSpPr>
          <p:spPr>
            <a:xfrm>
              <a:off x="7272979" y="3054881"/>
              <a:ext cx="608563" cy="350220"/>
            </a:xfrm>
            <a:custGeom>
              <a:avLst/>
              <a:gdLst/>
              <a:ahLst/>
              <a:cxnLst/>
              <a:rect l="l" t="t" r="r" b="b"/>
              <a:pathLst>
                <a:path w="10843" h="6240" extrusionOk="0">
                  <a:moveTo>
                    <a:pt x="5388" y="1468"/>
                  </a:moveTo>
                  <a:cubicBezTo>
                    <a:pt x="8154" y="1468"/>
                    <a:pt x="8110" y="4279"/>
                    <a:pt x="8110" y="4279"/>
                  </a:cubicBezTo>
                  <a:lnTo>
                    <a:pt x="2722" y="4279"/>
                  </a:lnTo>
                  <a:cubicBezTo>
                    <a:pt x="2722" y="4279"/>
                    <a:pt x="2610" y="1468"/>
                    <a:pt x="5388" y="1468"/>
                  </a:cubicBezTo>
                  <a:close/>
                  <a:moveTo>
                    <a:pt x="5421" y="1"/>
                  </a:moveTo>
                  <a:cubicBezTo>
                    <a:pt x="3047" y="1"/>
                    <a:pt x="1120" y="1927"/>
                    <a:pt x="1120" y="4313"/>
                  </a:cubicBezTo>
                  <a:lnTo>
                    <a:pt x="0" y="4313"/>
                  </a:lnTo>
                  <a:lnTo>
                    <a:pt x="0" y="6239"/>
                  </a:lnTo>
                  <a:lnTo>
                    <a:pt x="10842" y="6239"/>
                  </a:lnTo>
                  <a:lnTo>
                    <a:pt x="10842" y="4313"/>
                  </a:lnTo>
                  <a:lnTo>
                    <a:pt x="9722" y="4313"/>
                  </a:lnTo>
                  <a:cubicBezTo>
                    <a:pt x="9722" y="1927"/>
                    <a:pt x="7796" y="1"/>
                    <a:pt x="54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9"/>
            <p:cNvSpPr/>
            <p:nvPr/>
          </p:nvSpPr>
          <p:spPr>
            <a:xfrm>
              <a:off x="7295598" y="3036023"/>
              <a:ext cx="608563" cy="350220"/>
            </a:xfrm>
            <a:custGeom>
              <a:avLst/>
              <a:gdLst/>
              <a:ahLst/>
              <a:cxnLst/>
              <a:rect l="l" t="t" r="r" b="b"/>
              <a:pathLst>
                <a:path w="10843" h="6240" extrusionOk="0">
                  <a:moveTo>
                    <a:pt x="5388" y="1468"/>
                  </a:moveTo>
                  <a:cubicBezTo>
                    <a:pt x="8155" y="1468"/>
                    <a:pt x="8110" y="4279"/>
                    <a:pt x="8110" y="4279"/>
                  </a:cubicBezTo>
                  <a:lnTo>
                    <a:pt x="2722" y="4279"/>
                  </a:lnTo>
                  <a:cubicBezTo>
                    <a:pt x="2722" y="4279"/>
                    <a:pt x="2621" y="1468"/>
                    <a:pt x="5388" y="1468"/>
                  </a:cubicBezTo>
                  <a:close/>
                  <a:moveTo>
                    <a:pt x="5422" y="1"/>
                  </a:moveTo>
                  <a:cubicBezTo>
                    <a:pt x="3047" y="1"/>
                    <a:pt x="1121" y="1927"/>
                    <a:pt x="1121" y="4313"/>
                  </a:cubicBezTo>
                  <a:lnTo>
                    <a:pt x="0" y="4313"/>
                  </a:lnTo>
                  <a:lnTo>
                    <a:pt x="0" y="6239"/>
                  </a:lnTo>
                  <a:lnTo>
                    <a:pt x="10843" y="6239"/>
                  </a:lnTo>
                  <a:lnTo>
                    <a:pt x="10843" y="4313"/>
                  </a:lnTo>
                  <a:lnTo>
                    <a:pt x="9734" y="4313"/>
                  </a:lnTo>
                  <a:cubicBezTo>
                    <a:pt x="9734" y="1927"/>
                    <a:pt x="7796" y="1"/>
                    <a:pt x="5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9"/>
            <p:cNvSpPr/>
            <p:nvPr/>
          </p:nvSpPr>
          <p:spPr>
            <a:xfrm>
              <a:off x="7265403" y="3047978"/>
              <a:ext cx="624335" cy="364644"/>
            </a:xfrm>
            <a:custGeom>
              <a:avLst/>
              <a:gdLst/>
              <a:ahLst/>
              <a:cxnLst/>
              <a:rect l="l" t="t" r="r" b="b"/>
              <a:pathLst>
                <a:path w="11124" h="6497" extrusionOk="0">
                  <a:moveTo>
                    <a:pt x="5523" y="1725"/>
                  </a:moveTo>
                  <a:cubicBezTo>
                    <a:pt x="6296" y="1725"/>
                    <a:pt x="6900" y="1960"/>
                    <a:pt x="7348" y="2408"/>
                  </a:cubicBezTo>
                  <a:cubicBezTo>
                    <a:pt x="7964" y="3025"/>
                    <a:pt x="8076" y="3921"/>
                    <a:pt x="8099" y="4257"/>
                  </a:cubicBezTo>
                  <a:lnTo>
                    <a:pt x="3003" y="4257"/>
                  </a:lnTo>
                  <a:cubicBezTo>
                    <a:pt x="3016" y="3912"/>
                    <a:pt x="3121" y="3018"/>
                    <a:pt x="3731" y="2397"/>
                  </a:cubicBezTo>
                  <a:cubicBezTo>
                    <a:pt x="4156" y="1949"/>
                    <a:pt x="4761" y="1725"/>
                    <a:pt x="5523" y="1725"/>
                  </a:cubicBezTo>
                  <a:close/>
                  <a:moveTo>
                    <a:pt x="5523" y="1445"/>
                  </a:moveTo>
                  <a:cubicBezTo>
                    <a:pt x="4672" y="1445"/>
                    <a:pt x="3999" y="1692"/>
                    <a:pt x="3518" y="2196"/>
                  </a:cubicBezTo>
                  <a:cubicBezTo>
                    <a:pt x="2689" y="3069"/>
                    <a:pt x="2723" y="4346"/>
                    <a:pt x="2723" y="4402"/>
                  </a:cubicBezTo>
                  <a:lnTo>
                    <a:pt x="2723" y="4537"/>
                  </a:lnTo>
                  <a:lnTo>
                    <a:pt x="8390" y="4537"/>
                  </a:lnTo>
                  <a:lnTo>
                    <a:pt x="8390" y="4391"/>
                  </a:lnTo>
                  <a:cubicBezTo>
                    <a:pt x="8390" y="4346"/>
                    <a:pt x="8401" y="3069"/>
                    <a:pt x="7550" y="2207"/>
                  </a:cubicBezTo>
                  <a:cubicBezTo>
                    <a:pt x="7046" y="1703"/>
                    <a:pt x="6374" y="1445"/>
                    <a:pt x="5523" y="1445"/>
                  </a:cubicBezTo>
                  <a:close/>
                  <a:moveTo>
                    <a:pt x="5556" y="269"/>
                  </a:moveTo>
                  <a:cubicBezTo>
                    <a:pt x="7852" y="269"/>
                    <a:pt x="9723" y="2128"/>
                    <a:pt x="9723" y="4436"/>
                  </a:cubicBezTo>
                  <a:lnTo>
                    <a:pt x="9723" y="4570"/>
                  </a:lnTo>
                  <a:lnTo>
                    <a:pt x="10843" y="4570"/>
                  </a:lnTo>
                  <a:lnTo>
                    <a:pt x="10843" y="6217"/>
                  </a:lnTo>
                  <a:lnTo>
                    <a:pt x="281" y="6217"/>
                  </a:lnTo>
                  <a:lnTo>
                    <a:pt x="270" y="4570"/>
                  </a:lnTo>
                  <a:lnTo>
                    <a:pt x="1390" y="4570"/>
                  </a:lnTo>
                  <a:lnTo>
                    <a:pt x="1390" y="4436"/>
                  </a:lnTo>
                  <a:cubicBezTo>
                    <a:pt x="1390" y="2128"/>
                    <a:pt x="3249" y="269"/>
                    <a:pt x="5556" y="269"/>
                  </a:cubicBezTo>
                  <a:close/>
                  <a:moveTo>
                    <a:pt x="5556" y="0"/>
                  </a:moveTo>
                  <a:cubicBezTo>
                    <a:pt x="3171" y="0"/>
                    <a:pt x="1199" y="1904"/>
                    <a:pt x="1121" y="4290"/>
                  </a:cubicBezTo>
                  <a:lnTo>
                    <a:pt x="1" y="4290"/>
                  </a:lnTo>
                  <a:lnTo>
                    <a:pt x="1" y="6497"/>
                  </a:lnTo>
                  <a:lnTo>
                    <a:pt x="11123" y="6497"/>
                  </a:lnTo>
                  <a:lnTo>
                    <a:pt x="11123" y="4290"/>
                  </a:lnTo>
                  <a:lnTo>
                    <a:pt x="10003" y="4290"/>
                  </a:lnTo>
                  <a:cubicBezTo>
                    <a:pt x="9913" y="1904"/>
                    <a:pt x="7953" y="0"/>
                    <a:pt x="5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9"/>
            <p:cNvSpPr/>
            <p:nvPr/>
          </p:nvSpPr>
          <p:spPr>
            <a:xfrm>
              <a:off x="7305027" y="3339042"/>
              <a:ext cx="15771" cy="66059"/>
            </a:xfrm>
            <a:custGeom>
              <a:avLst/>
              <a:gdLst/>
              <a:ahLst/>
              <a:cxnLst/>
              <a:rect l="l" t="t" r="r" b="b"/>
              <a:pathLst>
                <a:path w="281" h="1177" extrusionOk="0">
                  <a:moveTo>
                    <a:pt x="0" y="0"/>
                  </a:moveTo>
                  <a:lnTo>
                    <a:pt x="0"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9"/>
            <p:cNvSpPr/>
            <p:nvPr/>
          </p:nvSpPr>
          <p:spPr>
            <a:xfrm>
              <a:off x="7353407"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9"/>
            <p:cNvSpPr/>
            <p:nvPr/>
          </p:nvSpPr>
          <p:spPr>
            <a:xfrm>
              <a:off x="7404985" y="3339042"/>
              <a:ext cx="15771" cy="66059"/>
            </a:xfrm>
            <a:custGeom>
              <a:avLst/>
              <a:gdLst/>
              <a:ahLst/>
              <a:cxnLst/>
              <a:rect l="l" t="t" r="r" b="b"/>
              <a:pathLst>
                <a:path w="281" h="1177" extrusionOk="0">
                  <a:moveTo>
                    <a:pt x="0" y="0"/>
                  </a:moveTo>
                  <a:lnTo>
                    <a:pt x="0" y="1176"/>
                  </a:lnTo>
                  <a:lnTo>
                    <a:pt x="280" y="1176"/>
                  </a:lnTo>
                  <a:lnTo>
                    <a:pt x="2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9"/>
            <p:cNvSpPr/>
            <p:nvPr/>
          </p:nvSpPr>
          <p:spPr>
            <a:xfrm>
              <a:off x="7456508"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9"/>
            <p:cNvSpPr/>
            <p:nvPr/>
          </p:nvSpPr>
          <p:spPr>
            <a:xfrm>
              <a:off x="7507470" y="3339042"/>
              <a:ext cx="15771" cy="66059"/>
            </a:xfrm>
            <a:custGeom>
              <a:avLst/>
              <a:gdLst/>
              <a:ahLst/>
              <a:cxnLst/>
              <a:rect l="l" t="t" r="r" b="b"/>
              <a:pathLst>
                <a:path w="281" h="1177" extrusionOk="0">
                  <a:moveTo>
                    <a:pt x="0" y="0"/>
                  </a:moveTo>
                  <a:lnTo>
                    <a:pt x="0" y="1176"/>
                  </a:lnTo>
                  <a:lnTo>
                    <a:pt x="280" y="1176"/>
                  </a:lnTo>
                  <a:lnTo>
                    <a:pt x="2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9"/>
            <p:cNvSpPr/>
            <p:nvPr/>
          </p:nvSpPr>
          <p:spPr>
            <a:xfrm>
              <a:off x="7558992"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9"/>
            <p:cNvSpPr/>
            <p:nvPr/>
          </p:nvSpPr>
          <p:spPr>
            <a:xfrm>
              <a:off x="7610515"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9"/>
            <p:cNvSpPr/>
            <p:nvPr/>
          </p:nvSpPr>
          <p:spPr>
            <a:xfrm>
              <a:off x="7662094" y="3339042"/>
              <a:ext cx="15771" cy="66059"/>
            </a:xfrm>
            <a:custGeom>
              <a:avLst/>
              <a:gdLst/>
              <a:ahLst/>
              <a:cxnLst/>
              <a:rect l="l" t="t" r="r" b="b"/>
              <a:pathLst>
                <a:path w="281" h="1177" extrusionOk="0">
                  <a:moveTo>
                    <a:pt x="0" y="0"/>
                  </a:moveTo>
                  <a:lnTo>
                    <a:pt x="0" y="1176"/>
                  </a:lnTo>
                  <a:lnTo>
                    <a:pt x="280" y="1176"/>
                  </a:lnTo>
                  <a:lnTo>
                    <a:pt x="2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9"/>
            <p:cNvSpPr/>
            <p:nvPr/>
          </p:nvSpPr>
          <p:spPr>
            <a:xfrm>
              <a:off x="7713617"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9"/>
            <p:cNvSpPr/>
            <p:nvPr/>
          </p:nvSpPr>
          <p:spPr>
            <a:xfrm>
              <a:off x="7765196" y="3339042"/>
              <a:ext cx="15771" cy="66059"/>
            </a:xfrm>
            <a:custGeom>
              <a:avLst/>
              <a:gdLst/>
              <a:ahLst/>
              <a:cxnLst/>
              <a:rect l="l" t="t" r="r" b="b"/>
              <a:pathLst>
                <a:path w="281" h="1177" extrusionOk="0">
                  <a:moveTo>
                    <a:pt x="0" y="0"/>
                  </a:moveTo>
                  <a:lnTo>
                    <a:pt x="0" y="1176"/>
                  </a:lnTo>
                  <a:lnTo>
                    <a:pt x="280" y="1176"/>
                  </a:lnTo>
                  <a:lnTo>
                    <a:pt x="2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9"/>
            <p:cNvSpPr/>
            <p:nvPr/>
          </p:nvSpPr>
          <p:spPr>
            <a:xfrm>
              <a:off x="7816718" y="3339042"/>
              <a:ext cx="15771" cy="66059"/>
            </a:xfrm>
            <a:custGeom>
              <a:avLst/>
              <a:gdLst/>
              <a:ahLst/>
              <a:cxnLst/>
              <a:rect l="l" t="t" r="r" b="b"/>
              <a:pathLst>
                <a:path w="281" h="1177" extrusionOk="0">
                  <a:moveTo>
                    <a:pt x="1" y="0"/>
                  </a:moveTo>
                  <a:lnTo>
                    <a:pt x="1" y="1176"/>
                  </a:lnTo>
                  <a:lnTo>
                    <a:pt x="281" y="1176"/>
                  </a:lnTo>
                  <a:lnTo>
                    <a:pt x="2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9"/>
            <p:cNvSpPr/>
            <p:nvPr/>
          </p:nvSpPr>
          <p:spPr>
            <a:xfrm>
              <a:off x="6158393" y="2670144"/>
              <a:ext cx="617992" cy="737482"/>
            </a:xfrm>
            <a:custGeom>
              <a:avLst/>
              <a:gdLst/>
              <a:ahLst/>
              <a:cxnLst/>
              <a:rect l="l" t="t" r="r" b="b"/>
              <a:pathLst>
                <a:path w="11011" h="13140" extrusionOk="0">
                  <a:moveTo>
                    <a:pt x="1703" y="1"/>
                  </a:moveTo>
                  <a:lnTo>
                    <a:pt x="1" y="11795"/>
                  </a:lnTo>
                  <a:lnTo>
                    <a:pt x="9308" y="13139"/>
                  </a:lnTo>
                  <a:lnTo>
                    <a:pt x="11011" y="1345"/>
                  </a:lnTo>
                  <a:lnTo>
                    <a:pt x="170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9"/>
            <p:cNvSpPr/>
            <p:nvPr/>
          </p:nvSpPr>
          <p:spPr>
            <a:xfrm>
              <a:off x="6260877" y="2898349"/>
              <a:ext cx="106301" cy="80539"/>
            </a:xfrm>
            <a:custGeom>
              <a:avLst/>
              <a:gdLst/>
              <a:ahLst/>
              <a:cxnLst/>
              <a:rect l="l" t="t" r="r" b="b"/>
              <a:pathLst>
                <a:path w="1894" h="1435" extrusionOk="0">
                  <a:moveTo>
                    <a:pt x="168" y="1"/>
                  </a:moveTo>
                  <a:lnTo>
                    <a:pt x="0" y="1188"/>
                  </a:lnTo>
                  <a:lnTo>
                    <a:pt x="1725" y="1434"/>
                  </a:lnTo>
                  <a:lnTo>
                    <a:pt x="1893" y="247"/>
                  </a:ln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9"/>
            <p:cNvSpPr/>
            <p:nvPr/>
          </p:nvSpPr>
          <p:spPr>
            <a:xfrm>
              <a:off x="6400404" y="2921641"/>
              <a:ext cx="76162" cy="75488"/>
            </a:xfrm>
            <a:custGeom>
              <a:avLst/>
              <a:gdLst/>
              <a:ahLst/>
              <a:cxnLst/>
              <a:rect l="l" t="t" r="r" b="b"/>
              <a:pathLst>
                <a:path w="1357" h="1345" extrusionOk="0">
                  <a:moveTo>
                    <a:pt x="169" y="0"/>
                  </a:moveTo>
                  <a:lnTo>
                    <a:pt x="1" y="1176"/>
                  </a:lnTo>
                  <a:lnTo>
                    <a:pt x="1177" y="1344"/>
                  </a:lnTo>
                  <a:lnTo>
                    <a:pt x="1356" y="168"/>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9"/>
            <p:cNvSpPr/>
            <p:nvPr/>
          </p:nvSpPr>
          <p:spPr>
            <a:xfrm>
              <a:off x="6512935" y="2937356"/>
              <a:ext cx="76106" cy="76106"/>
            </a:xfrm>
            <a:custGeom>
              <a:avLst/>
              <a:gdLst/>
              <a:ahLst/>
              <a:cxnLst/>
              <a:rect l="l" t="t" r="r" b="b"/>
              <a:pathLst>
                <a:path w="1356" h="1356" extrusionOk="0">
                  <a:moveTo>
                    <a:pt x="169" y="0"/>
                  </a:moveTo>
                  <a:lnTo>
                    <a:pt x="1" y="1187"/>
                  </a:lnTo>
                  <a:lnTo>
                    <a:pt x="1177" y="1355"/>
                  </a:lnTo>
                  <a:lnTo>
                    <a:pt x="1356" y="179"/>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9"/>
            <p:cNvSpPr/>
            <p:nvPr/>
          </p:nvSpPr>
          <p:spPr>
            <a:xfrm>
              <a:off x="6625465" y="2953688"/>
              <a:ext cx="76105" cy="76106"/>
            </a:xfrm>
            <a:custGeom>
              <a:avLst/>
              <a:gdLst/>
              <a:ahLst/>
              <a:cxnLst/>
              <a:rect l="l" t="t" r="r" b="b"/>
              <a:pathLst>
                <a:path w="1356" h="1356" extrusionOk="0">
                  <a:moveTo>
                    <a:pt x="180" y="0"/>
                  </a:moveTo>
                  <a:lnTo>
                    <a:pt x="1" y="1188"/>
                  </a:lnTo>
                  <a:lnTo>
                    <a:pt x="1188" y="1356"/>
                  </a:lnTo>
                  <a:lnTo>
                    <a:pt x="1356" y="180"/>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9"/>
            <p:cNvSpPr/>
            <p:nvPr/>
          </p:nvSpPr>
          <p:spPr>
            <a:xfrm>
              <a:off x="6380929" y="3028503"/>
              <a:ext cx="76106" cy="76106"/>
            </a:xfrm>
            <a:custGeom>
              <a:avLst/>
              <a:gdLst/>
              <a:ahLst/>
              <a:cxnLst/>
              <a:rect l="l" t="t" r="r" b="b"/>
              <a:pathLst>
                <a:path w="1356" h="1356" extrusionOk="0">
                  <a:moveTo>
                    <a:pt x="169" y="0"/>
                  </a:moveTo>
                  <a:lnTo>
                    <a:pt x="1" y="1187"/>
                  </a:lnTo>
                  <a:lnTo>
                    <a:pt x="1177" y="1355"/>
                  </a:lnTo>
                  <a:lnTo>
                    <a:pt x="1356" y="179"/>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9"/>
            <p:cNvSpPr/>
            <p:nvPr/>
          </p:nvSpPr>
          <p:spPr>
            <a:xfrm>
              <a:off x="6493459" y="3044835"/>
              <a:ext cx="76105" cy="76106"/>
            </a:xfrm>
            <a:custGeom>
              <a:avLst/>
              <a:gdLst/>
              <a:ahLst/>
              <a:cxnLst/>
              <a:rect l="l" t="t" r="r" b="b"/>
              <a:pathLst>
                <a:path w="1356" h="1356" extrusionOk="0">
                  <a:moveTo>
                    <a:pt x="169" y="0"/>
                  </a:moveTo>
                  <a:lnTo>
                    <a:pt x="1" y="1176"/>
                  </a:lnTo>
                  <a:lnTo>
                    <a:pt x="1177" y="1356"/>
                  </a:lnTo>
                  <a:lnTo>
                    <a:pt x="1356" y="168"/>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9"/>
            <p:cNvSpPr/>
            <p:nvPr/>
          </p:nvSpPr>
          <p:spPr>
            <a:xfrm>
              <a:off x="6605990" y="3061167"/>
              <a:ext cx="76105" cy="76106"/>
            </a:xfrm>
            <a:custGeom>
              <a:avLst/>
              <a:gdLst/>
              <a:ahLst/>
              <a:cxnLst/>
              <a:rect l="l" t="t" r="r" b="b"/>
              <a:pathLst>
                <a:path w="1356" h="1356" extrusionOk="0">
                  <a:moveTo>
                    <a:pt x="168" y="1"/>
                  </a:moveTo>
                  <a:lnTo>
                    <a:pt x="0" y="1188"/>
                  </a:lnTo>
                  <a:lnTo>
                    <a:pt x="1188" y="1356"/>
                  </a:lnTo>
                  <a:lnTo>
                    <a:pt x="1356"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9"/>
            <p:cNvSpPr/>
            <p:nvPr/>
          </p:nvSpPr>
          <p:spPr>
            <a:xfrm>
              <a:off x="6266546" y="3012114"/>
              <a:ext cx="75488" cy="76162"/>
            </a:xfrm>
            <a:custGeom>
              <a:avLst/>
              <a:gdLst/>
              <a:ahLst/>
              <a:cxnLst/>
              <a:rect l="l" t="t" r="r" b="b"/>
              <a:pathLst>
                <a:path w="1345" h="1357" extrusionOk="0">
                  <a:moveTo>
                    <a:pt x="168" y="1"/>
                  </a:moveTo>
                  <a:lnTo>
                    <a:pt x="0" y="1177"/>
                  </a:lnTo>
                  <a:lnTo>
                    <a:pt x="1176" y="1356"/>
                  </a:lnTo>
                  <a:lnTo>
                    <a:pt x="1344"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9"/>
            <p:cNvSpPr/>
            <p:nvPr/>
          </p:nvSpPr>
          <p:spPr>
            <a:xfrm>
              <a:off x="6363305" y="3136599"/>
              <a:ext cx="76162" cy="76106"/>
            </a:xfrm>
            <a:custGeom>
              <a:avLst/>
              <a:gdLst/>
              <a:ahLst/>
              <a:cxnLst/>
              <a:rect l="l" t="t" r="r" b="b"/>
              <a:pathLst>
                <a:path w="1357" h="1356" extrusionOk="0">
                  <a:moveTo>
                    <a:pt x="169" y="1"/>
                  </a:moveTo>
                  <a:lnTo>
                    <a:pt x="1" y="1188"/>
                  </a:lnTo>
                  <a:lnTo>
                    <a:pt x="1188" y="1356"/>
                  </a:lnTo>
                  <a:lnTo>
                    <a:pt x="1356" y="180"/>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9"/>
            <p:cNvSpPr/>
            <p:nvPr/>
          </p:nvSpPr>
          <p:spPr>
            <a:xfrm>
              <a:off x="6475836" y="3152932"/>
              <a:ext cx="76162" cy="76162"/>
            </a:xfrm>
            <a:custGeom>
              <a:avLst/>
              <a:gdLst/>
              <a:ahLst/>
              <a:cxnLst/>
              <a:rect l="l" t="t" r="r" b="b"/>
              <a:pathLst>
                <a:path w="1357" h="1357" extrusionOk="0">
                  <a:moveTo>
                    <a:pt x="169" y="1"/>
                  </a:moveTo>
                  <a:lnTo>
                    <a:pt x="1" y="1188"/>
                  </a:lnTo>
                  <a:lnTo>
                    <a:pt x="1177" y="1356"/>
                  </a:lnTo>
                  <a:lnTo>
                    <a:pt x="1356" y="169"/>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9"/>
            <p:cNvSpPr/>
            <p:nvPr/>
          </p:nvSpPr>
          <p:spPr>
            <a:xfrm>
              <a:off x="6588367" y="3169320"/>
              <a:ext cx="76162" cy="76106"/>
            </a:xfrm>
            <a:custGeom>
              <a:avLst/>
              <a:gdLst/>
              <a:ahLst/>
              <a:cxnLst/>
              <a:rect l="l" t="t" r="r" b="b"/>
              <a:pathLst>
                <a:path w="1357" h="1356" extrusionOk="0">
                  <a:moveTo>
                    <a:pt x="180" y="0"/>
                  </a:moveTo>
                  <a:lnTo>
                    <a:pt x="1" y="1187"/>
                  </a:lnTo>
                  <a:lnTo>
                    <a:pt x="1188" y="1355"/>
                  </a:lnTo>
                  <a:lnTo>
                    <a:pt x="1356" y="168"/>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9"/>
            <p:cNvSpPr/>
            <p:nvPr/>
          </p:nvSpPr>
          <p:spPr>
            <a:xfrm>
              <a:off x="6248923" y="3120267"/>
              <a:ext cx="76106" cy="75488"/>
            </a:xfrm>
            <a:custGeom>
              <a:avLst/>
              <a:gdLst/>
              <a:ahLst/>
              <a:cxnLst/>
              <a:rect l="l" t="t" r="r" b="b"/>
              <a:pathLst>
                <a:path w="1356" h="1345" extrusionOk="0">
                  <a:moveTo>
                    <a:pt x="168" y="0"/>
                  </a:moveTo>
                  <a:lnTo>
                    <a:pt x="0" y="1176"/>
                  </a:lnTo>
                  <a:lnTo>
                    <a:pt x="1177" y="1344"/>
                  </a:lnTo>
                  <a:lnTo>
                    <a:pt x="1356" y="168"/>
                  </a:lnTo>
                  <a:lnTo>
                    <a:pt x="1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9"/>
            <p:cNvSpPr/>
            <p:nvPr/>
          </p:nvSpPr>
          <p:spPr>
            <a:xfrm>
              <a:off x="6345738" y="3244752"/>
              <a:ext cx="76106" cy="76105"/>
            </a:xfrm>
            <a:custGeom>
              <a:avLst/>
              <a:gdLst/>
              <a:ahLst/>
              <a:cxnLst/>
              <a:rect l="l" t="t" r="r" b="b"/>
              <a:pathLst>
                <a:path w="1356" h="1356" extrusionOk="0">
                  <a:moveTo>
                    <a:pt x="180" y="0"/>
                  </a:moveTo>
                  <a:lnTo>
                    <a:pt x="0" y="1187"/>
                  </a:lnTo>
                  <a:lnTo>
                    <a:pt x="1188" y="1355"/>
                  </a:lnTo>
                  <a:lnTo>
                    <a:pt x="1356" y="168"/>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9"/>
            <p:cNvSpPr/>
            <p:nvPr/>
          </p:nvSpPr>
          <p:spPr>
            <a:xfrm>
              <a:off x="6474601" y="3217700"/>
              <a:ext cx="76106" cy="75488"/>
            </a:xfrm>
            <a:custGeom>
              <a:avLst/>
              <a:gdLst/>
              <a:ahLst/>
              <a:cxnLst/>
              <a:rect l="l" t="t" r="r" b="b"/>
              <a:pathLst>
                <a:path w="1356" h="1345" extrusionOk="0">
                  <a:moveTo>
                    <a:pt x="168" y="1"/>
                  </a:moveTo>
                  <a:lnTo>
                    <a:pt x="0" y="1177"/>
                  </a:lnTo>
                  <a:lnTo>
                    <a:pt x="1188" y="1345"/>
                  </a:lnTo>
                  <a:lnTo>
                    <a:pt x="1356"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9"/>
            <p:cNvSpPr/>
            <p:nvPr/>
          </p:nvSpPr>
          <p:spPr>
            <a:xfrm>
              <a:off x="6571417" y="3277417"/>
              <a:ext cx="75488" cy="76106"/>
            </a:xfrm>
            <a:custGeom>
              <a:avLst/>
              <a:gdLst/>
              <a:ahLst/>
              <a:cxnLst/>
              <a:rect l="l" t="t" r="r" b="b"/>
              <a:pathLst>
                <a:path w="1345" h="1356" extrusionOk="0">
                  <a:moveTo>
                    <a:pt x="168" y="1"/>
                  </a:moveTo>
                  <a:lnTo>
                    <a:pt x="0" y="1177"/>
                  </a:lnTo>
                  <a:lnTo>
                    <a:pt x="1176" y="1356"/>
                  </a:lnTo>
                  <a:lnTo>
                    <a:pt x="1344"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9"/>
            <p:cNvSpPr/>
            <p:nvPr/>
          </p:nvSpPr>
          <p:spPr>
            <a:xfrm>
              <a:off x="6231299" y="3228364"/>
              <a:ext cx="76162" cy="75488"/>
            </a:xfrm>
            <a:custGeom>
              <a:avLst/>
              <a:gdLst/>
              <a:ahLst/>
              <a:cxnLst/>
              <a:rect l="l" t="t" r="r" b="b"/>
              <a:pathLst>
                <a:path w="1357" h="1345" extrusionOk="0">
                  <a:moveTo>
                    <a:pt x="169" y="1"/>
                  </a:moveTo>
                  <a:lnTo>
                    <a:pt x="1" y="1177"/>
                  </a:lnTo>
                  <a:lnTo>
                    <a:pt x="1177" y="1345"/>
                  </a:lnTo>
                  <a:lnTo>
                    <a:pt x="1356" y="169"/>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9"/>
            <p:cNvSpPr/>
            <p:nvPr/>
          </p:nvSpPr>
          <p:spPr>
            <a:xfrm>
              <a:off x="6291690" y="2727392"/>
              <a:ext cx="444454" cy="195540"/>
            </a:xfrm>
            <a:custGeom>
              <a:avLst/>
              <a:gdLst/>
              <a:ahLst/>
              <a:cxnLst/>
              <a:rect l="l" t="t" r="r" b="b"/>
              <a:pathLst>
                <a:path w="7919" h="3484" extrusionOk="0">
                  <a:moveTo>
                    <a:pt x="347" y="0"/>
                  </a:moveTo>
                  <a:lnTo>
                    <a:pt x="0" y="2397"/>
                  </a:lnTo>
                  <a:lnTo>
                    <a:pt x="7572" y="3483"/>
                  </a:lnTo>
                  <a:lnTo>
                    <a:pt x="7919" y="1098"/>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9"/>
            <p:cNvSpPr/>
            <p:nvPr/>
          </p:nvSpPr>
          <p:spPr>
            <a:xfrm>
              <a:off x="6149581" y="2661389"/>
              <a:ext cx="635616" cy="755667"/>
            </a:xfrm>
            <a:custGeom>
              <a:avLst/>
              <a:gdLst/>
              <a:ahLst/>
              <a:cxnLst/>
              <a:rect l="l" t="t" r="r" b="b"/>
              <a:pathLst>
                <a:path w="11325" h="13464" extrusionOk="0">
                  <a:moveTo>
                    <a:pt x="1983" y="314"/>
                  </a:moveTo>
                  <a:lnTo>
                    <a:pt x="11011" y="1624"/>
                  </a:lnTo>
                  <a:lnTo>
                    <a:pt x="9342" y="13149"/>
                  </a:lnTo>
                  <a:lnTo>
                    <a:pt x="314" y="11839"/>
                  </a:lnTo>
                  <a:lnTo>
                    <a:pt x="1983" y="314"/>
                  </a:lnTo>
                  <a:close/>
                  <a:moveTo>
                    <a:pt x="1748" y="0"/>
                  </a:moveTo>
                  <a:lnTo>
                    <a:pt x="1" y="12074"/>
                  </a:lnTo>
                  <a:lnTo>
                    <a:pt x="9588" y="13463"/>
                  </a:lnTo>
                  <a:lnTo>
                    <a:pt x="11325" y="1389"/>
                  </a:lnTo>
                  <a:lnTo>
                    <a:pt x="17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9"/>
            <p:cNvSpPr/>
            <p:nvPr/>
          </p:nvSpPr>
          <p:spPr>
            <a:xfrm>
              <a:off x="6270306" y="2697814"/>
              <a:ext cx="462077" cy="213163"/>
            </a:xfrm>
            <a:custGeom>
              <a:avLst/>
              <a:gdLst/>
              <a:ahLst/>
              <a:cxnLst/>
              <a:rect l="l" t="t" r="r" b="b"/>
              <a:pathLst>
                <a:path w="8233" h="3798" extrusionOk="0">
                  <a:moveTo>
                    <a:pt x="616" y="314"/>
                  </a:moveTo>
                  <a:lnTo>
                    <a:pt x="7919" y="1367"/>
                  </a:lnTo>
                  <a:lnTo>
                    <a:pt x="7617" y="3484"/>
                  </a:lnTo>
                  <a:lnTo>
                    <a:pt x="314" y="2431"/>
                  </a:lnTo>
                  <a:lnTo>
                    <a:pt x="616" y="314"/>
                  </a:lnTo>
                  <a:close/>
                  <a:moveTo>
                    <a:pt x="381" y="1"/>
                  </a:moveTo>
                  <a:lnTo>
                    <a:pt x="0" y="2666"/>
                  </a:lnTo>
                  <a:lnTo>
                    <a:pt x="7852" y="3798"/>
                  </a:lnTo>
                  <a:lnTo>
                    <a:pt x="8233" y="1132"/>
                  </a:lnTo>
                  <a:lnTo>
                    <a:pt x="3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9"/>
            <p:cNvSpPr/>
            <p:nvPr/>
          </p:nvSpPr>
          <p:spPr>
            <a:xfrm>
              <a:off x="6240728" y="2871970"/>
              <a:ext cx="124541" cy="98106"/>
            </a:xfrm>
            <a:custGeom>
              <a:avLst/>
              <a:gdLst/>
              <a:ahLst/>
              <a:cxnLst/>
              <a:rect l="l" t="t" r="r" b="b"/>
              <a:pathLst>
                <a:path w="2219" h="1748" extrusionOk="0">
                  <a:moveTo>
                    <a:pt x="460" y="314"/>
                  </a:moveTo>
                  <a:lnTo>
                    <a:pt x="1905" y="527"/>
                  </a:lnTo>
                  <a:lnTo>
                    <a:pt x="1771" y="1434"/>
                  </a:lnTo>
                  <a:lnTo>
                    <a:pt x="326" y="1221"/>
                  </a:lnTo>
                  <a:lnTo>
                    <a:pt x="460" y="314"/>
                  </a:lnTo>
                  <a:close/>
                  <a:moveTo>
                    <a:pt x="214" y="0"/>
                  </a:moveTo>
                  <a:lnTo>
                    <a:pt x="1" y="1456"/>
                  </a:lnTo>
                  <a:lnTo>
                    <a:pt x="2006" y="1748"/>
                  </a:lnTo>
                  <a:lnTo>
                    <a:pt x="2219" y="291"/>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9"/>
            <p:cNvSpPr/>
            <p:nvPr/>
          </p:nvSpPr>
          <p:spPr>
            <a:xfrm>
              <a:off x="6382163" y="2892680"/>
              <a:ext cx="93729" cy="93729"/>
            </a:xfrm>
            <a:custGeom>
              <a:avLst/>
              <a:gdLst/>
              <a:ahLst/>
              <a:cxnLst/>
              <a:rect l="l" t="t" r="r" b="b"/>
              <a:pathLst>
                <a:path w="1670" h="1670" extrusionOk="0">
                  <a:moveTo>
                    <a:pt x="449" y="326"/>
                  </a:moveTo>
                  <a:lnTo>
                    <a:pt x="1356" y="449"/>
                  </a:lnTo>
                  <a:lnTo>
                    <a:pt x="1222" y="1356"/>
                  </a:lnTo>
                  <a:lnTo>
                    <a:pt x="326" y="1222"/>
                  </a:lnTo>
                  <a:lnTo>
                    <a:pt x="449" y="326"/>
                  </a:lnTo>
                  <a:close/>
                  <a:moveTo>
                    <a:pt x="214" y="1"/>
                  </a:moveTo>
                  <a:lnTo>
                    <a:pt x="1" y="1457"/>
                  </a:lnTo>
                  <a:lnTo>
                    <a:pt x="1457" y="1670"/>
                  </a:lnTo>
                  <a:lnTo>
                    <a:pt x="1670" y="214"/>
                  </a:lnTo>
                  <a:lnTo>
                    <a:pt x="2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9"/>
            <p:cNvSpPr/>
            <p:nvPr/>
          </p:nvSpPr>
          <p:spPr>
            <a:xfrm>
              <a:off x="6494694" y="2909069"/>
              <a:ext cx="93729" cy="93673"/>
            </a:xfrm>
            <a:custGeom>
              <a:avLst/>
              <a:gdLst/>
              <a:ahLst/>
              <a:cxnLst/>
              <a:rect l="l" t="t" r="r" b="b"/>
              <a:pathLst>
                <a:path w="1670" h="1669" extrusionOk="0">
                  <a:moveTo>
                    <a:pt x="449" y="314"/>
                  </a:moveTo>
                  <a:lnTo>
                    <a:pt x="1356" y="448"/>
                  </a:lnTo>
                  <a:lnTo>
                    <a:pt x="1222" y="1355"/>
                  </a:lnTo>
                  <a:lnTo>
                    <a:pt x="326" y="1221"/>
                  </a:lnTo>
                  <a:lnTo>
                    <a:pt x="449" y="314"/>
                  </a:lnTo>
                  <a:close/>
                  <a:moveTo>
                    <a:pt x="214" y="0"/>
                  </a:moveTo>
                  <a:lnTo>
                    <a:pt x="1" y="1456"/>
                  </a:lnTo>
                  <a:lnTo>
                    <a:pt x="1468"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9"/>
            <p:cNvSpPr/>
            <p:nvPr/>
          </p:nvSpPr>
          <p:spPr>
            <a:xfrm>
              <a:off x="6607898" y="2925401"/>
              <a:ext cx="93673" cy="93729"/>
            </a:xfrm>
            <a:custGeom>
              <a:avLst/>
              <a:gdLst/>
              <a:ahLst/>
              <a:cxnLst/>
              <a:rect l="l" t="t" r="r" b="b"/>
              <a:pathLst>
                <a:path w="1669" h="1670" extrusionOk="0">
                  <a:moveTo>
                    <a:pt x="448" y="314"/>
                  </a:moveTo>
                  <a:lnTo>
                    <a:pt x="1344" y="448"/>
                  </a:lnTo>
                  <a:lnTo>
                    <a:pt x="1221" y="1356"/>
                  </a:lnTo>
                  <a:lnTo>
                    <a:pt x="314" y="1221"/>
                  </a:lnTo>
                  <a:lnTo>
                    <a:pt x="448" y="314"/>
                  </a:lnTo>
                  <a:close/>
                  <a:moveTo>
                    <a:pt x="202" y="0"/>
                  </a:moveTo>
                  <a:lnTo>
                    <a:pt x="0" y="1456"/>
                  </a:lnTo>
                  <a:lnTo>
                    <a:pt x="1456" y="1669"/>
                  </a:lnTo>
                  <a:lnTo>
                    <a:pt x="1669" y="213"/>
                  </a:lnTo>
                  <a:lnTo>
                    <a:pt x="2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9"/>
            <p:cNvSpPr/>
            <p:nvPr/>
          </p:nvSpPr>
          <p:spPr>
            <a:xfrm>
              <a:off x="6362688" y="3000216"/>
              <a:ext cx="93729" cy="93729"/>
            </a:xfrm>
            <a:custGeom>
              <a:avLst/>
              <a:gdLst/>
              <a:ahLst/>
              <a:cxnLst/>
              <a:rect l="l" t="t" r="r" b="b"/>
              <a:pathLst>
                <a:path w="1670" h="1670" extrusionOk="0">
                  <a:moveTo>
                    <a:pt x="449" y="314"/>
                  </a:moveTo>
                  <a:lnTo>
                    <a:pt x="1356" y="448"/>
                  </a:lnTo>
                  <a:lnTo>
                    <a:pt x="1222" y="1355"/>
                  </a:lnTo>
                  <a:lnTo>
                    <a:pt x="314" y="1221"/>
                  </a:lnTo>
                  <a:lnTo>
                    <a:pt x="449" y="314"/>
                  </a:lnTo>
                  <a:close/>
                  <a:moveTo>
                    <a:pt x="214" y="0"/>
                  </a:moveTo>
                  <a:lnTo>
                    <a:pt x="1" y="1456"/>
                  </a:lnTo>
                  <a:lnTo>
                    <a:pt x="1457"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9"/>
            <p:cNvSpPr/>
            <p:nvPr/>
          </p:nvSpPr>
          <p:spPr>
            <a:xfrm>
              <a:off x="6475219" y="3068720"/>
              <a:ext cx="93729" cy="93729"/>
            </a:xfrm>
            <a:custGeom>
              <a:avLst/>
              <a:gdLst/>
              <a:ahLst/>
              <a:cxnLst/>
              <a:rect l="l" t="t" r="r" b="b"/>
              <a:pathLst>
                <a:path w="1670" h="1670" extrusionOk="0">
                  <a:moveTo>
                    <a:pt x="449" y="314"/>
                  </a:moveTo>
                  <a:lnTo>
                    <a:pt x="1356" y="448"/>
                  </a:lnTo>
                  <a:lnTo>
                    <a:pt x="1222" y="1356"/>
                  </a:lnTo>
                  <a:lnTo>
                    <a:pt x="314" y="1221"/>
                  </a:lnTo>
                  <a:lnTo>
                    <a:pt x="449" y="314"/>
                  </a:lnTo>
                  <a:close/>
                  <a:moveTo>
                    <a:pt x="213" y="0"/>
                  </a:moveTo>
                  <a:lnTo>
                    <a:pt x="1" y="1456"/>
                  </a:lnTo>
                  <a:lnTo>
                    <a:pt x="1457" y="1669"/>
                  </a:lnTo>
                  <a:lnTo>
                    <a:pt x="1670" y="213"/>
                  </a:ln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9"/>
            <p:cNvSpPr/>
            <p:nvPr/>
          </p:nvSpPr>
          <p:spPr>
            <a:xfrm>
              <a:off x="6587749" y="3032880"/>
              <a:ext cx="93729" cy="93729"/>
            </a:xfrm>
            <a:custGeom>
              <a:avLst/>
              <a:gdLst/>
              <a:ahLst/>
              <a:cxnLst/>
              <a:rect l="l" t="t" r="r" b="b"/>
              <a:pathLst>
                <a:path w="1670" h="1670" extrusionOk="0">
                  <a:moveTo>
                    <a:pt x="449" y="314"/>
                  </a:moveTo>
                  <a:lnTo>
                    <a:pt x="1356" y="449"/>
                  </a:lnTo>
                  <a:lnTo>
                    <a:pt x="1221" y="1356"/>
                  </a:lnTo>
                  <a:lnTo>
                    <a:pt x="325" y="1221"/>
                  </a:lnTo>
                  <a:lnTo>
                    <a:pt x="449" y="314"/>
                  </a:lnTo>
                  <a:close/>
                  <a:moveTo>
                    <a:pt x="213" y="1"/>
                  </a:moveTo>
                  <a:lnTo>
                    <a:pt x="1" y="1457"/>
                  </a:lnTo>
                  <a:lnTo>
                    <a:pt x="1468" y="1669"/>
                  </a:lnTo>
                  <a:lnTo>
                    <a:pt x="1669" y="21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9"/>
            <p:cNvSpPr/>
            <p:nvPr/>
          </p:nvSpPr>
          <p:spPr>
            <a:xfrm>
              <a:off x="6248305" y="2983827"/>
              <a:ext cx="93729" cy="93729"/>
            </a:xfrm>
            <a:custGeom>
              <a:avLst/>
              <a:gdLst/>
              <a:ahLst/>
              <a:cxnLst/>
              <a:rect l="l" t="t" r="r" b="b"/>
              <a:pathLst>
                <a:path w="1670" h="1670" extrusionOk="0">
                  <a:moveTo>
                    <a:pt x="448" y="315"/>
                  </a:moveTo>
                  <a:lnTo>
                    <a:pt x="1344" y="449"/>
                  </a:lnTo>
                  <a:lnTo>
                    <a:pt x="1221" y="1345"/>
                  </a:lnTo>
                  <a:lnTo>
                    <a:pt x="314" y="1222"/>
                  </a:lnTo>
                  <a:lnTo>
                    <a:pt x="448" y="315"/>
                  </a:lnTo>
                  <a:close/>
                  <a:moveTo>
                    <a:pt x="213" y="1"/>
                  </a:moveTo>
                  <a:lnTo>
                    <a:pt x="0" y="1457"/>
                  </a:lnTo>
                  <a:lnTo>
                    <a:pt x="1456" y="1670"/>
                  </a:lnTo>
                  <a:lnTo>
                    <a:pt x="1669" y="214"/>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9"/>
            <p:cNvSpPr/>
            <p:nvPr/>
          </p:nvSpPr>
          <p:spPr>
            <a:xfrm>
              <a:off x="6345121" y="3108312"/>
              <a:ext cx="93729" cy="93729"/>
            </a:xfrm>
            <a:custGeom>
              <a:avLst/>
              <a:gdLst/>
              <a:ahLst/>
              <a:cxnLst/>
              <a:rect l="l" t="t" r="r" b="b"/>
              <a:pathLst>
                <a:path w="1670" h="1670" extrusionOk="0">
                  <a:moveTo>
                    <a:pt x="448" y="314"/>
                  </a:moveTo>
                  <a:lnTo>
                    <a:pt x="1355" y="449"/>
                  </a:lnTo>
                  <a:lnTo>
                    <a:pt x="1221" y="1345"/>
                  </a:lnTo>
                  <a:lnTo>
                    <a:pt x="325" y="1221"/>
                  </a:lnTo>
                  <a:lnTo>
                    <a:pt x="448" y="314"/>
                  </a:lnTo>
                  <a:close/>
                  <a:moveTo>
                    <a:pt x="213" y="1"/>
                  </a:moveTo>
                  <a:lnTo>
                    <a:pt x="0" y="1457"/>
                  </a:lnTo>
                  <a:lnTo>
                    <a:pt x="1467" y="1670"/>
                  </a:lnTo>
                  <a:lnTo>
                    <a:pt x="1669" y="202"/>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9"/>
            <p:cNvSpPr/>
            <p:nvPr/>
          </p:nvSpPr>
          <p:spPr>
            <a:xfrm>
              <a:off x="6457652" y="3124645"/>
              <a:ext cx="93673" cy="93729"/>
            </a:xfrm>
            <a:custGeom>
              <a:avLst/>
              <a:gdLst/>
              <a:ahLst/>
              <a:cxnLst/>
              <a:rect l="l" t="t" r="r" b="b"/>
              <a:pathLst>
                <a:path w="1669" h="1670" extrusionOk="0">
                  <a:moveTo>
                    <a:pt x="448" y="314"/>
                  </a:moveTo>
                  <a:lnTo>
                    <a:pt x="1355" y="449"/>
                  </a:lnTo>
                  <a:lnTo>
                    <a:pt x="1221" y="1356"/>
                  </a:lnTo>
                  <a:lnTo>
                    <a:pt x="325" y="1222"/>
                  </a:lnTo>
                  <a:lnTo>
                    <a:pt x="448" y="314"/>
                  </a:lnTo>
                  <a:close/>
                  <a:moveTo>
                    <a:pt x="213" y="1"/>
                  </a:moveTo>
                  <a:lnTo>
                    <a:pt x="0" y="1457"/>
                  </a:lnTo>
                  <a:lnTo>
                    <a:pt x="1467" y="1670"/>
                  </a:lnTo>
                  <a:lnTo>
                    <a:pt x="1669" y="214"/>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9"/>
            <p:cNvSpPr/>
            <p:nvPr/>
          </p:nvSpPr>
          <p:spPr>
            <a:xfrm>
              <a:off x="6570126" y="3141033"/>
              <a:ext cx="94402" cy="93673"/>
            </a:xfrm>
            <a:custGeom>
              <a:avLst/>
              <a:gdLst/>
              <a:ahLst/>
              <a:cxnLst/>
              <a:rect l="l" t="t" r="r" b="b"/>
              <a:pathLst>
                <a:path w="1682" h="1669" extrusionOk="0">
                  <a:moveTo>
                    <a:pt x="460" y="314"/>
                  </a:moveTo>
                  <a:lnTo>
                    <a:pt x="1356" y="448"/>
                  </a:lnTo>
                  <a:lnTo>
                    <a:pt x="1233" y="1355"/>
                  </a:lnTo>
                  <a:lnTo>
                    <a:pt x="326" y="1221"/>
                  </a:lnTo>
                  <a:lnTo>
                    <a:pt x="460" y="314"/>
                  </a:lnTo>
                  <a:close/>
                  <a:moveTo>
                    <a:pt x="214" y="0"/>
                  </a:moveTo>
                  <a:lnTo>
                    <a:pt x="1" y="1456"/>
                  </a:lnTo>
                  <a:lnTo>
                    <a:pt x="1468" y="1669"/>
                  </a:lnTo>
                  <a:lnTo>
                    <a:pt x="1681"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9"/>
            <p:cNvSpPr/>
            <p:nvPr/>
          </p:nvSpPr>
          <p:spPr>
            <a:xfrm>
              <a:off x="6230682" y="3091980"/>
              <a:ext cx="93729" cy="93729"/>
            </a:xfrm>
            <a:custGeom>
              <a:avLst/>
              <a:gdLst/>
              <a:ahLst/>
              <a:cxnLst/>
              <a:rect l="l" t="t" r="r" b="b"/>
              <a:pathLst>
                <a:path w="1670" h="1670" extrusionOk="0">
                  <a:moveTo>
                    <a:pt x="449" y="314"/>
                  </a:moveTo>
                  <a:lnTo>
                    <a:pt x="1356" y="448"/>
                  </a:lnTo>
                  <a:lnTo>
                    <a:pt x="1222" y="1344"/>
                  </a:lnTo>
                  <a:lnTo>
                    <a:pt x="314" y="1221"/>
                  </a:lnTo>
                  <a:lnTo>
                    <a:pt x="449" y="314"/>
                  </a:lnTo>
                  <a:close/>
                  <a:moveTo>
                    <a:pt x="213" y="0"/>
                  </a:moveTo>
                  <a:lnTo>
                    <a:pt x="1" y="1456"/>
                  </a:lnTo>
                  <a:lnTo>
                    <a:pt x="1457" y="1669"/>
                  </a:lnTo>
                  <a:lnTo>
                    <a:pt x="1670" y="213"/>
                  </a:ln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9"/>
            <p:cNvSpPr/>
            <p:nvPr/>
          </p:nvSpPr>
          <p:spPr>
            <a:xfrm>
              <a:off x="6328115" y="3216465"/>
              <a:ext cx="93729" cy="93673"/>
            </a:xfrm>
            <a:custGeom>
              <a:avLst/>
              <a:gdLst/>
              <a:ahLst/>
              <a:cxnLst/>
              <a:rect l="l" t="t" r="r" b="b"/>
              <a:pathLst>
                <a:path w="1670" h="1669" extrusionOk="0">
                  <a:moveTo>
                    <a:pt x="449" y="314"/>
                  </a:moveTo>
                  <a:lnTo>
                    <a:pt x="1356" y="448"/>
                  </a:lnTo>
                  <a:lnTo>
                    <a:pt x="1222" y="1355"/>
                  </a:lnTo>
                  <a:lnTo>
                    <a:pt x="314" y="1221"/>
                  </a:lnTo>
                  <a:lnTo>
                    <a:pt x="449" y="314"/>
                  </a:lnTo>
                  <a:close/>
                  <a:moveTo>
                    <a:pt x="214" y="0"/>
                  </a:moveTo>
                  <a:lnTo>
                    <a:pt x="1" y="1456"/>
                  </a:lnTo>
                  <a:lnTo>
                    <a:pt x="1457"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9"/>
            <p:cNvSpPr/>
            <p:nvPr/>
          </p:nvSpPr>
          <p:spPr>
            <a:xfrm>
              <a:off x="6440646" y="3232798"/>
              <a:ext cx="93729" cy="93729"/>
            </a:xfrm>
            <a:custGeom>
              <a:avLst/>
              <a:gdLst/>
              <a:ahLst/>
              <a:cxnLst/>
              <a:rect l="l" t="t" r="r" b="b"/>
              <a:pathLst>
                <a:path w="1670" h="1670" extrusionOk="0">
                  <a:moveTo>
                    <a:pt x="449" y="314"/>
                  </a:moveTo>
                  <a:lnTo>
                    <a:pt x="1345" y="448"/>
                  </a:lnTo>
                  <a:lnTo>
                    <a:pt x="1222" y="1356"/>
                  </a:lnTo>
                  <a:lnTo>
                    <a:pt x="314" y="1221"/>
                  </a:lnTo>
                  <a:lnTo>
                    <a:pt x="449" y="314"/>
                  </a:lnTo>
                  <a:close/>
                  <a:moveTo>
                    <a:pt x="202" y="0"/>
                  </a:moveTo>
                  <a:lnTo>
                    <a:pt x="1" y="1456"/>
                  </a:lnTo>
                  <a:lnTo>
                    <a:pt x="1457" y="1669"/>
                  </a:lnTo>
                  <a:lnTo>
                    <a:pt x="1670" y="213"/>
                  </a:lnTo>
                  <a:lnTo>
                    <a:pt x="2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9"/>
            <p:cNvSpPr/>
            <p:nvPr/>
          </p:nvSpPr>
          <p:spPr>
            <a:xfrm>
              <a:off x="6553176" y="3249130"/>
              <a:ext cx="93729" cy="93729"/>
            </a:xfrm>
            <a:custGeom>
              <a:avLst/>
              <a:gdLst/>
              <a:ahLst/>
              <a:cxnLst/>
              <a:rect l="l" t="t" r="r" b="b"/>
              <a:pathLst>
                <a:path w="1670" h="1670" extrusionOk="0">
                  <a:moveTo>
                    <a:pt x="449" y="314"/>
                  </a:moveTo>
                  <a:lnTo>
                    <a:pt x="1345" y="449"/>
                  </a:lnTo>
                  <a:lnTo>
                    <a:pt x="1221" y="1345"/>
                  </a:lnTo>
                  <a:lnTo>
                    <a:pt x="314" y="1221"/>
                  </a:lnTo>
                  <a:lnTo>
                    <a:pt x="449" y="314"/>
                  </a:lnTo>
                  <a:close/>
                  <a:moveTo>
                    <a:pt x="213" y="1"/>
                  </a:moveTo>
                  <a:lnTo>
                    <a:pt x="1" y="1457"/>
                  </a:lnTo>
                  <a:lnTo>
                    <a:pt x="1457" y="1669"/>
                  </a:lnTo>
                  <a:lnTo>
                    <a:pt x="1669" y="21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9"/>
            <p:cNvSpPr/>
            <p:nvPr/>
          </p:nvSpPr>
          <p:spPr>
            <a:xfrm>
              <a:off x="6213115" y="3200077"/>
              <a:ext cx="93673" cy="93729"/>
            </a:xfrm>
            <a:custGeom>
              <a:avLst/>
              <a:gdLst/>
              <a:ahLst/>
              <a:cxnLst/>
              <a:rect l="l" t="t" r="r" b="b"/>
              <a:pathLst>
                <a:path w="1669" h="1670" extrusionOk="0">
                  <a:moveTo>
                    <a:pt x="448" y="315"/>
                  </a:moveTo>
                  <a:lnTo>
                    <a:pt x="1355" y="449"/>
                  </a:lnTo>
                  <a:lnTo>
                    <a:pt x="1221" y="1345"/>
                  </a:lnTo>
                  <a:lnTo>
                    <a:pt x="325" y="1222"/>
                  </a:lnTo>
                  <a:lnTo>
                    <a:pt x="448" y="315"/>
                  </a:lnTo>
                  <a:close/>
                  <a:moveTo>
                    <a:pt x="213" y="1"/>
                  </a:moveTo>
                  <a:lnTo>
                    <a:pt x="0" y="1457"/>
                  </a:lnTo>
                  <a:lnTo>
                    <a:pt x="1456" y="1670"/>
                  </a:lnTo>
                  <a:lnTo>
                    <a:pt x="1669" y="20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9"/>
            <p:cNvSpPr/>
            <p:nvPr/>
          </p:nvSpPr>
          <p:spPr>
            <a:xfrm>
              <a:off x="6507322" y="2769598"/>
              <a:ext cx="37099" cy="97826"/>
            </a:xfrm>
            <a:custGeom>
              <a:avLst/>
              <a:gdLst/>
              <a:ahLst/>
              <a:cxnLst/>
              <a:rect l="l" t="t" r="r" b="b"/>
              <a:pathLst>
                <a:path w="661" h="1743" extrusionOk="0">
                  <a:moveTo>
                    <a:pt x="535" y="1"/>
                  </a:moveTo>
                  <a:cubicBezTo>
                    <a:pt x="514" y="1"/>
                    <a:pt x="491" y="7"/>
                    <a:pt x="470" y="21"/>
                  </a:cubicBezTo>
                  <a:cubicBezTo>
                    <a:pt x="291" y="133"/>
                    <a:pt x="146" y="290"/>
                    <a:pt x="45" y="480"/>
                  </a:cubicBezTo>
                  <a:cubicBezTo>
                    <a:pt x="0" y="562"/>
                    <a:pt x="74" y="624"/>
                    <a:pt x="148" y="624"/>
                  </a:cubicBezTo>
                  <a:cubicBezTo>
                    <a:pt x="186" y="624"/>
                    <a:pt x="224" y="608"/>
                    <a:pt x="246" y="570"/>
                  </a:cubicBezTo>
                  <a:cubicBezTo>
                    <a:pt x="291" y="480"/>
                    <a:pt x="358" y="391"/>
                    <a:pt x="426" y="323"/>
                  </a:cubicBezTo>
                  <a:lnTo>
                    <a:pt x="426" y="323"/>
                  </a:lnTo>
                  <a:cubicBezTo>
                    <a:pt x="426" y="760"/>
                    <a:pt x="381" y="1197"/>
                    <a:pt x="291" y="1634"/>
                  </a:cubicBezTo>
                  <a:cubicBezTo>
                    <a:pt x="273" y="1702"/>
                    <a:pt x="329" y="1743"/>
                    <a:pt x="388" y="1743"/>
                  </a:cubicBezTo>
                  <a:cubicBezTo>
                    <a:pt x="435" y="1743"/>
                    <a:pt x="483" y="1716"/>
                    <a:pt x="493" y="1656"/>
                  </a:cubicBezTo>
                  <a:cubicBezTo>
                    <a:pt x="605" y="1141"/>
                    <a:pt x="661" y="615"/>
                    <a:pt x="638" y="88"/>
                  </a:cubicBezTo>
                  <a:cubicBezTo>
                    <a:pt x="631" y="34"/>
                    <a:pt x="585" y="1"/>
                    <a:pt x="5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9"/>
            <p:cNvSpPr/>
            <p:nvPr/>
          </p:nvSpPr>
          <p:spPr>
            <a:xfrm>
              <a:off x="6566366" y="2780206"/>
              <a:ext cx="54217" cy="97658"/>
            </a:xfrm>
            <a:custGeom>
              <a:avLst/>
              <a:gdLst/>
              <a:ahLst/>
              <a:cxnLst/>
              <a:rect l="l" t="t" r="r" b="b"/>
              <a:pathLst>
                <a:path w="966" h="1740" extrusionOk="0">
                  <a:moveTo>
                    <a:pt x="515" y="1"/>
                  </a:moveTo>
                  <a:cubicBezTo>
                    <a:pt x="355" y="1"/>
                    <a:pt x="203" y="97"/>
                    <a:pt x="146" y="258"/>
                  </a:cubicBezTo>
                  <a:cubicBezTo>
                    <a:pt x="117" y="337"/>
                    <a:pt x="187" y="398"/>
                    <a:pt x="254" y="398"/>
                  </a:cubicBezTo>
                  <a:cubicBezTo>
                    <a:pt x="291" y="398"/>
                    <a:pt x="328" y="380"/>
                    <a:pt x="348" y="336"/>
                  </a:cubicBezTo>
                  <a:cubicBezTo>
                    <a:pt x="369" y="260"/>
                    <a:pt x="436" y="218"/>
                    <a:pt x="506" y="218"/>
                  </a:cubicBezTo>
                  <a:cubicBezTo>
                    <a:pt x="549" y="218"/>
                    <a:pt x="594" y="234"/>
                    <a:pt x="628" y="269"/>
                  </a:cubicBezTo>
                  <a:cubicBezTo>
                    <a:pt x="751" y="381"/>
                    <a:pt x="650" y="549"/>
                    <a:pt x="561" y="650"/>
                  </a:cubicBezTo>
                  <a:cubicBezTo>
                    <a:pt x="438" y="762"/>
                    <a:pt x="326" y="874"/>
                    <a:pt x="225" y="997"/>
                  </a:cubicBezTo>
                  <a:cubicBezTo>
                    <a:pt x="113" y="1142"/>
                    <a:pt x="46" y="1310"/>
                    <a:pt x="12" y="1478"/>
                  </a:cubicBezTo>
                  <a:cubicBezTo>
                    <a:pt x="1" y="1534"/>
                    <a:pt x="46" y="1590"/>
                    <a:pt x="102" y="1602"/>
                  </a:cubicBezTo>
                  <a:lnTo>
                    <a:pt x="818" y="1736"/>
                  </a:lnTo>
                  <a:cubicBezTo>
                    <a:pt x="827" y="1738"/>
                    <a:pt x="836" y="1740"/>
                    <a:pt x="844" y="1740"/>
                  </a:cubicBezTo>
                  <a:cubicBezTo>
                    <a:pt x="946" y="1740"/>
                    <a:pt x="965" y="1555"/>
                    <a:pt x="841" y="1534"/>
                  </a:cubicBezTo>
                  <a:lnTo>
                    <a:pt x="247" y="1411"/>
                  </a:lnTo>
                  <a:cubicBezTo>
                    <a:pt x="303" y="1243"/>
                    <a:pt x="393" y="1086"/>
                    <a:pt x="527" y="974"/>
                  </a:cubicBezTo>
                  <a:cubicBezTo>
                    <a:pt x="684" y="829"/>
                    <a:pt x="852" y="694"/>
                    <a:pt x="886" y="459"/>
                  </a:cubicBezTo>
                  <a:cubicBezTo>
                    <a:pt x="919" y="269"/>
                    <a:pt x="796" y="67"/>
                    <a:pt x="606" y="11"/>
                  </a:cubicBezTo>
                  <a:cubicBezTo>
                    <a:pt x="575" y="4"/>
                    <a:pt x="545" y="1"/>
                    <a:pt x="5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9"/>
            <p:cNvSpPr/>
            <p:nvPr/>
          </p:nvSpPr>
          <p:spPr>
            <a:xfrm>
              <a:off x="6630685" y="2787839"/>
              <a:ext cx="55844" cy="92606"/>
            </a:xfrm>
            <a:custGeom>
              <a:avLst/>
              <a:gdLst/>
              <a:ahLst/>
              <a:cxnLst/>
              <a:rect l="l" t="t" r="r" b="b"/>
              <a:pathLst>
                <a:path w="995" h="1650" extrusionOk="0">
                  <a:moveTo>
                    <a:pt x="511" y="1"/>
                  </a:moveTo>
                  <a:cubicBezTo>
                    <a:pt x="471" y="1"/>
                    <a:pt x="430" y="7"/>
                    <a:pt x="389" y="21"/>
                  </a:cubicBezTo>
                  <a:cubicBezTo>
                    <a:pt x="272" y="70"/>
                    <a:pt x="317" y="221"/>
                    <a:pt x="420" y="221"/>
                  </a:cubicBezTo>
                  <a:cubicBezTo>
                    <a:pt x="435" y="221"/>
                    <a:pt x="451" y="218"/>
                    <a:pt x="468" y="211"/>
                  </a:cubicBezTo>
                  <a:cubicBezTo>
                    <a:pt x="480" y="209"/>
                    <a:pt x="493" y="207"/>
                    <a:pt x="507" y="207"/>
                  </a:cubicBezTo>
                  <a:cubicBezTo>
                    <a:pt x="553" y="207"/>
                    <a:pt x="601" y="224"/>
                    <a:pt x="636" y="267"/>
                  </a:cubicBezTo>
                  <a:cubicBezTo>
                    <a:pt x="692" y="323"/>
                    <a:pt x="703" y="402"/>
                    <a:pt x="680" y="469"/>
                  </a:cubicBezTo>
                  <a:cubicBezTo>
                    <a:pt x="602" y="626"/>
                    <a:pt x="456" y="738"/>
                    <a:pt x="277" y="749"/>
                  </a:cubicBezTo>
                  <a:cubicBezTo>
                    <a:pt x="160" y="781"/>
                    <a:pt x="164" y="963"/>
                    <a:pt x="289" y="963"/>
                  </a:cubicBezTo>
                  <a:cubicBezTo>
                    <a:pt x="296" y="963"/>
                    <a:pt x="303" y="963"/>
                    <a:pt x="311" y="962"/>
                  </a:cubicBezTo>
                  <a:cubicBezTo>
                    <a:pt x="351" y="953"/>
                    <a:pt x="401" y="947"/>
                    <a:pt x="453" y="947"/>
                  </a:cubicBezTo>
                  <a:cubicBezTo>
                    <a:pt x="607" y="947"/>
                    <a:pt x="781" y="996"/>
                    <a:pt x="781" y="1163"/>
                  </a:cubicBezTo>
                  <a:cubicBezTo>
                    <a:pt x="781" y="1275"/>
                    <a:pt x="703" y="1376"/>
                    <a:pt x="602" y="1410"/>
                  </a:cubicBezTo>
                  <a:cubicBezTo>
                    <a:pt x="539" y="1431"/>
                    <a:pt x="475" y="1442"/>
                    <a:pt x="412" y="1442"/>
                  </a:cubicBezTo>
                  <a:cubicBezTo>
                    <a:pt x="341" y="1442"/>
                    <a:pt x="270" y="1428"/>
                    <a:pt x="199" y="1398"/>
                  </a:cubicBezTo>
                  <a:cubicBezTo>
                    <a:pt x="186" y="1394"/>
                    <a:pt x="174" y="1392"/>
                    <a:pt x="162" y="1392"/>
                  </a:cubicBezTo>
                  <a:cubicBezTo>
                    <a:pt x="59" y="1392"/>
                    <a:pt x="0" y="1549"/>
                    <a:pt x="120" y="1589"/>
                  </a:cubicBezTo>
                  <a:cubicBezTo>
                    <a:pt x="213" y="1630"/>
                    <a:pt x="316" y="1649"/>
                    <a:pt x="419" y="1649"/>
                  </a:cubicBezTo>
                  <a:cubicBezTo>
                    <a:pt x="515" y="1649"/>
                    <a:pt x="611" y="1632"/>
                    <a:pt x="703" y="1600"/>
                  </a:cubicBezTo>
                  <a:cubicBezTo>
                    <a:pt x="860" y="1522"/>
                    <a:pt x="972" y="1365"/>
                    <a:pt x="994" y="1186"/>
                  </a:cubicBezTo>
                  <a:cubicBezTo>
                    <a:pt x="994" y="995"/>
                    <a:pt x="882" y="838"/>
                    <a:pt x="714" y="782"/>
                  </a:cubicBezTo>
                  <a:cubicBezTo>
                    <a:pt x="815" y="693"/>
                    <a:pt x="882" y="570"/>
                    <a:pt x="893" y="435"/>
                  </a:cubicBezTo>
                  <a:cubicBezTo>
                    <a:pt x="922" y="198"/>
                    <a:pt x="73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9"/>
            <p:cNvSpPr/>
            <p:nvPr/>
          </p:nvSpPr>
          <p:spPr>
            <a:xfrm>
              <a:off x="6816571" y="2435710"/>
              <a:ext cx="310427" cy="291064"/>
            </a:xfrm>
            <a:custGeom>
              <a:avLst/>
              <a:gdLst/>
              <a:ahLst/>
              <a:cxnLst/>
              <a:rect l="l" t="t" r="r" b="b"/>
              <a:pathLst>
                <a:path w="5531" h="5186" extrusionOk="0">
                  <a:moveTo>
                    <a:pt x="2879" y="0"/>
                  </a:moveTo>
                  <a:cubicBezTo>
                    <a:pt x="2409" y="0"/>
                    <a:pt x="2140" y="571"/>
                    <a:pt x="1546" y="1837"/>
                  </a:cubicBezTo>
                  <a:lnTo>
                    <a:pt x="1501" y="1938"/>
                  </a:lnTo>
                  <a:cubicBezTo>
                    <a:pt x="1031" y="2923"/>
                    <a:pt x="549" y="3954"/>
                    <a:pt x="45" y="4984"/>
                  </a:cubicBezTo>
                  <a:cubicBezTo>
                    <a:pt x="1" y="5074"/>
                    <a:pt x="68" y="5186"/>
                    <a:pt x="180" y="5186"/>
                  </a:cubicBezTo>
                  <a:cubicBezTo>
                    <a:pt x="225" y="5186"/>
                    <a:pt x="269" y="5152"/>
                    <a:pt x="303" y="5108"/>
                  </a:cubicBezTo>
                  <a:cubicBezTo>
                    <a:pt x="796" y="4077"/>
                    <a:pt x="1289" y="3047"/>
                    <a:pt x="1748" y="2061"/>
                  </a:cubicBezTo>
                  <a:lnTo>
                    <a:pt x="1793" y="1960"/>
                  </a:lnTo>
                  <a:cubicBezTo>
                    <a:pt x="2308" y="874"/>
                    <a:pt x="2588" y="280"/>
                    <a:pt x="2879" y="280"/>
                  </a:cubicBezTo>
                  <a:cubicBezTo>
                    <a:pt x="3092" y="280"/>
                    <a:pt x="3338" y="639"/>
                    <a:pt x="3932" y="1725"/>
                  </a:cubicBezTo>
                  <a:cubicBezTo>
                    <a:pt x="4380" y="2531"/>
                    <a:pt x="4817" y="3360"/>
                    <a:pt x="5220" y="4178"/>
                  </a:cubicBezTo>
                  <a:cubicBezTo>
                    <a:pt x="5249" y="4233"/>
                    <a:pt x="5296" y="4255"/>
                    <a:pt x="5342" y="4255"/>
                  </a:cubicBezTo>
                  <a:cubicBezTo>
                    <a:pt x="5436" y="4255"/>
                    <a:pt x="5530" y="4160"/>
                    <a:pt x="5478" y="4055"/>
                  </a:cubicBezTo>
                  <a:cubicBezTo>
                    <a:pt x="5063" y="3226"/>
                    <a:pt x="4626" y="2397"/>
                    <a:pt x="4178" y="1591"/>
                  </a:cubicBezTo>
                  <a:cubicBezTo>
                    <a:pt x="3518" y="392"/>
                    <a:pt x="3271"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9"/>
            <p:cNvSpPr/>
            <p:nvPr/>
          </p:nvSpPr>
          <p:spPr>
            <a:xfrm>
              <a:off x="5510879" y="2584049"/>
              <a:ext cx="1090733" cy="823578"/>
            </a:xfrm>
            <a:custGeom>
              <a:avLst/>
              <a:gdLst/>
              <a:ahLst/>
              <a:cxnLst/>
              <a:rect l="l" t="t" r="r" b="b"/>
              <a:pathLst>
                <a:path w="19434" h="14674" extrusionOk="0">
                  <a:moveTo>
                    <a:pt x="2319" y="4301"/>
                  </a:moveTo>
                  <a:lnTo>
                    <a:pt x="13453" y="12702"/>
                  </a:lnTo>
                  <a:lnTo>
                    <a:pt x="2319" y="12702"/>
                  </a:lnTo>
                  <a:lnTo>
                    <a:pt x="2319" y="4301"/>
                  </a:lnTo>
                  <a:close/>
                  <a:moveTo>
                    <a:pt x="1" y="0"/>
                  </a:moveTo>
                  <a:lnTo>
                    <a:pt x="1" y="14673"/>
                  </a:lnTo>
                  <a:lnTo>
                    <a:pt x="19434" y="14673"/>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9"/>
            <p:cNvSpPr/>
            <p:nvPr/>
          </p:nvSpPr>
          <p:spPr>
            <a:xfrm>
              <a:off x="5537931" y="2568951"/>
              <a:ext cx="1090733" cy="814767"/>
            </a:xfrm>
            <a:custGeom>
              <a:avLst/>
              <a:gdLst/>
              <a:ahLst/>
              <a:cxnLst/>
              <a:rect l="l" t="t" r="r" b="b"/>
              <a:pathLst>
                <a:path w="19434" h="14517" extrusionOk="0">
                  <a:moveTo>
                    <a:pt x="2319" y="4257"/>
                  </a:moveTo>
                  <a:lnTo>
                    <a:pt x="13452" y="12568"/>
                  </a:lnTo>
                  <a:lnTo>
                    <a:pt x="2319" y="12568"/>
                  </a:lnTo>
                  <a:lnTo>
                    <a:pt x="2319" y="4257"/>
                  </a:lnTo>
                  <a:close/>
                  <a:moveTo>
                    <a:pt x="1" y="1"/>
                  </a:moveTo>
                  <a:lnTo>
                    <a:pt x="1" y="14516"/>
                  </a:lnTo>
                  <a:lnTo>
                    <a:pt x="19434" y="1451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9"/>
            <p:cNvSpPr/>
            <p:nvPr/>
          </p:nvSpPr>
          <p:spPr>
            <a:xfrm>
              <a:off x="5502741" y="2568334"/>
              <a:ext cx="1122163" cy="846814"/>
            </a:xfrm>
            <a:custGeom>
              <a:avLst/>
              <a:gdLst/>
              <a:ahLst/>
              <a:cxnLst/>
              <a:rect l="l" t="t" r="r" b="b"/>
              <a:pathLst>
                <a:path w="19994" h="15088" extrusionOk="0">
                  <a:moveTo>
                    <a:pt x="2599" y="4873"/>
                  </a:moveTo>
                  <a:lnTo>
                    <a:pt x="13183" y="12847"/>
                  </a:lnTo>
                  <a:lnTo>
                    <a:pt x="2599" y="12847"/>
                  </a:lnTo>
                  <a:lnTo>
                    <a:pt x="2599" y="4873"/>
                  </a:lnTo>
                  <a:close/>
                  <a:moveTo>
                    <a:pt x="2319" y="4301"/>
                  </a:moveTo>
                  <a:lnTo>
                    <a:pt x="2319" y="13127"/>
                  </a:lnTo>
                  <a:lnTo>
                    <a:pt x="14012" y="13127"/>
                  </a:lnTo>
                  <a:lnTo>
                    <a:pt x="2319" y="4301"/>
                  </a:lnTo>
                  <a:close/>
                  <a:moveTo>
                    <a:pt x="280" y="560"/>
                  </a:moveTo>
                  <a:lnTo>
                    <a:pt x="19165" y="14807"/>
                  </a:lnTo>
                  <a:lnTo>
                    <a:pt x="280" y="14807"/>
                  </a:lnTo>
                  <a:lnTo>
                    <a:pt x="280" y="560"/>
                  </a:lnTo>
                  <a:close/>
                  <a:moveTo>
                    <a:pt x="0" y="0"/>
                  </a:moveTo>
                  <a:lnTo>
                    <a:pt x="0" y="15087"/>
                  </a:lnTo>
                  <a:lnTo>
                    <a:pt x="19993" y="15087"/>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9"/>
            <p:cNvSpPr/>
            <p:nvPr/>
          </p:nvSpPr>
          <p:spPr>
            <a:xfrm>
              <a:off x="5510879" y="3361661"/>
              <a:ext cx="84300" cy="15771"/>
            </a:xfrm>
            <a:custGeom>
              <a:avLst/>
              <a:gdLst/>
              <a:ahLst/>
              <a:cxnLst/>
              <a:rect l="l" t="t" r="r" b="b"/>
              <a:pathLst>
                <a:path w="1502" h="281" extrusionOk="0">
                  <a:moveTo>
                    <a:pt x="1" y="0"/>
                  </a:moveTo>
                  <a:lnTo>
                    <a:pt x="1" y="280"/>
                  </a:lnTo>
                  <a:lnTo>
                    <a:pt x="1502" y="280"/>
                  </a:lnTo>
                  <a:lnTo>
                    <a:pt x="1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9"/>
            <p:cNvSpPr/>
            <p:nvPr/>
          </p:nvSpPr>
          <p:spPr>
            <a:xfrm>
              <a:off x="5510879" y="3310755"/>
              <a:ext cx="53487" cy="15771"/>
            </a:xfrm>
            <a:custGeom>
              <a:avLst/>
              <a:gdLst/>
              <a:ahLst/>
              <a:cxnLst/>
              <a:rect l="l" t="t" r="r" b="b"/>
              <a:pathLst>
                <a:path w="953" h="281" extrusionOk="0">
                  <a:moveTo>
                    <a:pt x="1" y="0"/>
                  </a:moveTo>
                  <a:lnTo>
                    <a:pt x="1" y="280"/>
                  </a:lnTo>
                  <a:lnTo>
                    <a:pt x="953" y="280"/>
                  </a:lnTo>
                  <a:lnTo>
                    <a:pt x="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9"/>
            <p:cNvSpPr/>
            <p:nvPr/>
          </p:nvSpPr>
          <p:spPr>
            <a:xfrm>
              <a:off x="5510879" y="3260467"/>
              <a:ext cx="53487" cy="15771"/>
            </a:xfrm>
            <a:custGeom>
              <a:avLst/>
              <a:gdLst/>
              <a:ahLst/>
              <a:cxnLst/>
              <a:rect l="l" t="t" r="r" b="b"/>
              <a:pathLst>
                <a:path w="953" h="281" extrusionOk="0">
                  <a:moveTo>
                    <a:pt x="1" y="0"/>
                  </a:moveTo>
                  <a:lnTo>
                    <a:pt x="1" y="280"/>
                  </a:lnTo>
                  <a:lnTo>
                    <a:pt x="953" y="280"/>
                  </a:lnTo>
                  <a:lnTo>
                    <a:pt x="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9"/>
            <p:cNvSpPr/>
            <p:nvPr/>
          </p:nvSpPr>
          <p:spPr>
            <a:xfrm>
              <a:off x="5510879" y="3209506"/>
              <a:ext cx="84300" cy="15771"/>
            </a:xfrm>
            <a:custGeom>
              <a:avLst/>
              <a:gdLst/>
              <a:ahLst/>
              <a:cxnLst/>
              <a:rect l="l" t="t" r="r" b="b"/>
              <a:pathLst>
                <a:path w="1502" h="281" extrusionOk="0">
                  <a:moveTo>
                    <a:pt x="1" y="1"/>
                  </a:moveTo>
                  <a:lnTo>
                    <a:pt x="1" y="281"/>
                  </a:lnTo>
                  <a:lnTo>
                    <a:pt x="1502" y="281"/>
                  </a:lnTo>
                  <a:lnTo>
                    <a:pt x="15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9"/>
            <p:cNvSpPr/>
            <p:nvPr/>
          </p:nvSpPr>
          <p:spPr>
            <a:xfrm>
              <a:off x="5510879" y="3158600"/>
              <a:ext cx="53487" cy="15771"/>
            </a:xfrm>
            <a:custGeom>
              <a:avLst/>
              <a:gdLst/>
              <a:ahLst/>
              <a:cxnLst/>
              <a:rect l="l" t="t" r="r" b="b"/>
              <a:pathLst>
                <a:path w="953" h="281" extrusionOk="0">
                  <a:moveTo>
                    <a:pt x="1" y="1"/>
                  </a:moveTo>
                  <a:lnTo>
                    <a:pt x="1" y="281"/>
                  </a:lnTo>
                  <a:lnTo>
                    <a:pt x="953" y="281"/>
                  </a:lnTo>
                  <a:lnTo>
                    <a:pt x="9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9"/>
            <p:cNvSpPr/>
            <p:nvPr/>
          </p:nvSpPr>
          <p:spPr>
            <a:xfrm>
              <a:off x="5510879" y="3107695"/>
              <a:ext cx="53487" cy="15771"/>
            </a:xfrm>
            <a:custGeom>
              <a:avLst/>
              <a:gdLst/>
              <a:ahLst/>
              <a:cxnLst/>
              <a:rect l="l" t="t" r="r" b="b"/>
              <a:pathLst>
                <a:path w="953" h="281" extrusionOk="0">
                  <a:moveTo>
                    <a:pt x="1" y="0"/>
                  </a:moveTo>
                  <a:lnTo>
                    <a:pt x="1" y="280"/>
                  </a:lnTo>
                  <a:lnTo>
                    <a:pt x="953" y="280"/>
                  </a:lnTo>
                  <a:lnTo>
                    <a:pt x="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9"/>
            <p:cNvSpPr/>
            <p:nvPr/>
          </p:nvSpPr>
          <p:spPr>
            <a:xfrm>
              <a:off x="5510879" y="3056790"/>
              <a:ext cx="84300" cy="15771"/>
            </a:xfrm>
            <a:custGeom>
              <a:avLst/>
              <a:gdLst/>
              <a:ahLst/>
              <a:cxnLst/>
              <a:rect l="l" t="t" r="r" b="b"/>
              <a:pathLst>
                <a:path w="1502" h="281" extrusionOk="0">
                  <a:moveTo>
                    <a:pt x="1" y="0"/>
                  </a:moveTo>
                  <a:lnTo>
                    <a:pt x="1" y="280"/>
                  </a:lnTo>
                  <a:lnTo>
                    <a:pt x="1502" y="280"/>
                  </a:lnTo>
                  <a:lnTo>
                    <a:pt x="1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9"/>
            <p:cNvSpPr/>
            <p:nvPr/>
          </p:nvSpPr>
          <p:spPr>
            <a:xfrm>
              <a:off x="5510879" y="3005828"/>
              <a:ext cx="53487" cy="15771"/>
            </a:xfrm>
            <a:custGeom>
              <a:avLst/>
              <a:gdLst/>
              <a:ahLst/>
              <a:cxnLst/>
              <a:rect l="l" t="t" r="r" b="b"/>
              <a:pathLst>
                <a:path w="953" h="281" extrusionOk="0">
                  <a:moveTo>
                    <a:pt x="1" y="1"/>
                  </a:moveTo>
                  <a:lnTo>
                    <a:pt x="1" y="281"/>
                  </a:lnTo>
                  <a:lnTo>
                    <a:pt x="953" y="281"/>
                  </a:lnTo>
                  <a:lnTo>
                    <a:pt x="9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9"/>
            <p:cNvSpPr/>
            <p:nvPr/>
          </p:nvSpPr>
          <p:spPr>
            <a:xfrm>
              <a:off x="5510879" y="2954923"/>
              <a:ext cx="53487" cy="15771"/>
            </a:xfrm>
            <a:custGeom>
              <a:avLst/>
              <a:gdLst/>
              <a:ahLst/>
              <a:cxnLst/>
              <a:rect l="l" t="t" r="r" b="b"/>
              <a:pathLst>
                <a:path w="953" h="281" extrusionOk="0">
                  <a:moveTo>
                    <a:pt x="1" y="1"/>
                  </a:moveTo>
                  <a:lnTo>
                    <a:pt x="1" y="281"/>
                  </a:lnTo>
                  <a:lnTo>
                    <a:pt x="953" y="281"/>
                  </a:lnTo>
                  <a:lnTo>
                    <a:pt x="9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9"/>
            <p:cNvSpPr/>
            <p:nvPr/>
          </p:nvSpPr>
          <p:spPr>
            <a:xfrm>
              <a:off x="5510879" y="2904635"/>
              <a:ext cx="86825" cy="15771"/>
            </a:xfrm>
            <a:custGeom>
              <a:avLst/>
              <a:gdLst/>
              <a:ahLst/>
              <a:cxnLst/>
              <a:rect l="l" t="t" r="r" b="b"/>
              <a:pathLst>
                <a:path w="1547" h="281" extrusionOk="0">
                  <a:moveTo>
                    <a:pt x="1" y="1"/>
                  </a:moveTo>
                  <a:lnTo>
                    <a:pt x="1" y="281"/>
                  </a:lnTo>
                  <a:lnTo>
                    <a:pt x="1547" y="281"/>
                  </a:lnTo>
                  <a:lnTo>
                    <a:pt x="15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9"/>
            <p:cNvSpPr/>
            <p:nvPr/>
          </p:nvSpPr>
          <p:spPr>
            <a:xfrm>
              <a:off x="5510879" y="2853729"/>
              <a:ext cx="53487" cy="15771"/>
            </a:xfrm>
            <a:custGeom>
              <a:avLst/>
              <a:gdLst/>
              <a:ahLst/>
              <a:cxnLst/>
              <a:rect l="l" t="t" r="r" b="b"/>
              <a:pathLst>
                <a:path w="953" h="281" extrusionOk="0">
                  <a:moveTo>
                    <a:pt x="1" y="0"/>
                  </a:moveTo>
                  <a:lnTo>
                    <a:pt x="1" y="280"/>
                  </a:lnTo>
                  <a:lnTo>
                    <a:pt x="953" y="280"/>
                  </a:lnTo>
                  <a:lnTo>
                    <a:pt x="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9"/>
            <p:cNvSpPr/>
            <p:nvPr/>
          </p:nvSpPr>
          <p:spPr>
            <a:xfrm>
              <a:off x="5510879" y="2802824"/>
              <a:ext cx="53487" cy="15771"/>
            </a:xfrm>
            <a:custGeom>
              <a:avLst/>
              <a:gdLst/>
              <a:ahLst/>
              <a:cxnLst/>
              <a:rect l="l" t="t" r="r" b="b"/>
              <a:pathLst>
                <a:path w="953" h="281" extrusionOk="0">
                  <a:moveTo>
                    <a:pt x="1" y="0"/>
                  </a:moveTo>
                  <a:lnTo>
                    <a:pt x="1" y="280"/>
                  </a:lnTo>
                  <a:lnTo>
                    <a:pt x="953" y="280"/>
                  </a:lnTo>
                  <a:lnTo>
                    <a:pt x="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9"/>
            <p:cNvSpPr/>
            <p:nvPr/>
          </p:nvSpPr>
          <p:spPr>
            <a:xfrm>
              <a:off x="5510879" y="2751862"/>
              <a:ext cx="86825" cy="15771"/>
            </a:xfrm>
            <a:custGeom>
              <a:avLst/>
              <a:gdLst/>
              <a:ahLst/>
              <a:cxnLst/>
              <a:rect l="l" t="t" r="r" b="b"/>
              <a:pathLst>
                <a:path w="1547" h="281" extrusionOk="0">
                  <a:moveTo>
                    <a:pt x="1" y="1"/>
                  </a:moveTo>
                  <a:lnTo>
                    <a:pt x="1" y="281"/>
                  </a:lnTo>
                  <a:lnTo>
                    <a:pt x="1547" y="281"/>
                  </a:lnTo>
                  <a:lnTo>
                    <a:pt x="15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9"/>
            <p:cNvSpPr/>
            <p:nvPr/>
          </p:nvSpPr>
          <p:spPr>
            <a:xfrm>
              <a:off x="5510879" y="2700957"/>
              <a:ext cx="53487" cy="15771"/>
            </a:xfrm>
            <a:custGeom>
              <a:avLst/>
              <a:gdLst/>
              <a:ahLst/>
              <a:cxnLst/>
              <a:rect l="l" t="t" r="r" b="b"/>
              <a:pathLst>
                <a:path w="953" h="281" extrusionOk="0">
                  <a:moveTo>
                    <a:pt x="1" y="1"/>
                  </a:moveTo>
                  <a:lnTo>
                    <a:pt x="1" y="281"/>
                  </a:lnTo>
                  <a:lnTo>
                    <a:pt x="953" y="281"/>
                  </a:lnTo>
                  <a:lnTo>
                    <a:pt x="9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9"/>
            <p:cNvSpPr/>
            <p:nvPr/>
          </p:nvSpPr>
          <p:spPr>
            <a:xfrm>
              <a:off x="5221106" y="3256033"/>
              <a:ext cx="1163022" cy="293029"/>
            </a:xfrm>
            <a:custGeom>
              <a:avLst/>
              <a:gdLst/>
              <a:ahLst/>
              <a:cxnLst/>
              <a:rect l="l" t="t" r="r" b="b"/>
              <a:pathLst>
                <a:path w="20722" h="5221" extrusionOk="0">
                  <a:moveTo>
                    <a:pt x="1412" y="1"/>
                  </a:moveTo>
                  <a:lnTo>
                    <a:pt x="1367" y="236"/>
                  </a:lnTo>
                  <a:lnTo>
                    <a:pt x="493" y="46"/>
                  </a:lnTo>
                  <a:cubicBezTo>
                    <a:pt x="478" y="43"/>
                    <a:pt x="462" y="41"/>
                    <a:pt x="446" y="41"/>
                  </a:cubicBezTo>
                  <a:cubicBezTo>
                    <a:pt x="340" y="41"/>
                    <a:pt x="244" y="106"/>
                    <a:pt x="224" y="214"/>
                  </a:cubicBezTo>
                  <a:lnTo>
                    <a:pt x="23" y="1110"/>
                  </a:lnTo>
                  <a:cubicBezTo>
                    <a:pt x="0" y="1222"/>
                    <a:pt x="79" y="1345"/>
                    <a:pt x="191" y="1367"/>
                  </a:cubicBezTo>
                  <a:lnTo>
                    <a:pt x="1065" y="1569"/>
                  </a:lnTo>
                  <a:lnTo>
                    <a:pt x="1020" y="1804"/>
                  </a:lnTo>
                  <a:lnTo>
                    <a:pt x="2106" y="2039"/>
                  </a:lnTo>
                  <a:lnTo>
                    <a:pt x="2162" y="1804"/>
                  </a:lnTo>
                  <a:lnTo>
                    <a:pt x="16633" y="5007"/>
                  </a:lnTo>
                  <a:lnTo>
                    <a:pt x="20722" y="5220"/>
                  </a:lnTo>
                  <a:lnTo>
                    <a:pt x="16925" y="3686"/>
                  </a:lnTo>
                  <a:lnTo>
                    <a:pt x="2456" y="483"/>
                  </a:lnTo>
                  <a:lnTo>
                    <a:pt x="2456" y="483"/>
                  </a:lnTo>
                  <a:lnTo>
                    <a:pt x="2509" y="247"/>
                  </a:lnTo>
                  <a:lnTo>
                    <a:pt x="14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9"/>
            <p:cNvSpPr/>
            <p:nvPr/>
          </p:nvSpPr>
          <p:spPr>
            <a:xfrm>
              <a:off x="5203482" y="3275733"/>
              <a:ext cx="76162" cy="85984"/>
            </a:xfrm>
            <a:custGeom>
              <a:avLst/>
              <a:gdLst/>
              <a:ahLst/>
              <a:cxnLst/>
              <a:rect l="l" t="t" r="r" b="b"/>
              <a:pathLst>
                <a:path w="1357" h="1532" extrusionOk="0">
                  <a:moveTo>
                    <a:pt x="429" y="0"/>
                  </a:moveTo>
                  <a:cubicBezTo>
                    <a:pt x="334" y="0"/>
                    <a:pt x="244" y="72"/>
                    <a:pt x="225" y="176"/>
                  </a:cubicBezTo>
                  <a:lnTo>
                    <a:pt x="23" y="1072"/>
                  </a:lnTo>
                  <a:cubicBezTo>
                    <a:pt x="1" y="1184"/>
                    <a:pt x="68" y="1307"/>
                    <a:pt x="191" y="1330"/>
                  </a:cubicBezTo>
                  <a:lnTo>
                    <a:pt x="1065" y="1531"/>
                  </a:lnTo>
                  <a:lnTo>
                    <a:pt x="1356" y="199"/>
                  </a:lnTo>
                  <a:lnTo>
                    <a:pt x="482" y="8"/>
                  </a:lnTo>
                  <a:cubicBezTo>
                    <a:pt x="465" y="3"/>
                    <a:pt x="447"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9"/>
            <p:cNvSpPr/>
            <p:nvPr/>
          </p:nvSpPr>
          <p:spPr>
            <a:xfrm>
              <a:off x="5318539" y="3299418"/>
              <a:ext cx="829247" cy="254022"/>
            </a:xfrm>
            <a:custGeom>
              <a:avLst/>
              <a:gdLst/>
              <a:ahLst/>
              <a:cxnLst/>
              <a:rect l="l" t="t" r="r" b="b"/>
              <a:pathLst>
                <a:path w="14775" h="4526" extrusionOk="0">
                  <a:moveTo>
                    <a:pt x="292" y="1"/>
                  </a:moveTo>
                  <a:lnTo>
                    <a:pt x="1" y="1322"/>
                  </a:lnTo>
                  <a:lnTo>
                    <a:pt x="14472" y="4526"/>
                  </a:lnTo>
                  <a:lnTo>
                    <a:pt x="14774" y="3193"/>
                  </a:lnTo>
                  <a:lnTo>
                    <a:pt x="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9"/>
            <p:cNvSpPr/>
            <p:nvPr/>
          </p:nvSpPr>
          <p:spPr>
            <a:xfrm>
              <a:off x="5333019" y="3273657"/>
              <a:ext cx="847431" cy="272880"/>
            </a:xfrm>
            <a:custGeom>
              <a:avLst/>
              <a:gdLst/>
              <a:ahLst/>
              <a:cxnLst/>
              <a:rect l="l" t="t" r="r" b="b"/>
              <a:pathLst>
                <a:path w="15099" h="4862" extrusionOk="0">
                  <a:moveTo>
                    <a:pt x="571" y="336"/>
                  </a:moveTo>
                  <a:lnTo>
                    <a:pt x="14751" y="3484"/>
                  </a:lnTo>
                  <a:lnTo>
                    <a:pt x="14527" y="4525"/>
                  </a:lnTo>
                  <a:lnTo>
                    <a:pt x="325" y="1389"/>
                  </a:lnTo>
                  <a:lnTo>
                    <a:pt x="571" y="336"/>
                  </a:lnTo>
                  <a:close/>
                  <a:moveTo>
                    <a:pt x="347" y="0"/>
                  </a:moveTo>
                  <a:lnTo>
                    <a:pt x="0" y="1602"/>
                  </a:lnTo>
                  <a:lnTo>
                    <a:pt x="14740" y="4861"/>
                  </a:lnTo>
                  <a:lnTo>
                    <a:pt x="15099" y="3271"/>
                  </a:lnTo>
                  <a:lnTo>
                    <a:pt x="3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9"/>
            <p:cNvSpPr/>
            <p:nvPr/>
          </p:nvSpPr>
          <p:spPr>
            <a:xfrm>
              <a:off x="5268251" y="3247222"/>
              <a:ext cx="102540" cy="133353"/>
            </a:xfrm>
            <a:custGeom>
              <a:avLst/>
              <a:gdLst/>
              <a:ahLst/>
              <a:cxnLst/>
              <a:rect l="l" t="t" r="r" b="b"/>
              <a:pathLst>
                <a:path w="1827" h="2376" extrusionOk="0">
                  <a:moveTo>
                    <a:pt x="673" y="326"/>
                  </a:moveTo>
                  <a:lnTo>
                    <a:pt x="1490" y="516"/>
                  </a:lnTo>
                  <a:lnTo>
                    <a:pt x="1154" y="2039"/>
                  </a:lnTo>
                  <a:lnTo>
                    <a:pt x="337" y="1860"/>
                  </a:lnTo>
                  <a:lnTo>
                    <a:pt x="673" y="326"/>
                  </a:lnTo>
                  <a:close/>
                  <a:moveTo>
                    <a:pt x="460" y="1"/>
                  </a:moveTo>
                  <a:lnTo>
                    <a:pt x="1" y="2073"/>
                  </a:lnTo>
                  <a:lnTo>
                    <a:pt x="1367" y="2375"/>
                  </a:lnTo>
                  <a:lnTo>
                    <a:pt x="1826" y="292"/>
                  </a:lnTo>
                  <a:lnTo>
                    <a:pt x="4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9"/>
            <p:cNvSpPr/>
            <p:nvPr/>
          </p:nvSpPr>
          <p:spPr>
            <a:xfrm>
              <a:off x="5212294" y="3250477"/>
              <a:ext cx="94346" cy="103045"/>
            </a:xfrm>
            <a:custGeom>
              <a:avLst/>
              <a:gdLst/>
              <a:ahLst/>
              <a:cxnLst/>
              <a:rect l="l" t="t" r="r" b="b"/>
              <a:pathLst>
                <a:path w="1681" h="1836" extrusionOk="0">
                  <a:moveTo>
                    <a:pt x="605" y="290"/>
                  </a:moveTo>
                  <a:lnTo>
                    <a:pt x="1345" y="447"/>
                  </a:lnTo>
                  <a:lnTo>
                    <a:pt x="1110" y="1500"/>
                  </a:lnTo>
                  <a:lnTo>
                    <a:pt x="370" y="1343"/>
                  </a:lnTo>
                  <a:cubicBezTo>
                    <a:pt x="337" y="1332"/>
                    <a:pt x="303" y="1287"/>
                    <a:pt x="314" y="1242"/>
                  </a:cubicBezTo>
                  <a:lnTo>
                    <a:pt x="516" y="346"/>
                  </a:lnTo>
                  <a:cubicBezTo>
                    <a:pt x="516" y="313"/>
                    <a:pt x="549" y="290"/>
                    <a:pt x="594" y="290"/>
                  </a:cubicBezTo>
                  <a:close/>
                  <a:moveTo>
                    <a:pt x="590" y="1"/>
                  </a:moveTo>
                  <a:cubicBezTo>
                    <a:pt x="421" y="1"/>
                    <a:pt x="274" y="116"/>
                    <a:pt x="236" y="290"/>
                  </a:cubicBezTo>
                  <a:lnTo>
                    <a:pt x="45" y="1186"/>
                  </a:lnTo>
                  <a:cubicBezTo>
                    <a:pt x="1" y="1377"/>
                    <a:pt x="124" y="1567"/>
                    <a:pt x="314" y="1612"/>
                  </a:cubicBezTo>
                  <a:lnTo>
                    <a:pt x="1322" y="1836"/>
                  </a:lnTo>
                  <a:lnTo>
                    <a:pt x="1681" y="234"/>
                  </a:lnTo>
                  <a:lnTo>
                    <a:pt x="673" y="10"/>
                  </a:lnTo>
                  <a:cubicBezTo>
                    <a:pt x="645" y="4"/>
                    <a:pt x="617"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9"/>
            <p:cNvSpPr/>
            <p:nvPr/>
          </p:nvSpPr>
          <p:spPr>
            <a:xfrm>
              <a:off x="6154015" y="3455333"/>
              <a:ext cx="276640" cy="103775"/>
            </a:xfrm>
            <a:custGeom>
              <a:avLst/>
              <a:gdLst/>
              <a:ahLst/>
              <a:cxnLst/>
              <a:rect l="l" t="t" r="r" b="b"/>
              <a:pathLst>
                <a:path w="4929" h="1849" extrusionOk="0">
                  <a:moveTo>
                    <a:pt x="359" y="0"/>
                  </a:moveTo>
                  <a:lnTo>
                    <a:pt x="247" y="269"/>
                  </a:lnTo>
                  <a:lnTo>
                    <a:pt x="3271" y="1490"/>
                  </a:lnTo>
                  <a:lnTo>
                    <a:pt x="3271" y="1490"/>
                  </a:lnTo>
                  <a:lnTo>
                    <a:pt x="11" y="1322"/>
                  </a:lnTo>
                  <a:lnTo>
                    <a:pt x="0" y="1602"/>
                  </a:lnTo>
                  <a:lnTo>
                    <a:pt x="4928" y="1848"/>
                  </a:lnTo>
                  <a:lnTo>
                    <a:pt x="3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9"/>
            <p:cNvSpPr/>
            <p:nvPr/>
          </p:nvSpPr>
          <p:spPr>
            <a:xfrm>
              <a:off x="6230065" y="3494284"/>
              <a:ext cx="38389" cy="54778"/>
            </a:xfrm>
            <a:custGeom>
              <a:avLst/>
              <a:gdLst/>
              <a:ahLst/>
              <a:cxnLst/>
              <a:rect l="l" t="t" r="r" b="b"/>
              <a:pathLst>
                <a:path w="684" h="976" extrusionOk="0">
                  <a:moveTo>
                    <a:pt x="639" y="1"/>
                  </a:moveTo>
                  <a:cubicBezTo>
                    <a:pt x="549" y="12"/>
                    <a:pt x="135" y="113"/>
                    <a:pt x="68" y="393"/>
                  </a:cubicBezTo>
                  <a:cubicBezTo>
                    <a:pt x="0" y="673"/>
                    <a:pt x="314" y="897"/>
                    <a:pt x="415" y="975"/>
                  </a:cubicBezTo>
                  <a:lnTo>
                    <a:pt x="583" y="751"/>
                  </a:lnTo>
                  <a:cubicBezTo>
                    <a:pt x="381" y="606"/>
                    <a:pt x="325" y="505"/>
                    <a:pt x="336" y="460"/>
                  </a:cubicBezTo>
                  <a:cubicBezTo>
                    <a:pt x="359" y="382"/>
                    <a:pt x="549" y="303"/>
                    <a:pt x="684" y="281"/>
                  </a:cubicBezTo>
                  <a:lnTo>
                    <a:pt x="6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9"/>
            <p:cNvSpPr/>
            <p:nvPr/>
          </p:nvSpPr>
          <p:spPr>
            <a:xfrm>
              <a:off x="7870823" y="2148350"/>
              <a:ext cx="215632" cy="162482"/>
            </a:xfrm>
            <a:custGeom>
              <a:avLst/>
              <a:gdLst/>
              <a:ahLst/>
              <a:cxnLst/>
              <a:rect l="l" t="t" r="r" b="b"/>
              <a:pathLst>
                <a:path w="3842" h="2895" extrusionOk="0">
                  <a:moveTo>
                    <a:pt x="1419" y="1"/>
                  </a:moveTo>
                  <a:cubicBezTo>
                    <a:pt x="1299" y="1"/>
                    <a:pt x="1180" y="16"/>
                    <a:pt x="1064" y="46"/>
                  </a:cubicBezTo>
                  <a:cubicBezTo>
                    <a:pt x="627" y="181"/>
                    <a:pt x="258" y="494"/>
                    <a:pt x="90" y="920"/>
                  </a:cubicBezTo>
                  <a:cubicBezTo>
                    <a:pt x="45" y="1021"/>
                    <a:pt x="0" y="1245"/>
                    <a:pt x="67" y="1334"/>
                  </a:cubicBezTo>
                  <a:cubicBezTo>
                    <a:pt x="109" y="1382"/>
                    <a:pt x="177" y="1405"/>
                    <a:pt x="258" y="1405"/>
                  </a:cubicBezTo>
                  <a:cubicBezTo>
                    <a:pt x="329" y="1405"/>
                    <a:pt x="410" y="1388"/>
                    <a:pt x="493" y="1357"/>
                  </a:cubicBezTo>
                  <a:lnTo>
                    <a:pt x="2767" y="2589"/>
                  </a:lnTo>
                  <a:cubicBezTo>
                    <a:pt x="2621" y="2790"/>
                    <a:pt x="2599" y="2858"/>
                    <a:pt x="2621" y="2880"/>
                  </a:cubicBezTo>
                  <a:cubicBezTo>
                    <a:pt x="2629" y="2890"/>
                    <a:pt x="2645" y="2895"/>
                    <a:pt x="2668" y="2895"/>
                  </a:cubicBezTo>
                  <a:cubicBezTo>
                    <a:pt x="2882" y="2895"/>
                    <a:pt x="3688" y="2485"/>
                    <a:pt x="3819" y="1838"/>
                  </a:cubicBezTo>
                  <a:cubicBezTo>
                    <a:pt x="3842" y="1693"/>
                    <a:pt x="3831" y="1536"/>
                    <a:pt x="3786" y="1390"/>
                  </a:cubicBezTo>
                  <a:cubicBezTo>
                    <a:pt x="3595" y="830"/>
                    <a:pt x="2879" y="696"/>
                    <a:pt x="2823" y="696"/>
                  </a:cubicBezTo>
                  <a:cubicBezTo>
                    <a:pt x="2435" y="254"/>
                    <a:pt x="1916" y="1"/>
                    <a:pt x="1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9"/>
            <p:cNvSpPr/>
            <p:nvPr/>
          </p:nvSpPr>
          <p:spPr>
            <a:xfrm>
              <a:off x="7863246" y="3342185"/>
              <a:ext cx="176064" cy="83009"/>
            </a:xfrm>
            <a:custGeom>
              <a:avLst/>
              <a:gdLst/>
              <a:ahLst/>
              <a:cxnLst/>
              <a:rect l="l" t="t" r="r" b="b"/>
              <a:pathLst>
                <a:path w="3137" h="1479" extrusionOk="0">
                  <a:moveTo>
                    <a:pt x="2599" y="0"/>
                  </a:moveTo>
                  <a:lnTo>
                    <a:pt x="1950" y="135"/>
                  </a:lnTo>
                  <a:cubicBezTo>
                    <a:pt x="1950" y="135"/>
                    <a:pt x="885" y="717"/>
                    <a:pt x="449" y="963"/>
                  </a:cubicBezTo>
                  <a:cubicBezTo>
                    <a:pt x="1" y="1221"/>
                    <a:pt x="202" y="1479"/>
                    <a:pt x="202" y="1479"/>
                  </a:cubicBezTo>
                  <a:lnTo>
                    <a:pt x="3081" y="1479"/>
                  </a:lnTo>
                  <a:cubicBezTo>
                    <a:pt x="3137" y="1098"/>
                    <a:pt x="2599" y="0"/>
                    <a:pt x="25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9"/>
            <p:cNvSpPr/>
            <p:nvPr/>
          </p:nvSpPr>
          <p:spPr>
            <a:xfrm>
              <a:off x="7871440" y="3357900"/>
              <a:ext cx="189254" cy="83009"/>
            </a:xfrm>
            <a:custGeom>
              <a:avLst/>
              <a:gdLst/>
              <a:ahLst/>
              <a:cxnLst/>
              <a:rect l="l" t="t" r="r" b="b"/>
              <a:pathLst>
                <a:path w="3372" h="1479" extrusionOk="0">
                  <a:moveTo>
                    <a:pt x="2800" y="0"/>
                  </a:moveTo>
                  <a:lnTo>
                    <a:pt x="2095" y="135"/>
                  </a:lnTo>
                  <a:cubicBezTo>
                    <a:pt x="2095" y="135"/>
                    <a:pt x="952" y="717"/>
                    <a:pt x="482" y="975"/>
                  </a:cubicBezTo>
                  <a:cubicBezTo>
                    <a:pt x="0" y="1221"/>
                    <a:pt x="213" y="1479"/>
                    <a:pt x="213" y="1479"/>
                  </a:cubicBezTo>
                  <a:lnTo>
                    <a:pt x="3316" y="1479"/>
                  </a:lnTo>
                  <a:cubicBezTo>
                    <a:pt x="3372" y="1098"/>
                    <a:pt x="2800" y="0"/>
                    <a:pt x="2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9"/>
            <p:cNvSpPr/>
            <p:nvPr/>
          </p:nvSpPr>
          <p:spPr>
            <a:xfrm>
              <a:off x="7863246" y="3332756"/>
              <a:ext cx="183641" cy="100632"/>
            </a:xfrm>
            <a:custGeom>
              <a:avLst/>
              <a:gdLst/>
              <a:ahLst/>
              <a:cxnLst/>
              <a:rect l="l" t="t" r="r" b="b"/>
              <a:pathLst>
                <a:path w="3272" h="1793" extrusionOk="0">
                  <a:moveTo>
                    <a:pt x="2532" y="325"/>
                  </a:moveTo>
                  <a:cubicBezTo>
                    <a:pt x="2700" y="683"/>
                    <a:pt x="2913" y="1221"/>
                    <a:pt x="2946" y="1512"/>
                  </a:cubicBezTo>
                  <a:lnTo>
                    <a:pt x="292" y="1512"/>
                  </a:lnTo>
                  <a:cubicBezTo>
                    <a:pt x="292" y="1501"/>
                    <a:pt x="303" y="1479"/>
                    <a:pt x="303" y="1467"/>
                  </a:cubicBezTo>
                  <a:cubicBezTo>
                    <a:pt x="348" y="1378"/>
                    <a:pt x="415" y="1299"/>
                    <a:pt x="516" y="1255"/>
                  </a:cubicBezTo>
                  <a:cubicBezTo>
                    <a:pt x="930" y="1031"/>
                    <a:pt x="1860" y="515"/>
                    <a:pt x="2006" y="437"/>
                  </a:cubicBezTo>
                  <a:lnTo>
                    <a:pt x="2532" y="325"/>
                  </a:lnTo>
                  <a:close/>
                  <a:moveTo>
                    <a:pt x="2678" y="0"/>
                  </a:moveTo>
                  <a:lnTo>
                    <a:pt x="1916" y="168"/>
                  </a:lnTo>
                  <a:lnTo>
                    <a:pt x="1882" y="179"/>
                  </a:lnTo>
                  <a:cubicBezTo>
                    <a:pt x="1882" y="179"/>
                    <a:pt x="818" y="762"/>
                    <a:pt x="370" y="1008"/>
                  </a:cubicBezTo>
                  <a:cubicBezTo>
                    <a:pt x="202" y="1087"/>
                    <a:pt x="79" y="1232"/>
                    <a:pt x="23" y="1411"/>
                  </a:cubicBezTo>
                  <a:cubicBezTo>
                    <a:pt x="1" y="1523"/>
                    <a:pt x="23" y="1635"/>
                    <a:pt x="79" y="1736"/>
                  </a:cubicBezTo>
                  <a:lnTo>
                    <a:pt x="124" y="1792"/>
                  </a:lnTo>
                  <a:lnTo>
                    <a:pt x="3204" y="1792"/>
                  </a:lnTo>
                  <a:lnTo>
                    <a:pt x="3215" y="1669"/>
                  </a:lnTo>
                  <a:cubicBezTo>
                    <a:pt x="3271" y="1243"/>
                    <a:pt x="2778" y="213"/>
                    <a:pt x="2722" y="101"/>
                  </a:cubicBezTo>
                  <a:lnTo>
                    <a:pt x="26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9"/>
            <p:cNvSpPr/>
            <p:nvPr/>
          </p:nvSpPr>
          <p:spPr>
            <a:xfrm>
              <a:off x="7632572" y="3285611"/>
              <a:ext cx="129537" cy="169778"/>
            </a:xfrm>
            <a:custGeom>
              <a:avLst/>
              <a:gdLst/>
              <a:ahLst/>
              <a:cxnLst/>
              <a:rect l="l" t="t" r="r" b="b"/>
              <a:pathLst>
                <a:path w="2308" h="3025" extrusionOk="0">
                  <a:moveTo>
                    <a:pt x="1288" y="0"/>
                  </a:moveTo>
                  <a:lnTo>
                    <a:pt x="582" y="191"/>
                  </a:lnTo>
                  <a:cubicBezTo>
                    <a:pt x="582" y="191"/>
                    <a:pt x="235" y="1568"/>
                    <a:pt x="123" y="2184"/>
                  </a:cubicBezTo>
                  <a:cubicBezTo>
                    <a:pt x="0" y="2811"/>
                    <a:pt x="414" y="3024"/>
                    <a:pt x="414" y="3024"/>
                  </a:cubicBezTo>
                  <a:lnTo>
                    <a:pt x="2307" y="885"/>
                  </a:lnTo>
                  <a:cubicBezTo>
                    <a:pt x="2083" y="280"/>
                    <a:pt x="1288" y="0"/>
                    <a:pt x="12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9"/>
            <p:cNvSpPr/>
            <p:nvPr/>
          </p:nvSpPr>
          <p:spPr>
            <a:xfrm>
              <a:off x="7652665" y="3285611"/>
              <a:ext cx="129537" cy="169778"/>
            </a:xfrm>
            <a:custGeom>
              <a:avLst/>
              <a:gdLst/>
              <a:ahLst/>
              <a:cxnLst/>
              <a:rect l="l" t="t" r="r" b="b"/>
              <a:pathLst>
                <a:path w="2308" h="3025" extrusionOk="0">
                  <a:moveTo>
                    <a:pt x="1288" y="0"/>
                  </a:moveTo>
                  <a:lnTo>
                    <a:pt x="572" y="191"/>
                  </a:lnTo>
                  <a:cubicBezTo>
                    <a:pt x="572" y="191"/>
                    <a:pt x="236" y="1568"/>
                    <a:pt x="112" y="2184"/>
                  </a:cubicBezTo>
                  <a:cubicBezTo>
                    <a:pt x="0" y="2811"/>
                    <a:pt x="415" y="3024"/>
                    <a:pt x="415" y="3024"/>
                  </a:cubicBezTo>
                  <a:lnTo>
                    <a:pt x="2308" y="885"/>
                  </a:lnTo>
                  <a:cubicBezTo>
                    <a:pt x="2084" y="280"/>
                    <a:pt x="1288" y="0"/>
                    <a:pt x="1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9"/>
            <p:cNvSpPr/>
            <p:nvPr/>
          </p:nvSpPr>
          <p:spPr>
            <a:xfrm>
              <a:off x="7623087" y="3277417"/>
              <a:ext cx="148451" cy="187401"/>
            </a:xfrm>
            <a:custGeom>
              <a:avLst/>
              <a:gdLst/>
              <a:ahLst/>
              <a:cxnLst/>
              <a:rect l="l" t="t" r="r" b="b"/>
              <a:pathLst>
                <a:path w="2645" h="3339" extrusionOk="0">
                  <a:moveTo>
                    <a:pt x="1446" y="292"/>
                  </a:moveTo>
                  <a:cubicBezTo>
                    <a:pt x="1591" y="348"/>
                    <a:pt x="2107" y="583"/>
                    <a:pt x="2308" y="997"/>
                  </a:cubicBezTo>
                  <a:lnTo>
                    <a:pt x="561" y="2980"/>
                  </a:lnTo>
                  <a:cubicBezTo>
                    <a:pt x="415" y="2812"/>
                    <a:pt x="359" y="2577"/>
                    <a:pt x="427" y="2364"/>
                  </a:cubicBezTo>
                  <a:cubicBezTo>
                    <a:pt x="527" y="1837"/>
                    <a:pt x="796" y="751"/>
                    <a:pt x="863" y="449"/>
                  </a:cubicBezTo>
                  <a:lnTo>
                    <a:pt x="1446" y="292"/>
                  </a:lnTo>
                  <a:close/>
                  <a:moveTo>
                    <a:pt x="1468" y="1"/>
                  </a:moveTo>
                  <a:lnTo>
                    <a:pt x="628" y="225"/>
                  </a:lnTo>
                  <a:lnTo>
                    <a:pt x="606" y="303"/>
                  </a:lnTo>
                  <a:cubicBezTo>
                    <a:pt x="606" y="325"/>
                    <a:pt x="270" y="1692"/>
                    <a:pt x="147" y="2308"/>
                  </a:cubicBezTo>
                  <a:cubicBezTo>
                    <a:pt x="1" y="3025"/>
                    <a:pt x="505" y="3282"/>
                    <a:pt x="527" y="3294"/>
                  </a:cubicBezTo>
                  <a:lnTo>
                    <a:pt x="617" y="3338"/>
                  </a:lnTo>
                  <a:lnTo>
                    <a:pt x="2644" y="1065"/>
                  </a:lnTo>
                  <a:lnTo>
                    <a:pt x="2622" y="986"/>
                  </a:lnTo>
                  <a:cubicBezTo>
                    <a:pt x="2364" y="325"/>
                    <a:pt x="1547" y="23"/>
                    <a:pt x="1513" y="12"/>
                  </a:cubicBezTo>
                  <a:lnTo>
                    <a:pt x="14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9"/>
            <p:cNvSpPr/>
            <p:nvPr/>
          </p:nvSpPr>
          <p:spPr>
            <a:xfrm>
              <a:off x="7525037" y="2716672"/>
              <a:ext cx="355271" cy="596665"/>
            </a:xfrm>
            <a:custGeom>
              <a:avLst/>
              <a:gdLst/>
              <a:ahLst/>
              <a:cxnLst/>
              <a:rect l="l" t="t" r="r" b="b"/>
              <a:pathLst>
                <a:path w="6330" h="10631" extrusionOk="0">
                  <a:moveTo>
                    <a:pt x="3473" y="1"/>
                  </a:moveTo>
                  <a:cubicBezTo>
                    <a:pt x="3473" y="1"/>
                    <a:pt x="169" y="4179"/>
                    <a:pt x="79" y="4739"/>
                  </a:cubicBezTo>
                  <a:cubicBezTo>
                    <a:pt x="1" y="5299"/>
                    <a:pt x="2129" y="10619"/>
                    <a:pt x="2129" y="10619"/>
                  </a:cubicBezTo>
                  <a:cubicBezTo>
                    <a:pt x="2129" y="10619"/>
                    <a:pt x="2249" y="10631"/>
                    <a:pt x="2419" y="10631"/>
                  </a:cubicBezTo>
                  <a:cubicBezTo>
                    <a:pt x="2767" y="10631"/>
                    <a:pt x="3322" y="10580"/>
                    <a:pt x="3473" y="10272"/>
                  </a:cubicBezTo>
                  <a:lnTo>
                    <a:pt x="2017" y="5175"/>
                  </a:lnTo>
                  <a:lnTo>
                    <a:pt x="6329" y="1199"/>
                  </a:lnTo>
                  <a:lnTo>
                    <a:pt x="347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9"/>
            <p:cNvSpPr/>
            <p:nvPr/>
          </p:nvSpPr>
          <p:spPr>
            <a:xfrm>
              <a:off x="7546420" y="2729244"/>
              <a:ext cx="348929" cy="584037"/>
            </a:xfrm>
            <a:custGeom>
              <a:avLst/>
              <a:gdLst/>
              <a:ahLst/>
              <a:cxnLst/>
              <a:rect l="l" t="t" r="r" b="b"/>
              <a:pathLst>
                <a:path w="6217" h="10406" extrusionOk="0">
                  <a:moveTo>
                    <a:pt x="3361" y="1"/>
                  </a:moveTo>
                  <a:cubicBezTo>
                    <a:pt x="3361" y="1"/>
                    <a:pt x="169" y="4100"/>
                    <a:pt x="79" y="4660"/>
                  </a:cubicBezTo>
                  <a:cubicBezTo>
                    <a:pt x="1" y="5220"/>
                    <a:pt x="2039" y="10406"/>
                    <a:pt x="2039" y="10406"/>
                  </a:cubicBezTo>
                  <a:cubicBezTo>
                    <a:pt x="2039" y="10406"/>
                    <a:pt x="3125" y="10361"/>
                    <a:pt x="3350" y="9913"/>
                  </a:cubicBezTo>
                  <a:lnTo>
                    <a:pt x="2017" y="5086"/>
                  </a:lnTo>
                  <a:lnTo>
                    <a:pt x="6217" y="1210"/>
                  </a:lnTo>
                  <a:lnTo>
                    <a:pt x="33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9"/>
            <p:cNvSpPr/>
            <p:nvPr/>
          </p:nvSpPr>
          <p:spPr>
            <a:xfrm>
              <a:off x="7516899" y="2707243"/>
              <a:ext cx="377834" cy="614232"/>
            </a:xfrm>
            <a:custGeom>
              <a:avLst/>
              <a:gdLst/>
              <a:ahLst/>
              <a:cxnLst/>
              <a:rect l="l" t="t" r="r" b="b"/>
              <a:pathLst>
                <a:path w="6732" h="10944" extrusionOk="0">
                  <a:moveTo>
                    <a:pt x="3663" y="337"/>
                  </a:moveTo>
                  <a:lnTo>
                    <a:pt x="6228" y="1423"/>
                  </a:lnTo>
                  <a:lnTo>
                    <a:pt x="2005" y="5310"/>
                  </a:lnTo>
                  <a:lnTo>
                    <a:pt x="3472" y="10440"/>
                  </a:lnTo>
                  <a:cubicBezTo>
                    <a:pt x="3330" y="10611"/>
                    <a:pt x="2913" y="10669"/>
                    <a:pt x="2557" y="10669"/>
                  </a:cubicBezTo>
                  <a:cubicBezTo>
                    <a:pt x="2494" y="10669"/>
                    <a:pt x="2432" y="10667"/>
                    <a:pt x="2375" y="10664"/>
                  </a:cubicBezTo>
                  <a:lnTo>
                    <a:pt x="2375" y="10652"/>
                  </a:lnTo>
                  <a:cubicBezTo>
                    <a:pt x="1557" y="8603"/>
                    <a:pt x="303" y="5299"/>
                    <a:pt x="359" y="4918"/>
                  </a:cubicBezTo>
                  <a:cubicBezTo>
                    <a:pt x="415" y="4548"/>
                    <a:pt x="2386" y="1950"/>
                    <a:pt x="3663" y="337"/>
                  </a:cubicBezTo>
                  <a:close/>
                  <a:moveTo>
                    <a:pt x="3573" y="1"/>
                  </a:moveTo>
                  <a:lnTo>
                    <a:pt x="3506" y="79"/>
                  </a:lnTo>
                  <a:cubicBezTo>
                    <a:pt x="3170" y="505"/>
                    <a:pt x="179" y="4313"/>
                    <a:pt x="90" y="4884"/>
                  </a:cubicBezTo>
                  <a:cubicBezTo>
                    <a:pt x="0" y="5444"/>
                    <a:pt x="1792" y="9947"/>
                    <a:pt x="2139" y="10843"/>
                  </a:cubicBezTo>
                  <a:lnTo>
                    <a:pt x="2173" y="10921"/>
                  </a:lnTo>
                  <a:lnTo>
                    <a:pt x="2263" y="10921"/>
                  </a:lnTo>
                  <a:cubicBezTo>
                    <a:pt x="2296" y="10932"/>
                    <a:pt x="2419" y="10944"/>
                    <a:pt x="2576" y="10944"/>
                  </a:cubicBezTo>
                  <a:cubicBezTo>
                    <a:pt x="2957" y="10944"/>
                    <a:pt x="3562" y="10876"/>
                    <a:pt x="3741" y="10518"/>
                  </a:cubicBezTo>
                  <a:lnTo>
                    <a:pt x="3775" y="10462"/>
                  </a:lnTo>
                  <a:lnTo>
                    <a:pt x="2319" y="5399"/>
                  </a:lnTo>
                  <a:lnTo>
                    <a:pt x="6732" y="1322"/>
                  </a:lnTo>
                  <a:lnTo>
                    <a:pt x="35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9"/>
            <p:cNvSpPr/>
            <p:nvPr/>
          </p:nvSpPr>
          <p:spPr>
            <a:xfrm>
              <a:off x="7514373" y="2165861"/>
              <a:ext cx="94963" cy="76274"/>
            </a:xfrm>
            <a:custGeom>
              <a:avLst/>
              <a:gdLst/>
              <a:ahLst/>
              <a:cxnLst/>
              <a:rect l="l" t="t" r="r" b="b"/>
              <a:pathLst>
                <a:path w="1692" h="1359" extrusionOk="0">
                  <a:moveTo>
                    <a:pt x="1002" y="0"/>
                  </a:moveTo>
                  <a:cubicBezTo>
                    <a:pt x="996" y="0"/>
                    <a:pt x="991" y="1"/>
                    <a:pt x="986" y="3"/>
                  </a:cubicBezTo>
                  <a:cubicBezTo>
                    <a:pt x="796" y="81"/>
                    <a:pt x="0" y="306"/>
                    <a:pt x="381" y="731"/>
                  </a:cubicBezTo>
                  <a:cubicBezTo>
                    <a:pt x="616" y="989"/>
                    <a:pt x="896" y="1202"/>
                    <a:pt x="1221" y="1358"/>
                  </a:cubicBezTo>
                  <a:lnTo>
                    <a:pt x="1692" y="1179"/>
                  </a:lnTo>
                  <a:cubicBezTo>
                    <a:pt x="1692" y="1179"/>
                    <a:pt x="1203" y="0"/>
                    <a:pt x="10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9"/>
            <p:cNvSpPr/>
            <p:nvPr/>
          </p:nvSpPr>
          <p:spPr>
            <a:xfrm>
              <a:off x="7520659" y="2158004"/>
              <a:ext cx="98724" cy="92943"/>
            </a:xfrm>
            <a:custGeom>
              <a:avLst/>
              <a:gdLst/>
              <a:ahLst/>
              <a:cxnLst/>
              <a:rect l="l" t="t" r="r" b="b"/>
              <a:pathLst>
                <a:path w="1759" h="1656" extrusionOk="0">
                  <a:moveTo>
                    <a:pt x="874" y="289"/>
                  </a:moveTo>
                  <a:cubicBezTo>
                    <a:pt x="986" y="401"/>
                    <a:pt x="1210" y="826"/>
                    <a:pt x="1389" y="1230"/>
                  </a:cubicBezTo>
                  <a:lnTo>
                    <a:pt x="1109" y="1342"/>
                  </a:lnTo>
                  <a:cubicBezTo>
                    <a:pt x="829" y="1196"/>
                    <a:pt x="572" y="1006"/>
                    <a:pt x="359" y="770"/>
                  </a:cubicBezTo>
                  <a:cubicBezTo>
                    <a:pt x="314" y="714"/>
                    <a:pt x="292" y="670"/>
                    <a:pt x="303" y="625"/>
                  </a:cubicBezTo>
                  <a:cubicBezTo>
                    <a:pt x="348" y="479"/>
                    <a:pt x="740" y="333"/>
                    <a:pt x="863" y="289"/>
                  </a:cubicBezTo>
                  <a:close/>
                  <a:moveTo>
                    <a:pt x="893" y="1"/>
                  </a:moveTo>
                  <a:cubicBezTo>
                    <a:pt x="862" y="1"/>
                    <a:pt x="838" y="11"/>
                    <a:pt x="818" y="20"/>
                  </a:cubicBezTo>
                  <a:lnTo>
                    <a:pt x="773" y="31"/>
                  </a:lnTo>
                  <a:cubicBezTo>
                    <a:pt x="538" y="121"/>
                    <a:pt x="112" y="266"/>
                    <a:pt x="34" y="569"/>
                  </a:cubicBezTo>
                  <a:cubicBezTo>
                    <a:pt x="0" y="714"/>
                    <a:pt x="45" y="860"/>
                    <a:pt x="157" y="961"/>
                  </a:cubicBezTo>
                  <a:cubicBezTo>
                    <a:pt x="415" y="1241"/>
                    <a:pt x="717" y="1465"/>
                    <a:pt x="1053" y="1633"/>
                  </a:cubicBezTo>
                  <a:lnTo>
                    <a:pt x="1098" y="1655"/>
                  </a:lnTo>
                  <a:lnTo>
                    <a:pt x="1759" y="1398"/>
                  </a:lnTo>
                  <a:lnTo>
                    <a:pt x="1703" y="1263"/>
                  </a:lnTo>
                  <a:cubicBezTo>
                    <a:pt x="1245" y="168"/>
                    <a:pt x="1017" y="1"/>
                    <a:pt x="8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9"/>
            <p:cNvSpPr/>
            <p:nvPr/>
          </p:nvSpPr>
          <p:spPr>
            <a:xfrm>
              <a:off x="8011584" y="2037952"/>
              <a:ext cx="92494" cy="108602"/>
            </a:xfrm>
            <a:custGeom>
              <a:avLst/>
              <a:gdLst/>
              <a:ahLst/>
              <a:cxnLst/>
              <a:rect l="l" t="t" r="r" b="b"/>
              <a:pathLst>
                <a:path w="1648" h="1935" extrusionOk="0">
                  <a:moveTo>
                    <a:pt x="946" y="1"/>
                  </a:moveTo>
                  <a:cubicBezTo>
                    <a:pt x="857" y="1"/>
                    <a:pt x="767" y="21"/>
                    <a:pt x="684" y="64"/>
                  </a:cubicBezTo>
                  <a:cubicBezTo>
                    <a:pt x="359" y="232"/>
                    <a:pt x="1" y="837"/>
                    <a:pt x="483" y="1184"/>
                  </a:cubicBezTo>
                  <a:cubicBezTo>
                    <a:pt x="796" y="1420"/>
                    <a:pt x="1087" y="1666"/>
                    <a:pt x="1367" y="1935"/>
                  </a:cubicBezTo>
                  <a:lnTo>
                    <a:pt x="1647" y="1722"/>
                  </a:lnTo>
                  <a:cubicBezTo>
                    <a:pt x="1647" y="1722"/>
                    <a:pt x="1591" y="580"/>
                    <a:pt x="1457" y="322"/>
                  </a:cubicBezTo>
                  <a:cubicBezTo>
                    <a:pt x="1362" y="117"/>
                    <a:pt x="115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9"/>
            <p:cNvSpPr/>
            <p:nvPr/>
          </p:nvSpPr>
          <p:spPr>
            <a:xfrm>
              <a:off x="8016636" y="2029702"/>
              <a:ext cx="94963" cy="126955"/>
            </a:xfrm>
            <a:custGeom>
              <a:avLst/>
              <a:gdLst/>
              <a:ahLst/>
              <a:cxnLst/>
              <a:rect l="l" t="t" r="r" b="b"/>
              <a:pathLst>
                <a:path w="1692" h="2262" extrusionOk="0">
                  <a:moveTo>
                    <a:pt x="863" y="279"/>
                  </a:moveTo>
                  <a:lnTo>
                    <a:pt x="863" y="290"/>
                  </a:lnTo>
                  <a:cubicBezTo>
                    <a:pt x="1020" y="290"/>
                    <a:pt x="1165" y="379"/>
                    <a:pt x="1244" y="525"/>
                  </a:cubicBezTo>
                  <a:cubicBezTo>
                    <a:pt x="1333" y="693"/>
                    <a:pt x="1389" y="1365"/>
                    <a:pt x="1412" y="1802"/>
                  </a:cubicBezTo>
                  <a:lnTo>
                    <a:pt x="1289" y="1891"/>
                  </a:lnTo>
                  <a:cubicBezTo>
                    <a:pt x="1031" y="1645"/>
                    <a:pt x="751" y="1421"/>
                    <a:pt x="471" y="1219"/>
                  </a:cubicBezTo>
                  <a:cubicBezTo>
                    <a:pt x="348" y="1141"/>
                    <a:pt x="281" y="1007"/>
                    <a:pt x="292" y="861"/>
                  </a:cubicBezTo>
                  <a:cubicBezTo>
                    <a:pt x="325" y="637"/>
                    <a:pt x="460" y="447"/>
                    <a:pt x="661" y="335"/>
                  </a:cubicBezTo>
                  <a:cubicBezTo>
                    <a:pt x="717" y="301"/>
                    <a:pt x="785" y="279"/>
                    <a:pt x="863" y="279"/>
                  </a:cubicBezTo>
                  <a:close/>
                  <a:moveTo>
                    <a:pt x="850" y="0"/>
                  </a:moveTo>
                  <a:cubicBezTo>
                    <a:pt x="742" y="0"/>
                    <a:pt x="632" y="25"/>
                    <a:pt x="527" y="77"/>
                  </a:cubicBezTo>
                  <a:cubicBezTo>
                    <a:pt x="247" y="234"/>
                    <a:pt x="57" y="514"/>
                    <a:pt x="23" y="839"/>
                  </a:cubicBezTo>
                  <a:cubicBezTo>
                    <a:pt x="1" y="1074"/>
                    <a:pt x="113" y="1309"/>
                    <a:pt x="314" y="1443"/>
                  </a:cubicBezTo>
                  <a:cubicBezTo>
                    <a:pt x="617" y="1667"/>
                    <a:pt x="908" y="1914"/>
                    <a:pt x="1177" y="2171"/>
                  </a:cubicBezTo>
                  <a:lnTo>
                    <a:pt x="1255" y="2261"/>
                  </a:lnTo>
                  <a:lnTo>
                    <a:pt x="1692" y="1936"/>
                  </a:lnTo>
                  <a:lnTo>
                    <a:pt x="1692" y="1858"/>
                  </a:lnTo>
                  <a:cubicBezTo>
                    <a:pt x="1681" y="1667"/>
                    <a:pt x="1636" y="671"/>
                    <a:pt x="1490" y="391"/>
                  </a:cubicBezTo>
                  <a:cubicBezTo>
                    <a:pt x="1363" y="145"/>
                    <a:pt x="1113" y="0"/>
                    <a:pt x="8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9"/>
            <p:cNvSpPr/>
            <p:nvPr/>
          </p:nvSpPr>
          <p:spPr>
            <a:xfrm>
              <a:off x="7559610" y="2213175"/>
              <a:ext cx="320698" cy="304927"/>
            </a:xfrm>
            <a:custGeom>
              <a:avLst/>
              <a:gdLst/>
              <a:ahLst/>
              <a:cxnLst/>
              <a:rect l="l" t="t" r="r" b="b"/>
              <a:pathLst>
                <a:path w="5714" h="5433" extrusionOk="0">
                  <a:moveTo>
                    <a:pt x="897" y="0"/>
                  </a:moveTo>
                  <a:lnTo>
                    <a:pt x="1" y="392"/>
                  </a:lnTo>
                  <a:cubicBezTo>
                    <a:pt x="1" y="392"/>
                    <a:pt x="1042" y="3360"/>
                    <a:pt x="1322" y="3584"/>
                  </a:cubicBezTo>
                  <a:cubicBezTo>
                    <a:pt x="1602" y="3819"/>
                    <a:pt x="4593" y="5432"/>
                    <a:pt x="4593" y="5432"/>
                  </a:cubicBezTo>
                  <a:lnTo>
                    <a:pt x="5713" y="3976"/>
                  </a:lnTo>
                  <a:cubicBezTo>
                    <a:pt x="5713" y="3976"/>
                    <a:pt x="2465" y="2688"/>
                    <a:pt x="2330" y="2610"/>
                  </a:cubicBezTo>
                  <a:cubicBezTo>
                    <a:pt x="2185" y="2531"/>
                    <a:pt x="897" y="0"/>
                    <a:pt x="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9"/>
            <p:cNvSpPr/>
            <p:nvPr/>
          </p:nvSpPr>
          <p:spPr>
            <a:xfrm>
              <a:off x="7573473" y="2205598"/>
              <a:ext cx="316882" cy="294263"/>
            </a:xfrm>
            <a:custGeom>
              <a:avLst/>
              <a:gdLst/>
              <a:ahLst/>
              <a:cxnLst/>
              <a:rect l="l" t="t" r="r" b="b"/>
              <a:pathLst>
                <a:path w="5646" h="5243" extrusionOk="0">
                  <a:moveTo>
                    <a:pt x="919" y="1"/>
                  </a:moveTo>
                  <a:lnTo>
                    <a:pt x="0" y="426"/>
                  </a:lnTo>
                  <a:cubicBezTo>
                    <a:pt x="0" y="426"/>
                    <a:pt x="975" y="3170"/>
                    <a:pt x="1255" y="3406"/>
                  </a:cubicBezTo>
                  <a:cubicBezTo>
                    <a:pt x="1535" y="3630"/>
                    <a:pt x="4525" y="5243"/>
                    <a:pt x="4525" y="5243"/>
                  </a:cubicBezTo>
                  <a:lnTo>
                    <a:pt x="5645" y="3786"/>
                  </a:lnTo>
                  <a:cubicBezTo>
                    <a:pt x="5645" y="3786"/>
                    <a:pt x="2397" y="2498"/>
                    <a:pt x="2251" y="2420"/>
                  </a:cubicBezTo>
                  <a:cubicBezTo>
                    <a:pt x="2117" y="2353"/>
                    <a:pt x="919"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9"/>
            <p:cNvSpPr/>
            <p:nvPr/>
          </p:nvSpPr>
          <p:spPr>
            <a:xfrm>
              <a:off x="7549563" y="2203072"/>
              <a:ext cx="343317" cy="325693"/>
            </a:xfrm>
            <a:custGeom>
              <a:avLst/>
              <a:gdLst/>
              <a:ahLst/>
              <a:cxnLst/>
              <a:rect l="l" t="t" r="r" b="b"/>
              <a:pathLst>
                <a:path w="6117" h="5803" extrusionOk="0">
                  <a:moveTo>
                    <a:pt x="1009" y="359"/>
                  </a:moveTo>
                  <a:cubicBezTo>
                    <a:pt x="2263" y="2823"/>
                    <a:pt x="2397" y="2891"/>
                    <a:pt x="2442" y="2924"/>
                  </a:cubicBezTo>
                  <a:cubicBezTo>
                    <a:pt x="2565" y="2991"/>
                    <a:pt x="4951" y="3943"/>
                    <a:pt x="5668" y="4224"/>
                  </a:cubicBezTo>
                  <a:lnTo>
                    <a:pt x="4738" y="5444"/>
                  </a:lnTo>
                  <a:cubicBezTo>
                    <a:pt x="3842" y="4952"/>
                    <a:pt x="1793" y="3831"/>
                    <a:pt x="1580" y="3663"/>
                  </a:cubicBezTo>
                  <a:cubicBezTo>
                    <a:pt x="1423" y="3529"/>
                    <a:pt x="841" y="2051"/>
                    <a:pt x="359" y="651"/>
                  </a:cubicBezTo>
                  <a:lnTo>
                    <a:pt x="1009" y="359"/>
                  </a:lnTo>
                  <a:close/>
                  <a:moveTo>
                    <a:pt x="1143" y="1"/>
                  </a:moveTo>
                  <a:lnTo>
                    <a:pt x="1" y="494"/>
                  </a:lnTo>
                  <a:lnTo>
                    <a:pt x="45" y="617"/>
                  </a:lnTo>
                  <a:cubicBezTo>
                    <a:pt x="292" y="1323"/>
                    <a:pt x="1121" y="3652"/>
                    <a:pt x="1412" y="3876"/>
                  </a:cubicBezTo>
                  <a:cubicBezTo>
                    <a:pt x="1692" y="4111"/>
                    <a:pt x="4402" y="5579"/>
                    <a:pt x="4705" y="5736"/>
                  </a:cubicBezTo>
                  <a:lnTo>
                    <a:pt x="4817" y="5803"/>
                  </a:lnTo>
                  <a:lnTo>
                    <a:pt x="6116" y="4100"/>
                  </a:lnTo>
                  <a:lnTo>
                    <a:pt x="5948" y="4033"/>
                  </a:lnTo>
                  <a:cubicBezTo>
                    <a:pt x="4682" y="3529"/>
                    <a:pt x="2789" y="2767"/>
                    <a:pt x="2588" y="2678"/>
                  </a:cubicBezTo>
                  <a:cubicBezTo>
                    <a:pt x="2453" y="2521"/>
                    <a:pt x="1781" y="1255"/>
                    <a:pt x="1199" y="113"/>
                  </a:cubicBezTo>
                  <a:lnTo>
                    <a:pt x="1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9"/>
            <p:cNvSpPr/>
            <p:nvPr/>
          </p:nvSpPr>
          <p:spPr>
            <a:xfrm>
              <a:off x="7807907" y="2768251"/>
              <a:ext cx="216979" cy="594364"/>
            </a:xfrm>
            <a:custGeom>
              <a:avLst/>
              <a:gdLst/>
              <a:ahLst/>
              <a:cxnLst/>
              <a:rect l="l" t="t" r="r" b="b"/>
              <a:pathLst>
                <a:path w="3866" h="10590" extrusionOk="0">
                  <a:moveTo>
                    <a:pt x="1" y="0"/>
                  </a:moveTo>
                  <a:cubicBezTo>
                    <a:pt x="1" y="0"/>
                    <a:pt x="875" y="4245"/>
                    <a:pt x="987" y="4570"/>
                  </a:cubicBezTo>
                  <a:cubicBezTo>
                    <a:pt x="1099" y="4906"/>
                    <a:pt x="2600" y="10450"/>
                    <a:pt x="2600" y="10450"/>
                  </a:cubicBezTo>
                  <a:cubicBezTo>
                    <a:pt x="2741" y="10555"/>
                    <a:pt x="2929" y="10590"/>
                    <a:pt x="3117" y="10590"/>
                  </a:cubicBezTo>
                  <a:cubicBezTo>
                    <a:pt x="3492" y="10590"/>
                    <a:pt x="3865" y="10450"/>
                    <a:pt x="3865" y="10450"/>
                  </a:cubicBezTo>
                  <a:lnTo>
                    <a:pt x="3171" y="4996"/>
                  </a:lnTo>
                  <a:lnTo>
                    <a:pt x="2824" y="14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9"/>
            <p:cNvSpPr/>
            <p:nvPr/>
          </p:nvSpPr>
          <p:spPr>
            <a:xfrm>
              <a:off x="7827438" y="2768251"/>
              <a:ext cx="216923" cy="594364"/>
            </a:xfrm>
            <a:custGeom>
              <a:avLst/>
              <a:gdLst/>
              <a:ahLst/>
              <a:cxnLst/>
              <a:rect l="l" t="t" r="r" b="b"/>
              <a:pathLst>
                <a:path w="3865" h="10590" extrusionOk="0">
                  <a:moveTo>
                    <a:pt x="0" y="0"/>
                  </a:moveTo>
                  <a:cubicBezTo>
                    <a:pt x="0" y="0"/>
                    <a:pt x="874" y="4245"/>
                    <a:pt x="986" y="4570"/>
                  </a:cubicBezTo>
                  <a:cubicBezTo>
                    <a:pt x="1098" y="4906"/>
                    <a:pt x="2588" y="10450"/>
                    <a:pt x="2588" y="10450"/>
                  </a:cubicBezTo>
                  <a:cubicBezTo>
                    <a:pt x="2733" y="10555"/>
                    <a:pt x="2924" y="10590"/>
                    <a:pt x="3113" y="10590"/>
                  </a:cubicBezTo>
                  <a:cubicBezTo>
                    <a:pt x="3491" y="10590"/>
                    <a:pt x="3864" y="10450"/>
                    <a:pt x="3864" y="10450"/>
                  </a:cubicBezTo>
                  <a:lnTo>
                    <a:pt x="3170" y="4996"/>
                  </a:lnTo>
                  <a:lnTo>
                    <a:pt x="2823" y="146"/>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9"/>
            <p:cNvSpPr/>
            <p:nvPr/>
          </p:nvSpPr>
          <p:spPr>
            <a:xfrm>
              <a:off x="7798478" y="2760057"/>
              <a:ext cx="235837" cy="610528"/>
            </a:xfrm>
            <a:custGeom>
              <a:avLst/>
              <a:gdLst/>
              <a:ahLst/>
              <a:cxnLst/>
              <a:rect l="l" t="t" r="r" b="b"/>
              <a:pathLst>
                <a:path w="4202" h="10878" extrusionOk="0">
                  <a:moveTo>
                    <a:pt x="348" y="303"/>
                  </a:moveTo>
                  <a:lnTo>
                    <a:pt x="2857" y="426"/>
                  </a:lnTo>
                  <a:lnTo>
                    <a:pt x="3204" y="5153"/>
                  </a:lnTo>
                  <a:lnTo>
                    <a:pt x="3888" y="10507"/>
                  </a:lnTo>
                  <a:cubicBezTo>
                    <a:pt x="3735" y="10553"/>
                    <a:pt x="3508" y="10599"/>
                    <a:pt x="3290" y="10599"/>
                  </a:cubicBezTo>
                  <a:cubicBezTo>
                    <a:pt x="3140" y="10599"/>
                    <a:pt x="2994" y="10577"/>
                    <a:pt x="2880" y="10518"/>
                  </a:cubicBezTo>
                  <a:cubicBezTo>
                    <a:pt x="2723" y="9913"/>
                    <a:pt x="1390" y="4996"/>
                    <a:pt x="1289" y="4671"/>
                  </a:cubicBezTo>
                  <a:cubicBezTo>
                    <a:pt x="1199" y="4425"/>
                    <a:pt x="651" y="1804"/>
                    <a:pt x="348" y="303"/>
                  </a:cubicBezTo>
                  <a:close/>
                  <a:moveTo>
                    <a:pt x="1" y="1"/>
                  </a:moveTo>
                  <a:lnTo>
                    <a:pt x="35" y="180"/>
                  </a:lnTo>
                  <a:cubicBezTo>
                    <a:pt x="68" y="348"/>
                    <a:pt x="908" y="4425"/>
                    <a:pt x="1020" y="4761"/>
                  </a:cubicBezTo>
                  <a:cubicBezTo>
                    <a:pt x="1132" y="5086"/>
                    <a:pt x="2611" y="10585"/>
                    <a:pt x="2633" y="10641"/>
                  </a:cubicBezTo>
                  <a:lnTo>
                    <a:pt x="2644" y="10686"/>
                  </a:lnTo>
                  <a:lnTo>
                    <a:pt x="2678" y="10719"/>
                  </a:lnTo>
                  <a:cubicBezTo>
                    <a:pt x="2842" y="10822"/>
                    <a:pt x="3034" y="10878"/>
                    <a:pt x="3238" y="10878"/>
                  </a:cubicBezTo>
                  <a:cubicBezTo>
                    <a:pt x="3256" y="10878"/>
                    <a:pt x="3275" y="10877"/>
                    <a:pt x="3294" y="10876"/>
                  </a:cubicBezTo>
                  <a:cubicBezTo>
                    <a:pt x="3563" y="10865"/>
                    <a:pt x="3832" y="10820"/>
                    <a:pt x="4089" y="10731"/>
                  </a:cubicBezTo>
                  <a:lnTo>
                    <a:pt x="4201" y="10686"/>
                  </a:lnTo>
                  <a:lnTo>
                    <a:pt x="3484" y="5119"/>
                  </a:lnTo>
                  <a:lnTo>
                    <a:pt x="3126" y="157"/>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9"/>
            <p:cNvSpPr/>
            <p:nvPr/>
          </p:nvSpPr>
          <p:spPr>
            <a:xfrm>
              <a:off x="7697902" y="2111308"/>
              <a:ext cx="511804" cy="700889"/>
            </a:xfrm>
            <a:custGeom>
              <a:avLst/>
              <a:gdLst/>
              <a:ahLst/>
              <a:cxnLst/>
              <a:rect l="l" t="t" r="r" b="b"/>
              <a:pathLst>
                <a:path w="9119" h="12488" extrusionOk="0">
                  <a:moveTo>
                    <a:pt x="7315" y="1"/>
                  </a:moveTo>
                  <a:lnTo>
                    <a:pt x="6564" y="393"/>
                  </a:lnTo>
                  <a:lnTo>
                    <a:pt x="7628" y="3215"/>
                  </a:lnTo>
                  <a:cubicBezTo>
                    <a:pt x="7628" y="3215"/>
                    <a:pt x="5971" y="5063"/>
                    <a:pt x="5859" y="5097"/>
                  </a:cubicBezTo>
                  <a:cubicBezTo>
                    <a:pt x="5691" y="5097"/>
                    <a:pt x="5534" y="5086"/>
                    <a:pt x="5366" y="5063"/>
                  </a:cubicBezTo>
                  <a:lnTo>
                    <a:pt x="3921" y="4873"/>
                  </a:lnTo>
                  <a:cubicBezTo>
                    <a:pt x="3921" y="4873"/>
                    <a:pt x="3914" y="4872"/>
                    <a:pt x="3902" y="4872"/>
                  </a:cubicBezTo>
                  <a:cubicBezTo>
                    <a:pt x="3725" y="4872"/>
                    <a:pt x="2379" y="4950"/>
                    <a:pt x="1491" y="7281"/>
                  </a:cubicBezTo>
                  <a:cubicBezTo>
                    <a:pt x="527" y="9779"/>
                    <a:pt x="1" y="11033"/>
                    <a:pt x="1" y="11033"/>
                  </a:cubicBezTo>
                  <a:cubicBezTo>
                    <a:pt x="1" y="11033"/>
                    <a:pt x="2065" y="12488"/>
                    <a:pt x="3385" y="12488"/>
                  </a:cubicBezTo>
                  <a:cubicBezTo>
                    <a:pt x="3474" y="12488"/>
                    <a:pt x="3560" y="12481"/>
                    <a:pt x="3641" y="12467"/>
                  </a:cubicBezTo>
                  <a:lnTo>
                    <a:pt x="4929" y="12243"/>
                  </a:lnTo>
                  <a:cubicBezTo>
                    <a:pt x="4929" y="12243"/>
                    <a:pt x="6105" y="7225"/>
                    <a:pt x="6385" y="7023"/>
                  </a:cubicBezTo>
                  <a:cubicBezTo>
                    <a:pt x="6665" y="6833"/>
                    <a:pt x="9118" y="3663"/>
                    <a:pt x="9118" y="3450"/>
                  </a:cubicBezTo>
                  <a:cubicBezTo>
                    <a:pt x="9118" y="3249"/>
                    <a:pt x="7315" y="1"/>
                    <a:pt x="73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9"/>
            <p:cNvSpPr/>
            <p:nvPr/>
          </p:nvSpPr>
          <p:spPr>
            <a:xfrm>
              <a:off x="7710474" y="2123262"/>
              <a:ext cx="523085" cy="701506"/>
            </a:xfrm>
            <a:custGeom>
              <a:avLst/>
              <a:gdLst/>
              <a:ahLst/>
              <a:cxnLst/>
              <a:rect l="l" t="t" r="r" b="b"/>
              <a:pathLst>
                <a:path w="9320" h="12499" extrusionOk="0">
                  <a:moveTo>
                    <a:pt x="7483" y="0"/>
                  </a:moveTo>
                  <a:lnTo>
                    <a:pt x="6710" y="392"/>
                  </a:lnTo>
                  <a:lnTo>
                    <a:pt x="7797" y="3226"/>
                  </a:lnTo>
                  <a:cubicBezTo>
                    <a:pt x="7797" y="3226"/>
                    <a:pt x="6105" y="5074"/>
                    <a:pt x="5993" y="5097"/>
                  </a:cubicBezTo>
                  <a:cubicBezTo>
                    <a:pt x="5951" y="5099"/>
                    <a:pt x="5909" y="5101"/>
                    <a:pt x="5867" y="5101"/>
                  </a:cubicBezTo>
                  <a:cubicBezTo>
                    <a:pt x="5741" y="5101"/>
                    <a:pt x="5615" y="5088"/>
                    <a:pt x="5489" y="5063"/>
                  </a:cubicBezTo>
                  <a:lnTo>
                    <a:pt x="4011" y="4873"/>
                  </a:lnTo>
                  <a:cubicBezTo>
                    <a:pt x="4011" y="4873"/>
                    <a:pt x="4005" y="4872"/>
                    <a:pt x="3995" y="4872"/>
                  </a:cubicBezTo>
                  <a:cubicBezTo>
                    <a:pt x="3834" y="4872"/>
                    <a:pt x="2441" y="4942"/>
                    <a:pt x="1524" y="7292"/>
                  </a:cubicBezTo>
                  <a:cubicBezTo>
                    <a:pt x="550" y="9778"/>
                    <a:pt x="1" y="11044"/>
                    <a:pt x="1" y="11044"/>
                  </a:cubicBezTo>
                  <a:cubicBezTo>
                    <a:pt x="1" y="11044"/>
                    <a:pt x="2114" y="12499"/>
                    <a:pt x="3468" y="12499"/>
                  </a:cubicBezTo>
                  <a:cubicBezTo>
                    <a:pt x="3559" y="12499"/>
                    <a:pt x="3647" y="12492"/>
                    <a:pt x="3731" y="12478"/>
                  </a:cubicBezTo>
                  <a:lnTo>
                    <a:pt x="5052" y="12243"/>
                  </a:lnTo>
                  <a:cubicBezTo>
                    <a:pt x="5052" y="12243"/>
                    <a:pt x="6251" y="7236"/>
                    <a:pt x="6542" y="7034"/>
                  </a:cubicBezTo>
                  <a:cubicBezTo>
                    <a:pt x="6822" y="6844"/>
                    <a:pt x="9320" y="3663"/>
                    <a:pt x="9320" y="3461"/>
                  </a:cubicBezTo>
                  <a:cubicBezTo>
                    <a:pt x="9320" y="3249"/>
                    <a:pt x="7483" y="0"/>
                    <a:pt x="7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9"/>
            <p:cNvSpPr/>
            <p:nvPr/>
          </p:nvSpPr>
          <p:spPr>
            <a:xfrm>
              <a:off x="7688473" y="2100644"/>
              <a:ext cx="528136" cy="719186"/>
            </a:xfrm>
            <a:custGeom>
              <a:avLst/>
              <a:gdLst/>
              <a:ahLst/>
              <a:cxnLst/>
              <a:rect l="l" t="t" r="r" b="b"/>
              <a:pathLst>
                <a:path w="9410" h="12814" extrusionOk="0">
                  <a:moveTo>
                    <a:pt x="7427" y="370"/>
                  </a:moveTo>
                  <a:cubicBezTo>
                    <a:pt x="8077" y="1568"/>
                    <a:pt x="9062" y="3394"/>
                    <a:pt x="9129" y="3629"/>
                  </a:cubicBezTo>
                  <a:cubicBezTo>
                    <a:pt x="8984" y="3988"/>
                    <a:pt x="6732" y="6922"/>
                    <a:pt x="6475" y="7101"/>
                  </a:cubicBezTo>
                  <a:cubicBezTo>
                    <a:pt x="6184" y="7303"/>
                    <a:pt x="5355" y="10742"/>
                    <a:pt x="4985" y="12310"/>
                  </a:cubicBezTo>
                  <a:lnTo>
                    <a:pt x="3787" y="12522"/>
                  </a:lnTo>
                  <a:cubicBezTo>
                    <a:pt x="3714" y="12534"/>
                    <a:pt x="3638" y="12540"/>
                    <a:pt x="3559" y="12540"/>
                  </a:cubicBezTo>
                  <a:cubicBezTo>
                    <a:pt x="2459" y="12540"/>
                    <a:pt x="755" y="11450"/>
                    <a:pt x="337" y="11178"/>
                  </a:cubicBezTo>
                  <a:lnTo>
                    <a:pt x="348" y="11178"/>
                  </a:lnTo>
                  <a:cubicBezTo>
                    <a:pt x="494" y="10820"/>
                    <a:pt x="998" y="9588"/>
                    <a:pt x="1782" y="7527"/>
                  </a:cubicBezTo>
                  <a:cubicBezTo>
                    <a:pt x="2667" y="5220"/>
                    <a:pt x="3977" y="5197"/>
                    <a:pt x="4078" y="5197"/>
                  </a:cubicBezTo>
                  <a:lnTo>
                    <a:pt x="5512" y="5388"/>
                  </a:lnTo>
                  <a:cubicBezTo>
                    <a:pt x="5646" y="5413"/>
                    <a:pt x="5780" y="5425"/>
                    <a:pt x="5920" y="5425"/>
                  </a:cubicBezTo>
                  <a:cubicBezTo>
                    <a:pt x="5966" y="5425"/>
                    <a:pt x="6013" y="5424"/>
                    <a:pt x="6060" y="5421"/>
                  </a:cubicBezTo>
                  <a:cubicBezTo>
                    <a:pt x="6105" y="5410"/>
                    <a:pt x="6217" y="5388"/>
                    <a:pt x="7897" y="3506"/>
                  </a:cubicBezTo>
                  <a:lnTo>
                    <a:pt x="7953" y="3439"/>
                  </a:lnTo>
                  <a:lnTo>
                    <a:pt x="6900" y="650"/>
                  </a:lnTo>
                  <a:lnTo>
                    <a:pt x="7427" y="370"/>
                  </a:lnTo>
                  <a:close/>
                  <a:moveTo>
                    <a:pt x="7539" y="0"/>
                  </a:moveTo>
                  <a:lnTo>
                    <a:pt x="6542" y="515"/>
                  </a:lnTo>
                  <a:lnTo>
                    <a:pt x="7628" y="3383"/>
                  </a:lnTo>
                  <a:cubicBezTo>
                    <a:pt x="6912" y="4167"/>
                    <a:pt x="6128" y="5029"/>
                    <a:pt x="5971" y="5152"/>
                  </a:cubicBezTo>
                  <a:cubicBezTo>
                    <a:pt x="5825" y="5152"/>
                    <a:pt x="5691" y="5141"/>
                    <a:pt x="5545" y="5108"/>
                  </a:cubicBezTo>
                  <a:lnTo>
                    <a:pt x="4100" y="4917"/>
                  </a:lnTo>
                  <a:lnTo>
                    <a:pt x="4089" y="4917"/>
                  </a:lnTo>
                  <a:cubicBezTo>
                    <a:pt x="4087" y="4917"/>
                    <a:pt x="4082" y="4917"/>
                    <a:pt x="4074" y="4917"/>
                  </a:cubicBezTo>
                  <a:cubicBezTo>
                    <a:pt x="3906" y="4917"/>
                    <a:pt x="2458" y="4969"/>
                    <a:pt x="1524" y="7426"/>
                  </a:cubicBezTo>
                  <a:cubicBezTo>
                    <a:pt x="583" y="9890"/>
                    <a:pt x="34" y="11156"/>
                    <a:pt x="34" y="11178"/>
                  </a:cubicBezTo>
                  <a:lnTo>
                    <a:pt x="1" y="11279"/>
                  </a:lnTo>
                  <a:lnTo>
                    <a:pt x="90" y="11346"/>
                  </a:lnTo>
                  <a:cubicBezTo>
                    <a:pt x="180" y="11402"/>
                    <a:pt x="2207" y="12814"/>
                    <a:pt x="3563" y="12814"/>
                  </a:cubicBezTo>
                  <a:cubicBezTo>
                    <a:pt x="3652" y="12814"/>
                    <a:pt x="3742" y="12814"/>
                    <a:pt x="3831" y="12791"/>
                  </a:cubicBezTo>
                  <a:lnTo>
                    <a:pt x="5209" y="12556"/>
                  </a:lnTo>
                  <a:lnTo>
                    <a:pt x="5232" y="12466"/>
                  </a:lnTo>
                  <a:cubicBezTo>
                    <a:pt x="5780" y="10137"/>
                    <a:pt x="6464" y="7538"/>
                    <a:pt x="6632" y="7337"/>
                  </a:cubicBezTo>
                  <a:cubicBezTo>
                    <a:pt x="6811" y="7202"/>
                    <a:pt x="9409" y="3965"/>
                    <a:pt x="9409" y="3640"/>
                  </a:cubicBezTo>
                  <a:cubicBezTo>
                    <a:pt x="9409" y="3428"/>
                    <a:pt x="8278" y="1344"/>
                    <a:pt x="7606" y="123"/>
                  </a:cubicBezTo>
                  <a:lnTo>
                    <a:pt x="75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9"/>
            <p:cNvSpPr/>
            <p:nvPr/>
          </p:nvSpPr>
          <p:spPr>
            <a:xfrm>
              <a:off x="7917968" y="2304939"/>
              <a:ext cx="96816" cy="109949"/>
            </a:xfrm>
            <a:custGeom>
              <a:avLst/>
              <a:gdLst/>
              <a:ahLst/>
              <a:cxnLst/>
              <a:rect l="l" t="t" r="r" b="b"/>
              <a:pathLst>
                <a:path w="1725" h="1959" extrusionOk="0">
                  <a:moveTo>
                    <a:pt x="515" y="0"/>
                  </a:moveTo>
                  <a:lnTo>
                    <a:pt x="0" y="1423"/>
                  </a:lnTo>
                  <a:cubicBezTo>
                    <a:pt x="0" y="1423"/>
                    <a:pt x="428" y="1958"/>
                    <a:pt x="944" y="1958"/>
                  </a:cubicBezTo>
                  <a:cubicBezTo>
                    <a:pt x="1095" y="1958"/>
                    <a:pt x="1254" y="1912"/>
                    <a:pt x="1411" y="1792"/>
                  </a:cubicBezTo>
                  <a:lnTo>
                    <a:pt x="172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9"/>
            <p:cNvSpPr/>
            <p:nvPr/>
          </p:nvSpPr>
          <p:spPr>
            <a:xfrm>
              <a:off x="7909156" y="2297362"/>
              <a:ext cx="115056" cy="125159"/>
            </a:xfrm>
            <a:custGeom>
              <a:avLst/>
              <a:gdLst/>
              <a:ahLst/>
              <a:cxnLst/>
              <a:rect l="l" t="t" r="r" b="b"/>
              <a:pathLst>
                <a:path w="2050" h="2230" extrusionOk="0">
                  <a:moveTo>
                    <a:pt x="1703" y="292"/>
                  </a:moveTo>
                  <a:lnTo>
                    <a:pt x="1434" y="1860"/>
                  </a:lnTo>
                  <a:cubicBezTo>
                    <a:pt x="1322" y="1932"/>
                    <a:pt x="1209" y="1961"/>
                    <a:pt x="1100" y="1961"/>
                  </a:cubicBezTo>
                  <a:cubicBezTo>
                    <a:pt x="748" y="1961"/>
                    <a:pt x="433" y="1664"/>
                    <a:pt x="314" y="1535"/>
                  </a:cubicBezTo>
                  <a:lnTo>
                    <a:pt x="762" y="292"/>
                  </a:lnTo>
                  <a:close/>
                  <a:moveTo>
                    <a:pt x="572" y="1"/>
                  </a:moveTo>
                  <a:lnTo>
                    <a:pt x="0" y="1580"/>
                  </a:lnTo>
                  <a:lnTo>
                    <a:pt x="45" y="1636"/>
                  </a:lnTo>
                  <a:cubicBezTo>
                    <a:pt x="247" y="1894"/>
                    <a:pt x="661" y="2230"/>
                    <a:pt x="1109" y="2230"/>
                  </a:cubicBezTo>
                  <a:cubicBezTo>
                    <a:pt x="1311" y="2230"/>
                    <a:pt x="1501" y="2163"/>
                    <a:pt x="1647" y="2039"/>
                  </a:cubicBezTo>
                  <a:lnTo>
                    <a:pt x="1692" y="2006"/>
                  </a:lnTo>
                  <a:lnTo>
                    <a:pt x="20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9"/>
            <p:cNvSpPr/>
            <p:nvPr/>
          </p:nvSpPr>
          <p:spPr>
            <a:xfrm>
              <a:off x="7893441" y="2186515"/>
              <a:ext cx="152155" cy="145083"/>
            </a:xfrm>
            <a:custGeom>
              <a:avLst/>
              <a:gdLst/>
              <a:ahLst/>
              <a:cxnLst/>
              <a:rect l="l" t="t" r="r" b="b"/>
              <a:pathLst>
                <a:path w="2711" h="2585" extrusionOk="0">
                  <a:moveTo>
                    <a:pt x="1301" y="1"/>
                  </a:moveTo>
                  <a:cubicBezTo>
                    <a:pt x="638" y="1"/>
                    <a:pt x="0" y="514"/>
                    <a:pt x="0" y="1293"/>
                  </a:cubicBezTo>
                  <a:cubicBezTo>
                    <a:pt x="0" y="2071"/>
                    <a:pt x="638" y="2585"/>
                    <a:pt x="1301" y="2585"/>
                  </a:cubicBezTo>
                  <a:cubicBezTo>
                    <a:pt x="1620" y="2585"/>
                    <a:pt x="1945" y="2466"/>
                    <a:pt x="2207" y="2200"/>
                  </a:cubicBezTo>
                  <a:cubicBezTo>
                    <a:pt x="2711" y="1696"/>
                    <a:pt x="2711" y="890"/>
                    <a:pt x="2207" y="386"/>
                  </a:cubicBezTo>
                  <a:cubicBezTo>
                    <a:pt x="1945" y="120"/>
                    <a:pt x="1620" y="1"/>
                    <a:pt x="13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9"/>
            <p:cNvSpPr/>
            <p:nvPr/>
          </p:nvSpPr>
          <p:spPr>
            <a:xfrm>
              <a:off x="7854434" y="2178321"/>
              <a:ext cx="221806" cy="160630"/>
            </a:xfrm>
            <a:custGeom>
              <a:avLst/>
              <a:gdLst/>
              <a:ahLst/>
              <a:cxnLst/>
              <a:rect l="l" t="t" r="r" b="b"/>
              <a:pathLst>
                <a:path w="3952" h="2862" extrusionOk="0">
                  <a:moveTo>
                    <a:pt x="1995" y="285"/>
                  </a:moveTo>
                  <a:cubicBezTo>
                    <a:pt x="3014" y="285"/>
                    <a:pt x="3529" y="1528"/>
                    <a:pt x="2801" y="2245"/>
                  </a:cubicBezTo>
                  <a:cubicBezTo>
                    <a:pt x="2575" y="2475"/>
                    <a:pt x="2285" y="2583"/>
                    <a:pt x="1997" y="2583"/>
                  </a:cubicBezTo>
                  <a:cubicBezTo>
                    <a:pt x="1556" y="2583"/>
                    <a:pt x="1120" y="2330"/>
                    <a:pt x="930" y="1876"/>
                  </a:cubicBezTo>
                  <a:cubicBezTo>
                    <a:pt x="617" y="1125"/>
                    <a:pt x="1177" y="285"/>
                    <a:pt x="1995" y="285"/>
                  </a:cubicBezTo>
                  <a:close/>
                  <a:moveTo>
                    <a:pt x="2010" y="1"/>
                  </a:moveTo>
                  <a:cubicBezTo>
                    <a:pt x="1829" y="1"/>
                    <a:pt x="1639" y="37"/>
                    <a:pt x="1446" y="117"/>
                  </a:cubicBezTo>
                  <a:cubicBezTo>
                    <a:pt x="1" y="722"/>
                    <a:pt x="426" y="2861"/>
                    <a:pt x="1995" y="2861"/>
                  </a:cubicBezTo>
                  <a:cubicBezTo>
                    <a:pt x="2375" y="2861"/>
                    <a:pt x="2734" y="2716"/>
                    <a:pt x="3003" y="2447"/>
                  </a:cubicBezTo>
                  <a:cubicBezTo>
                    <a:pt x="3952" y="1488"/>
                    <a:pt x="3167" y="1"/>
                    <a:pt x="20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9"/>
            <p:cNvSpPr/>
            <p:nvPr/>
          </p:nvSpPr>
          <p:spPr>
            <a:xfrm>
              <a:off x="7886538" y="2172260"/>
              <a:ext cx="142109" cy="64319"/>
            </a:xfrm>
            <a:custGeom>
              <a:avLst/>
              <a:gdLst/>
              <a:ahLst/>
              <a:cxnLst/>
              <a:rect l="l" t="t" r="r" b="b"/>
              <a:pathLst>
                <a:path w="2532" h="1146" extrusionOk="0">
                  <a:moveTo>
                    <a:pt x="1248" y="0"/>
                  </a:moveTo>
                  <a:cubicBezTo>
                    <a:pt x="1227" y="0"/>
                    <a:pt x="1207" y="0"/>
                    <a:pt x="1187" y="1"/>
                  </a:cubicBezTo>
                  <a:cubicBezTo>
                    <a:pt x="638" y="23"/>
                    <a:pt x="0" y="304"/>
                    <a:pt x="11" y="584"/>
                  </a:cubicBezTo>
                  <a:cubicBezTo>
                    <a:pt x="20" y="850"/>
                    <a:pt x="668" y="1146"/>
                    <a:pt x="1333" y="1146"/>
                  </a:cubicBezTo>
                  <a:cubicBezTo>
                    <a:pt x="1480" y="1146"/>
                    <a:pt x="1628" y="1131"/>
                    <a:pt x="1770" y="1099"/>
                  </a:cubicBezTo>
                  <a:cubicBezTo>
                    <a:pt x="2016" y="1043"/>
                    <a:pt x="2509" y="875"/>
                    <a:pt x="2520" y="628"/>
                  </a:cubicBezTo>
                  <a:cubicBezTo>
                    <a:pt x="2531" y="335"/>
                    <a:pt x="1879"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9"/>
            <p:cNvSpPr/>
            <p:nvPr/>
          </p:nvSpPr>
          <p:spPr>
            <a:xfrm>
              <a:off x="8017253" y="2244605"/>
              <a:ext cx="44058" cy="44058"/>
            </a:xfrm>
            <a:custGeom>
              <a:avLst/>
              <a:gdLst/>
              <a:ahLst/>
              <a:cxnLst/>
              <a:rect l="l" t="t" r="r" b="b"/>
              <a:pathLst>
                <a:path w="785" h="785" extrusionOk="0">
                  <a:moveTo>
                    <a:pt x="393" y="0"/>
                  </a:moveTo>
                  <a:cubicBezTo>
                    <a:pt x="169" y="0"/>
                    <a:pt x="1" y="179"/>
                    <a:pt x="1" y="392"/>
                  </a:cubicBezTo>
                  <a:cubicBezTo>
                    <a:pt x="1" y="616"/>
                    <a:pt x="169" y="784"/>
                    <a:pt x="393" y="784"/>
                  </a:cubicBezTo>
                  <a:cubicBezTo>
                    <a:pt x="606" y="784"/>
                    <a:pt x="785" y="616"/>
                    <a:pt x="785" y="392"/>
                  </a:cubicBezTo>
                  <a:cubicBezTo>
                    <a:pt x="785" y="179"/>
                    <a:pt x="606" y="0"/>
                    <a:pt x="3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9"/>
            <p:cNvSpPr/>
            <p:nvPr/>
          </p:nvSpPr>
          <p:spPr>
            <a:xfrm>
              <a:off x="7924254" y="2245222"/>
              <a:ext cx="15098" cy="12797"/>
            </a:xfrm>
            <a:custGeom>
              <a:avLst/>
              <a:gdLst/>
              <a:ahLst/>
              <a:cxnLst/>
              <a:rect l="l" t="t" r="r" b="b"/>
              <a:pathLst>
                <a:path w="269" h="228" extrusionOk="0">
                  <a:moveTo>
                    <a:pt x="157" y="0"/>
                  </a:moveTo>
                  <a:cubicBezTo>
                    <a:pt x="56" y="0"/>
                    <a:pt x="0" y="124"/>
                    <a:pt x="78" y="191"/>
                  </a:cubicBezTo>
                  <a:cubicBezTo>
                    <a:pt x="100" y="216"/>
                    <a:pt x="129" y="228"/>
                    <a:pt x="156" y="228"/>
                  </a:cubicBezTo>
                  <a:cubicBezTo>
                    <a:pt x="213" y="228"/>
                    <a:pt x="269" y="180"/>
                    <a:pt x="269" y="112"/>
                  </a:cubicBezTo>
                  <a:cubicBezTo>
                    <a:pt x="269" y="56"/>
                    <a:pt x="224"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9"/>
            <p:cNvSpPr/>
            <p:nvPr/>
          </p:nvSpPr>
          <p:spPr>
            <a:xfrm>
              <a:off x="7972634" y="2248365"/>
              <a:ext cx="15154" cy="13133"/>
            </a:xfrm>
            <a:custGeom>
              <a:avLst/>
              <a:gdLst/>
              <a:ahLst/>
              <a:cxnLst/>
              <a:rect l="l" t="t" r="r" b="b"/>
              <a:pathLst>
                <a:path w="270" h="234" extrusionOk="0">
                  <a:moveTo>
                    <a:pt x="157" y="0"/>
                  </a:moveTo>
                  <a:cubicBezTo>
                    <a:pt x="57" y="0"/>
                    <a:pt x="1" y="124"/>
                    <a:pt x="79" y="202"/>
                  </a:cubicBezTo>
                  <a:cubicBezTo>
                    <a:pt x="101" y="224"/>
                    <a:pt x="129" y="234"/>
                    <a:pt x="156" y="234"/>
                  </a:cubicBezTo>
                  <a:cubicBezTo>
                    <a:pt x="213" y="234"/>
                    <a:pt x="269" y="191"/>
                    <a:pt x="269" y="124"/>
                  </a:cubicBezTo>
                  <a:cubicBezTo>
                    <a:pt x="269" y="56"/>
                    <a:pt x="213"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9"/>
            <p:cNvSpPr/>
            <p:nvPr/>
          </p:nvSpPr>
          <p:spPr>
            <a:xfrm>
              <a:off x="7938678" y="2257121"/>
              <a:ext cx="21103" cy="30869"/>
            </a:xfrm>
            <a:custGeom>
              <a:avLst/>
              <a:gdLst/>
              <a:ahLst/>
              <a:cxnLst/>
              <a:rect l="l" t="t" r="r" b="b"/>
              <a:pathLst>
                <a:path w="376" h="550" extrusionOk="0">
                  <a:moveTo>
                    <a:pt x="228" y="0"/>
                  </a:moveTo>
                  <a:cubicBezTo>
                    <a:pt x="205" y="0"/>
                    <a:pt x="183" y="10"/>
                    <a:pt x="169" y="24"/>
                  </a:cubicBezTo>
                  <a:cubicBezTo>
                    <a:pt x="113" y="113"/>
                    <a:pt x="57" y="192"/>
                    <a:pt x="12" y="281"/>
                  </a:cubicBezTo>
                  <a:cubicBezTo>
                    <a:pt x="12" y="292"/>
                    <a:pt x="1" y="304"/>
                    <a:pt x="1" y="326"/>
                  </a:cubicBezTo>
                  <a:cubicBezTo>
                    <a:pt x="1" y="382"/>
                    <a:pt x="23" y="438"/>
                    <a:pt x="68" y="460"/>
                  </a:cubicBezTo>
                  <a:cubicBezTo>
                    <a:pt x="124" y="494"/>
                    <a:pt x="191" y="528"/>
                    <a:pt x="258" y="550"/>
                  </a:cubicBezTo>
                  <a:lnTo>
                    <a:pt x="281" y="550"/>
                  </a:lnTo>
                  <a:lnTo>
                    <a:pt x="270" y="539"/>
                  </a:lnTo>
                  <a:lnTo>
                    <a:pt x="270" y="539"/>
                  </a:lnTo>
                  <a:cubicBezTo>
                    <a:pt x="276" y="540"/>
                    <a:pt x="282" y="541"/>
                    <a:pt x="288" y="541"/>
                  </a:cubicBezTo>
                  <a:cubicBezTo>
                    <a:pt x="362" y="541"/>
                    <a:pt x="375" y="415"/>
                    <a:pt x="292" y="404"/>
                  </a:cubicBezTo>
                  <a:cubicBezTo>
                    <a:pt x="236" y="393"/>
                    <a:pt x="191" y="371"/>
                    <a:pt x="146" y="337"/>
                  </a:cubicBezTo>
                  <a:cubicBezTo>
                    <a:pt x="180" y="259"/>
                    <a:pt x="225" y="180"/>
                    <a:pt x="281" y="113"/>
                  </a:cubicBezTo>
                  <a:cubicBezTo>
                    <a:pt x="303" y="80"/>
                    <a:pt x="292" y="35"/>
                    <a:pt x="270" y="12"/>
                  </a:cubicBezTo>
                  <a:cubicBezTo>
                    <a:pt x="257" y="4"/>
                    <a:pt x="242"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9"/>
            <p:cNvSpPr/>
            <p:nvPr/>
          </p:nvSpPr>
          <p:spPr>
            <a:xfrm>
              <a:off x="8010967" y="2201781"/>
              <a:ext cx="46584" cy="60447"/>
            </a:xfrm>
            <a:custGeom>
              <a:avLst/>
              <a:gdLst/>
              <a:ahLst/>
              <a:cxnLst/>
              <a:rect l="l" t="t" r="r" b="b"/>
              <a:pathLst>
                <a:path w="830" h="1077" extrusionOk="0">
                  <a:moveTo>
                    <a:pt x="214" y="0"/>
                  </a:moveTo>
                  <a:cubicBezTo>
                    <a:pt x="193" y="0"/>
                    <a:pt x="174" y="4"/>
                    <a:pt x="158" y="13"/>
                  </a:cubicBezTo>
                  <a:cubicBezTo>
                    <a:pt x="1" y="91"/>
                    <a:pt x="1" y="528"/>
                    <a:pt x="202" y="1077"/>
                  </a:cubicBezTo>
                  <a:lnTo>
                    <a:pt x="830" y="483"/>
                  </a:lnTo>
                  <a:cubicBezTo>
                    <a:pt x="604" y="199"/>
                    <a:pt x="36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9"/>
            <p:cNvSpPr/>
            <p:nvPr/>
          </p:nvSpPr>
          <p:spPr>
            <a:xfrm>
              <a:off x="7961296" y="2289168"/>
              <a:ext cx="21440" cy="13302"/>
            </a:xfrm>
            <a:custGeom>
              <a:avLst/>
              <a:gdLst/>
              <a:ahLst/>
              <a:cxnLst/>
              <a:rect l="l" t="t" r="r" b="b"/>
              <a:pathLst>
                <a:path w="382" h="237" extrusionOk="0">
                  <a:moveTo>
                    <a:pt x="297" y="1"/>
                  </a:moveTo>
                  <a:cubicBezTo>
                    <a:pt x="284" y="1"/>
                    <a:pt x="270" y="5"/>
                    <a:pt x="259" y="13"/>
                  </a:cubicBezTo>
                  <a:cubicBezTo>
                    <a:pt x="225" y="35"/>
                    <a:pt x="191" y="46"/>
                    <a:pt x="158" y="69"/>
                  </a:cubicBezTo>
                  <a:cubicBezTo>
                    <a:pt x="124" y="80"/>
                    <a:pt x="91" y="91"/>
                    <a:pt x="68" y="102"/>
                  </a:cubicBezTo>
                  <a:cubicBezTo>
                    <a:pt x="23" y="113"/>
                    <a:pt x="1" y="147"/>
                    <a:pt x="12" y="181"/>
                  </a:cubicBezTo>
                  <a:cubicBezTo>
                    <a:pt x="23" y="225"/>
                    <a:pt x="68" y="237"/>
                    <a:pt x="102" y="237"/>
                  </a:cubicBezTo>
                  <a:cubicBezTo>
                    <a:pt x="180" y="214"/>
                    <a:pt x="259" y="181"/>
                    <a:pt x="337" y="136"/>
                  </a:cubicBezTo>
                  <a:cubicBezTo>
                    <a:pt x="371" y="113"/>
                    <a:pt x="382" y="69"/>
                    <a:pt x="359" y="35"/>
                  </a:cubicBezTo>
                  <a:cubicBezTo>
                    <a:pt x="345" y="13"/>
                    <a:pt x="321" y="1"/>
                    <a:pt x="2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9"/>
            <p:cNvSpPr/>
            <p:nvPr/>
          </p:nvSpPr>
          <p:spPr>
            <a:xfrm>
              <a:off x="7972016" y="2266157"/>
              <a:ext cx="25200" cy="12404"/>
            </a:xfrm>
            <a:custGeom>
              <a:avLst/>
              <a:gdLst/>
              <a:ahLst/>
              <a:cxnLst/>
              <a:rect l="l" t="t" r="r" b="b"/>
              <a:pathLst>
                <a:path w="449" h="221" extrusionOk="0">
                  <a:moveTo>
                    <a:pt x="220" y="0"/>
                  </a:moveTo>
                  <a:cubicBezTo>
                    <a:pt x="102" y="0"/>
                    <a:pt x="0" y="64"/>
                    <a:pt x="0" y="120"/>
                  </a:cubicBezTo>
                  <a:cubicBezTo>
                    <a:pt x="0" y="176"/>
                    <a:pt x="135" y="210"/>
                    <a:pt x="224" y="221"/>
                  </a:cubicBezTo>
                  <a:cubicBezTo>
                    <a:pt x="314" y="221"/>
                    <a:pt x="437" y="176"/>
                    <a:pt x="448" y="131"/>
                  </a:cubicBezTo>
                  <a:cubicBezTo>
                    <a:pt x="448" y="87"/>
                    <a:pt x="359" y="31"/>
                    <a:pt x="292" y="8"/>
                  </a:cubicBezTo>
                  <a:cubicBezTo>
                    <a:pt x="268" y="3"/>
                    <a:pt x="244" y="0"/>
                    <a:pt x="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9"/>
            <p:cNvSpPr/>
            <p:nvPr/>
          </p:nvSpPr>
          <p:spPr>
            <a:xfrm>
              <a:off x="7910391" y="2260264"/>
              <a:ext cx="25200" cy="12123"/>
            </a:xfrm>
            <a:custGeom>
              <a:avLst/>
              <a:gdLst/>
              <a:ahLst/>
              <a:cxnLst/>
              <a:rect l="l" t="t" r="r" b="b"/>
              <a:pathLst>
                <a:path w="449" h="216" extrusionOk="0">
                  <a:moveTo>
                    <a:pt x="210" y="0"/>
                  </a:moveTo>
                  <a:cubicBezTo>
                    <a:pt x="96" y="0"/>
                    <a:pt x="1" y="68"/>
                    <a:pt x="1" y="113"/>
                  </a:cubicBezTo>
                  <a:cubicBezTo>
                    <a:pt x="12" y="169"/>
                    <a:pt x="124" y="214"/>
                    <a:pt x="225" y="214"/>
                  </a:cubicBezTo>
                  <a:cubicBezTo>
                    <a:pt x="234" y="215"/>
                    <a:pt x="244" y="216"/>
                    <a:pt x="254" y="216"/>
                  </a:cubicBezTo>
                  <a:cubicBezTo>
                    <a:pt x="339" y="216"/>
                    <a:pt x="439" y="176"/>
                    <a:pt x="449" y="136"/>
                  </a:cubicBezTo>
                  <a:cubicBezTo>
                    <a:pt x="449" y="80"/>
                    <a:pt x="359" y="24"/>
                    <a:pt x="292" y="12"/>
                  </a:cubicBezTo>
                  <a:cubicBezTo>
                    <a:pt x="264" y="4"/>
                    <a:pt x="237"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 name="Google Shape;2098;p39"/>
          <p:cNvGrpSpPr/>
          <p:nvPr/>
        </p:nvGrpSpPr>
        <p:grpSpPr>
          <a:xfrm rot="-1188330">
            <a:off x="7493651" y="2451984"/>
            <a:ext cx="1481121" cy="1072462"/>
            <a:chOff x="5637718" y="2912097"/>
            <a:chExt cx="892647" cy="646478"/>
          </a:xfrm>
        </p:grpSpPr>
        <p:sp>
          <p:nvSpPr>
            <p:cNvPr id="2099" name="Google Shape;2099;p39"/>
            <p:cNvSpPr/>
            <p:nvPr/>
          </p:nvSpPr>
          <p:spPr>
            <a:xfrm>
              <a:off x="5712000" y="2912097"/>
              <a:ext cx="23770" cy="605897"/>
            </a:xfrm>
            <a:custGeom>
              <a:avLst/>
              <a:gdLst/>
              <a:ahLst/>
              <a:cxnLst/>
              <a:rect l="l" t="t" r="r" b="b"/>
              <a:pathLst>
                <a:path w="584" h="14886" extrusionOk="0">
                  <a:moveTo>
                    <a:pt x="1" y="0"/>
                  </a:moveTo>
                  <a:lnTo>
                    <a:pt x="1" y="14886"/>
                  </a:lnTo>
                  <a:lnTo>
                    <a:pt x="583" y="14886"/>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9"/>
            <p:cNvSpPr/>
            <p:nvPr/>
          </p:nvSpPr>
          <p:spPr>
            <a:xfrm>
              <a:off x="6176578" y="2930413"/>
              <a:ext cx="11437" cy="430755"/>
            </a:xfrm>
            <a:custGeom>
              <a:avLst/>
              <a:gdLst/>
              <a:ahLst/>
              <a:cxnLst/>
              <a:rect l="l" t="t" r="r" b="b"/>
              <a:pathLst>
                <a:path w="281" h="10583" extrusionOk="0">
                  <a:moveTo>
                    <a:pt x="140" y="1"/>
                  </a:moveTo>
                  <a:cubicBezTo>
                    <a:pt x="70" y="1"/>
                    <a:pt x="0" y="48"/>
                    <a:pt x="0" y="144"/>
                  </a:cubicBezTo>
                  <a:lnTo>
                    <a:pt x="0" y="10448"/>
                  </a:lnTo>
                  <a:cubicBezTo>
                    <a:pt x="0" y="10527"/>
                    <a:pt x="67" y="10583"/>
                    <a:pt x="146"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9"/>
            <p:cNvSpPr/>
            <p:nvPr/>
          </p:nvSpPr>
          <p:spPr>
            <a:xfrm>
              <a:off x="5747126" y="3298038"/>
              <a:ext cx="126300" cy="114822"/>
            </a:xfrm>
            <a:custGeom>
              <a:avLst/>
              <a:gdLst/>
              <a:ahLst/>
              <a:cxnLst/>
              <a:rect l="l" t="t" r="r" b="b"/>
              <a:pathLst>
                <a:path w="3103" h="2821" extrusionOk="0">
                  <a:moveTo>
                    <a:pt x="1555" y="0"/>
                  </a:moveTo>
                  <a:cubicBezTo>
                    <a:pt x="913" y="0"/>
                    <a:pt x="333" y="438"/>
                    <a:pt x="179" y="1080"/>
                  </a:cubicBezTo>
                  <a:cubicBezTo>
                    <a:pt x="0" y="1842"/>
                    <a:pt x="471" y="2603"/>
                    <a:pt x="1232" y="2783"/>
                  </a:cubicBezTo>
                  <a:cubicBezTo>
                    <a:pt x="1342" y="2808"/>
                    <a:pt x="1451" y="2821"/>
                    <a:pt x="1559" y="2821"/>
                  </a:cubicBezTo>
                  <a:cubicBezTo>
                    <a:pt x="2201" y="2821"/>
                    <a:pt x="2781" y="2382"/>
                    <a:pt x="2935" y="1730"/>
                  </a:cubicBezTo>
                  <a:cubicBezTo>
                    <a:pt x="3103" y="968"/>
                    <a:pt x="2632" y="206"/>
                    <a:pt x="1882" y="38"/>
                  </a:cubicBezTo>
                  <a:cubicBezTo>
                    <a:pt x="1772" y="13"/>
                    <a:pt x="1663" y="0"/>
                    <a:pt x="15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9"/>
            <p:cNvSpPr/>
            <p:nvPr/>
          </p:nvSpPr>
          <p:spPr>
            <a:xfrm>
              <a:off x="5871106" y="3297875"/>
              <a:ext cx="129963" cy="115147"/>
            </a:xfrm>
            <a:custGeom>
              <a:avLst/>
              <a:gdLst/>
              <a:ahLst/>
              <a:cxnLst/>
              <a:rect l="l" t="t" r="r" b="b"/>
              <a:pathLst>
                <a:path w="3193" h="2829" extrusionOk="0">
                  <a:moveTo>
                    <a:pt x="1595" y="1"/>
                  </a:moveTo>
                  <a:cubicBezTo>
                    <a:pt x="1292" y="1"/>
                    <a:pt x="987" y="98"/>
                    <a:pt x="729" y="300"/>
                  </a:cubicBezTo>
                  <a:cubicBezTo>
                    <a:pt x="113" y="782"/>
                    <a:pt x="1" y="1678"/>
                    <a:pt x="482" y="2283"/>
                  </a:cubicBezTo>
                  <a:cubicBezTo>
                    <a:pt x="762" y="2641"/>
                    <a:pt x="1182" y="2828"/>
                    <a:pt x="1606" y="2828"/>
                  </a:cubicBezTo>
                  <a:cubicBezTo>
                    <a:pt x="1911" y="2828"/>
                    <a:pt x="2218" y="2731"/>
                    <a:pt x="2476" y="2529"/>
                  </a:cubicBezTo>
                  <a:cubicBezTo>
                    <a:pt x="3081" y="2047"/>
                    <a:pt x="3193" y="1151"/>
                    <a:pt x="2711" y="546"/>
                  </a:cubicBezTo>
                  <a:cubicBezTo>
                    <a:pt x="2431" y="189"/>
                    <a:pt x="2015" y="1"/>
                    <a:pt x="15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9"/>
            <p:cNvSpPr/>
            <p:nvPr/>
          </p:nvSpPr>
          <p:spPr>
            <a:xfrm>
              <a:off x="5995127" y="3297998"/>
              <a:ext cx="126300" cy="115025"/>
            </a:xfrm>
            <a:custGeom>
              <a:avLst/>
              <a:gdLst/>
              <a:ahLst/>
              <a:cxnLst/>
              <a:rect l="l" t="t" r="r" b="b"/>
              <a:pathLst>
                <a:path w="3103" h="2826" extrusionOk="0">
                  <a:moveTo>
                    <a:pt x="1557" y="0"/>
                  </a:moveTo>
                  <a:cubicBezTo>
                    <a:pt x="1196" y="0"/>
                    <a:pt x="835" y="140"/>
                    <a:pt x="560" y="420"/>
                  </a:cubicBezTo>
                  <a:cubicBezTo>
                    <a:pt x="0" y="969"/>
                    <a:pt x="0" y="1865"/>
                    <a:pt x="560" y="2414"/>
                  </a:cubicBezTo>
                  <a:cubicBezTo>
                    <a:pt x="835" y="2688"/>
                    <a:pt x="1196" y="2826"/>
                    <a:pt x="1557" y="2826"/>
                  </a:cubicBezTo>
                  <a:cubicBezTo>
                    <a:pt x="1918" y="2826"/>
                    <a:pt x="2280" y="2688"/>
                    <a:pt x="2554" y="2414"/>
                  </a:cubicBezTo>
                  <a:cubicBezTo>
                    <a:pt x="3103" y="1865"/>
                    <a:pt x="3103" y="969"/>
                    <a:pt x="2554" y="420"/>
                  </a:cubicBezTo>
                  <a:cubicBezTo>
                    <a:pt x="2280" y="140"/>
                    <a:pt x="1918" y="0"/>
                    <a:pt x="15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9"/>
            <p:cNvSpPr/>
            <p:nvPr/>
          </p:nvSpPr>
          <p:spPr>
            <a:xfrm>
              <a:off x="6119595" y="3297998"/>
              <a:ext cx="126300" cy="115025"/>
            </a:xfrm>
            <a:custGeom>
              <a:avLst/>
              <a:gdLst/>
              <a:ahLst/>
              <a:cxnLst/>
              <a:rect l="l" t="t" r="r" b="b"/>
              <a:pathLst>
                <a:path w="3103" h="2826" extrusionOk="0">
                  <a:moveTo>
                    <a:pt x="1551" y="0"/>
                  </a:moveTo>
                  <a:cubicBezTo>
                    <a:pt x="1190" y="0"/>
                    <a:pt x="829" y="140"/>
                    <a:pt x="549" y="420"/>
                  </a:cubicBezTo>
                  <a:cubicBezTo>
                    <a:pt x="0" y="969"/>
                    <a:pt x="0" y="1865"/>
                    <a:pt x="549" y="2414"/>
                  </a:cubicBezTo>
                  <a:cubicBezTo>
                    <a:pt x="829" y="2688"/>
                    <a:pt x="1190" y="2826"/>
                    <a:pt x="1551" y="2826"/>
                  </a:cubicBezTo>
                  <a:cubicBezTo>
                    <a:pt x="1913" y="2826"/>
                    <a:pt x="2274" y="2688"/>
                    <a:pt x="2554" y="2414"/>
                  </a:cubicBezTo>
                  <a:cubicBezTo>
                    <a:pt x="3103" y="1865"/>
                    <a:pt x="3103" y="969"/>
                    <a:pt x="2554" y="420"/>
                  </a:cubicBezTo>
                  <a:cubicBezTo>
                    <a:pt x="2274" y="140"/>
                    <a:pt x="1913" y="0"/>
                    <a:pt x="1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9"/>
            <p:cNvSpPr/>
            <p:nvPr/>
          </p:nvSpPr>
          <p:spPr>
            <a:xfrm>
              <a:off x="6403617" y="3216430"/>
              <a:ext cx="126300" cy="114862"/>
            </a:xfrm>
            <a:custGeom>
              <a:avLst/>
              <a:gdLst/>
              <a:ahLst/>
              <a:cxnLst/>
              <a:rect l="l" t="t" r="r" b="b"/>
              <a:pathLst>
                <a:path w="3103" h="2822" extrusionOk="0">
                  <a:moveTo>
                    <a:pt x="1555" y="1"/>
                  </a:moveTo>
                  <a:cubicBezTo>
                    <a:pt x="913" y="1"/>
                    <a:pt x="333" y="439"/>
                    <a:pt x="179" y="1091"/>
                  </a:cubicBezTo>
                  <a:cubicBezTo>
                    <a:pt x="0" y="1853"/>
                    <a:pt x="471" y="2603"/>
                    <a:pt x="1232" y="2783"/>
                  </a:cubicBezTo>
                  <a:cubicBezTo>
                    <a:pt x="1343" y="2809"/>
                    <a:pt x="1454" y="2821"/>
                    <a:pt x="1563" y="2821"/>
                  </a:cubicBezTo>
                  <a:cubicBezTo>
                    <a:pt x="2201" y="2821"/>
                    <a:pt x="2770" y="2392"/>
                    <a:pt x="2923" y="1741"/>
                  </a:cubicBezTo>
                  <a:cubicBezTo>
                    <a:pt x="3103" y="979"/>
                    <a:pt x="2632" y="218"/>
                    <a:pt x="1882" y="39"/>
                  </a:cubicBezTo>
                  <a:cubicBezTo>
                    <a:pt x="1772" y="13"/>
                    <a:pt x="1663"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9"/>
            <p:cNvSpPr/>
            <p:nvPr/>
          </p:nvSpPr>
          <p:spPr>
            <a:xfrm>
              <a:off x="6363036" y="2912097"/>
              <a:ext cx="23730" cy="606345"/>
            </a:xfrm>
            <a:custGeom>
              <a:avLst/>
              <a:gdLst/>
              <a:ahLst/>
              <a:cxnLst/>
              <a:rect l="l" t="t" r="r" b="b"/>
              <a:pathLst>
                <a:path w="583" h="14897" extrusionOk="0">
                  <a:moveTo>
                    <a:pt x="0" y="0"/>
                  </a:moveTo>
                  <a:lnTo>
                    <a:pt x="0" y="14897"/>
                  </a:lnTo>
                  <a:lnTo>
                    <a:pt x="583" y="14897"/>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9"/>
            <p:cNvSpPr/>
            <p:nvPr/>
          </p:nvSpPr>
          <p:spPr>
            <a:xfrm>
              <a:off x="5658680" y="3460970"/>
              <a:ext cx="771842" cy="81201"/>
            </a:xfrm>
            <a:custGeom>
              <a:avLst/>
              <a:gdLst/>
              <a:ahLst/>
              <a:cxnLst/>
              <a:rect l="l" t="t" r="r" b="b"/>
              <a:pathLst>
                <a:path w="18963" h="1995" extrusionOk="0">
                  <a:moveTo>
                    <a:pt x="0" y="0"/>
                  </a:moveTo>
                  <a:lnTo>
                    <a:pt x="0" y="1994"/>
                  </a:lnTo>
                  <a:lnTo>
                    <a:pt x="18963" y="1994"/>
                  </a:lnTo>
                  <a:lnTo>
                    <a:pt x="189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9"/>
            <p:cNvSpPr/>
            <p:nvPr/>
          </p:nvSpPr>
          <p:spPr>
            <a:xfrm>
              <a:off x="5637718" y="3477373"/>
              <a:ext cx="771842" cy="81201"/>
            </a:xfrm>
            <a:custGeom>
              <a:avLst/>
              <a:gdLst/>
              <a:ahLst/>
              <a:cxnLst/>
              <a:rect l="l" t="t" r="r" b="b"/>
              <a:pathLst>
                <a:path w="18963" h="1995" extrusionOk="0">
                  <a:moveTo>
                    <a:pt x="0" y="1"/>
                  </a:moveTo>
                  <a:lnTo>
                    <a:pt x="0" y="1994"/>
                  </a:lnTo>
                  <a:lnTo>
                    <a:pt x="18963" y="1994"/>
                  </a:lnTo>
                  <a:lnTo>
                    <a:pt x="189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9"/>
            <p:cNvSpPr/>
            <p:nvPr/>
          </p:nvSpPr>
          <p:spPr>
            <a:xfrm>
              <a:off x="5805005"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9"/>
            <p:cNvSpPr/>
            <p:nvPr/>
          </p:nvSpPr>
          <p:spPr>
            <a:xfrm>
              <a:off x="5929026" y="2930413"/>
              <a:ext cx="11437" cy="430755"/>
            </a:xfrm>
            <a:custGeom>
              <a:avLst/>
              <a:gdLst/>
              <a:ahLst/>
              <a:cxnLst/>
              <a:rect l="l" t="t" r="r" b="b"/>
              <a:pathLst>
                <a:path w="281" h="10583" extrusionOk="0">
                  <a:moveTo>
                    <a:pt x="140" y="1"/>
                  </a:moveTo>
                  <a:cubicBezTo>
                    <a:pt x="70" y="1"/>
                    <a:pt x="0" y="48"/>
                    <a:pt x="0" y="144"/>
                  </a:cubicBezTo>
                  <a:lnTo>
                    <a:pt x="0" y="10448"/>
                  </a:lnTo>
                  <a:cubicBezTo>
                    <a:pt x="0" y="10527"/>
                    <a:pt x="56" y="10583"/>
                    <a:pt x="135"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9"/>
            <p:cNvSpPr/>
            <p:nvPr/>
          </p:nvSpPr>
          <p:spPr>
            <a:xfrm>
              <a:off x="6052558"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9"/>
            <p:cNvSpPr/>
            <p:nvPr/>
          </p:nvSpPr>
          <p:spPr>
            <a:xfrm>
              <a:off x="6299215" y="2930902"/>
              <a:ext cx="174614" cy="349105"/>
            </a:xfrm>
            <a:custGeom>
              <a:avLst/>
              <a:gdLst/>
              <a:ahLst/>
              <a:cxnLst/>
              <a:rect l="l" t="t" r="r" b="b"/>
              <a:pathLst>
                <a:path w="4290" h="8577" extrusionOk="0">
                  <a:moveTo>
                    <a:pt x="175" y="0"/>
                  </a:moveTo>
                  <a:cubicBezTo>
                    <a:pt x="88" y="0"/>
                    <a:pt x="1" y="84"/>
                    <a:pt x="45" y="188"/>
                  </a:cubicBezTo>
                  <a:lnTo>
                    <a:pt x="3999" y="8487"/>
                  </a:lnTo>
                  <a:cubicBezTo>
                    <a:pt x="4021" y="8543"/>
                    <a:pt x="4066" y="8566"/>
                    <a:pt x="4122" y="8577"/>
                  </a:cubicBezTo>
                  <a:cubicBezTo>
                    <a:pt x="4144" y="8577"/>
                    <a:pt x="4167" y="8566"/>
                    <a:pt x="4189" y="8554"/>
                  </a:cubicBezTo>
                  <a:cubicBezTo>
                    <a:pt x="4256" y="8521"/>
                    <a:pt x="4290" y="8442"/>
                    <a:pt x="4256" y="8375"/>
                  </a:cubicBezTo>
                  <a:lnTo>
                    <a:pt x="291" y="76"/>
                  </a:lnTo>
                  <a:cubicBezTo>
                    <a:pt x="265" y="22"/>
                    <a:pt x="220"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9"/>
            <p:cNvSpPr/>
            <p:nvPr/>
          </p:nvSpPr>
          <p:spPr>
            <a:xfrm>
              <a:off x="5737520" y="3314523"/>
              <a:ext cx="131347" cy="115147"/>
            </a:xfrm>
            <a:custGeom>
              <a:avLst/>
              <a:gdLst/>
              <a:ahLst/>
              <a:cxnLst/>
              <a:rect l="l" t="t" r="r" b="b"/>
              <a:pathLst>
                <a:path w="3227" h="2829" extrusionOk="0">
                  <a:moveTo>
                    <a:pt x="1616" y="0"/>
                  </a:moveTo>
                  <a:cubicBezTo>
                    <a:pt x="1145" y="0"/>
                    <a:pt x="684" y="236"/>
                    <a:pt x="415" y="664"/>
                  </a:cubicBezTo>
                  <a:cubicBezTo>
                    <a:pt x="1" y="1325"/>
                    <a:pt x="203" y="2198"/>
                    <a:pt x="863" y="2613"/>
                  </a:cubicBezTo>
                  <a:cubicBezTo>
                    <a:pt x="1096" y="2759"/>
                    <a:pt x="1355" y="2828"/>
                    <a:pt x="1611" y="2828"/>
                  </a:cubicBezTo>
                  <a:cubicBezTo>
                    <a:pt x="2083" y="2828"/>
                    <a:pt x="2544" y="2593"/>
                    <a:pt x="2812" y="2165"/>
                  </a:cubicBezTo>
                  <a:cubicBezTo>
                    <a:pt x="3227" y="1504"/>
                    <a:pt x="3025" y="630"/>
                    <a:pt x="2364" y="216"/>
                  </a:cubicBezTo>
                  <a:cubicBezTo>
                    <a:pt x="2132" y="70"/>
                    <a:pt x="1873" y="0"/>
                    <a:pt x="1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9"/>
            <p:cNvSpPr/>
            <p:nvPr/>
          </p:nvSpPr>
          <p:spPr>
            <a:xfrm>
              <a:off x="5865204" y="3315174"/>
              <a:ext cx="128131" cy="114985"/>
            </a:xfrm>
            <a:custGeom>
              <a:avLst/>
              <a:gdLst/>
              <a:ahLst/>
              <a:cxnLst/>
              <a:rect l="l" t="t" r="r" b="b"/>
              <a:pathLst>
                <a:path w="3148" h="2825" extrusionOk="0">
                  <a:moveTo>
                    <a:pt x="1567" y="1"/>
                  </a:moveTo>
                  <a:cubicBezTo>
                    <a:pt x="966" y="1"/>
                    <a:pt x="406" y="396"/>
                    <a:pt x="224" y="1006"/>
                  </a:cubicBezTo>
                  <a:cubicBezTo>
                    <a:pt x="0" y="1746"/>
                    <a:pt x="415" y="2541"/>
                    <a:pt x="1165" y="2765"/>
                  </a:cubicBezTo>
                  <a:cubicBezTo>
                    <a:pt x="1301" y="2805"/>
                    <a:pt x="1438" y="2825"/>
                    <a:pt x="1572" y="2825"/>
                  </a:cubicBezTo>
                  <a:cubicBezTo>
                    <a:pt x="2181" y="2825"/>
                    <a:pt x="2740" y="2429"/>
                    <a:pt x="2924" y="1824"/>
                  </a:cubicBezTo>
                  <a:cubicBezTo>
                    <a:pt x="3148" y="1074"/>
                    <a:pt x="2733" y="289"/>
                    <a:pt x="1983" y="65"/>
                  </a:cubicBezTo>
                  <a:cubicBezTo>
                    <a:pt x="1845" y="22"/>
                    <a:pt x="1704" y="1"/>
                    <a:pt x="1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9"/>
            <p:cNvSpPr/>
            <p:nvPr/>
          </p:nvSpPr>
          <p:spPr>
            <a:xfrm>
              <a:off x="5987352" y="3314441"/>
              <a:ext cx="126788" cy="115310"/>
            </a:xfrm>
            <a:custGeom>
              <a:avLst/>
              <a:gdLst/>
              <a:ahLst/>
              <a:cxnLst/>
              <a:rect l="l" t="t" r="r" b="b"/>
              <a:pathLst>
                <a:path w="3115" h="2833" extrusionOk="0">
                  <a:moveTo>
                    <a:pt x="1556" y="1"/>
                  </a:moveTo>
                  <a:cubicBezTo>
                    <a:pt x="914" y="1"/>
                    <a:pt x="334" y="439"/>
                    <a:pt x="180" y="1092"/>
                  </a:cubicBezTo>
                  <a:cubicBezTo>
                    <a:pt x="1" y="1853"/>
                    <a:pt x="471" y="2615"/>
                    <a:pt x="1233" y="2794"/>
                  </a:cubicBezTo>
                  <a:cubicBezTo>
                    <a:pt x="1342" y="2820"/>
                    <a:pt x="1452" y="2832"/>
                    <a:pt x="1559" y="2832"/>
                  </a:cubicBezTo>
                  <a:cubicBezTo>
                    <a:pt x="2201" y="2832"/>
                    <a:pt x="2782" y="2393"/>
                    <a:pt x="2935" y="1741"/>
                  </a:cubicBezTo>
                  <a:cubicBezTo>
                    <a:pt x="3115" y="980"/>
                    <a:pt x="2644" y="218"/>
                    <a:pt x="1883" y="39"/>
                  </a:cubicBezTo>
                  <a:cubicBezTo>
                    <a:pt x="1773" y="13"/>
                    <a:pt x="1664"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9"/>
            <p:cNvSpPr/>
            <p:nvPr/>
          </p:nvSpPr>
          <p:spPr>
            <a:xfrm>
              <a:off x="6111821" y="3314889"/>
              <a:ext cx="126788" cy="114862"/>
            </a:xfrm>
            <a:custGeom>
              <a:avLst/>
              <a:gdLst/>
              <a:ahLst/>
              <a:cxnLst/>
              <a:rect l="l" t="t" r="r" b="b"/>
              <a:pathLst>
                <a:path w="3115" h="2822" extrusionOk="0">
                  <a:moveTo>
                    <a:pt x="1556" y="1"/>
                  </a:moveTo>
                  <a:cubicBezTo>
                    <a:pt x="914" y="1"/>
                    <a:pt x="333" y="438"/>
                    <a:pt x="180" y="1081"/>
                  </a:cubicBezTo>
                  <a:cubicBezTo>
                    <a:pt x="1" y="1842"/>
                    <a:pt x="471" y="2604"/>
                    <a:pt x="1233" y="2783"/>
                  </a:cubicBezTo>
                  <a:cubicBezTo>
                    <a:pt x="1342" y="2809"/>
                    <a:pt x="1452" y="2821"/>
                    <a:pt x="1559" y="2821"/>
                  </a:cubicBezTo>
                  <a:cubicBezTo>
                    <a:pt x="2201" y="2821"/>
                    <a:pt x="2782" y="2382"/>
                    <a:pt x="2935" y="1730"/>
                  </a:cubicBezTo>
                  <a:cubicBezTo>
                    <a:pt x="3114" y="969"/>
                    <a:pt x="2644" y="218"/>
                    <a:pt x="1882" y="39"/>
                  </a:cubicBezTo>
                  <a:cubicBezTo>
                    <a:pt x="1773" y="13"/>
                    <a:pt x="1663"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9"/>
            <p:cNvSpPr/>
            <p:nvPr/>
          </p:nvSpPr>
          <p:spPr>
            <a:xfrm>
              <a:off x="6396290" y="3233281"/>
              <a:ext cx="126341" cy="114862"/>
            </a:xfrm>
            <a:custGeom>
              <a:avLst/>
              <a:gdLst/>
              <a:ahLst/>
              <a:cxnLst/>
              <a:rect l="l" t="t" r="r" b="b"/>
              <a:pathLst>
                <a:path w="3104" h="2822" extrusionOk="0">
                  <a:moveTo>
                    <a:pt x="1549" y="1"/>
                  </a:moveTo>
                  <a:cubicBezTo>
                    <a:pt x="914" y="1"/>
                    <a:pt x="334" y="440"/>
                    <a:pt x="180" y="1092"/>
                  </a:cubicBezTo>
                  <a:cubicBezTo>
                    <a:pt x="1" y="1842"/>
                    <a:pt x="471" y="2604"/>
                    <a:pt x="1222" y="2783"/>
                  </a:cubicBezTo>
                  <a:cubicBezTo>
                    <a:pt x="1331" y="2809"/>
                    <a:pt x="1441" y="2821"/>
                    <a:pt x="1548" y="2821"/>
                  </a:cubicBezTo>
                  <a:cubicBezTo>
                    <a:pt x="2190" y="2821"/>
                    <a:pt x="2771" y="2383"/>
                    <a:pt x="2924" y="1730"/>
                  </a:cubicBezTo>
                  <a:cubicBezTo>
                    <a:pt x="3103" y="980"/>
                    <a:pt x="2633" y="218"/>
                    <a:pt x="1871" y="39"/>
                  </a:cubicBezTo>
                  <a:cubicBezTo>
                    <a:pt x="1764" y="13"/>
                    <a:pt x="1656" y="1"/>
                    <a:pt x="1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9"/>
            <p:cNvSpPr/>
            <p:nvPr/>
          </p:nvSpPr>
          <p:spPr>
            <a:xfrm>
              <a:off x="5687375" y="2912097"/>
              <a:ext cx="722184" cy="48355"/>
            </a:xfrm>
            <a:custGeom>
              <a:avLst/>
              <a:gdLst/>
              <a:ahLst/>
              <a:cxnLst/>
              <a:rect l="l" t="t" r="r" b="b"/>
              <a:pathLst>
                <a:path w="17743" h="1188" extrusionOk="0">
                  <a:moveTo>
                    <a:pt x="1" y="0"/>
                  </a:moveTo>
                  <a:lnTo>
                    <a:pt x="1" y="1187"/>
                  </a:lnTo>
                  <a:lnTo>
                    <a:pt x="17743" y="1187"/>
                  </a:lnTo>
                  <a:lnTo>
                    <a:pt x="177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9"/>
            <p:cNvSpPr/>
            <p:nvPr/>
          </p:nvSpPr>
          <p:spPr>
            <a:xfrm>
              <a:off x="5653185" y="3455516"/>
              <a:ext cx="782831" cy="92110"/>
            </a:xfrm>
            <a:custGeom>
              <a:avLst/>
              <a:gdLst/>
              <a:ahLst/>
              <a:cxnLst/>
              <a:rect l="l" t="t" r="r" b="b"/>
              <a:pathLst>
                <a:path w="19233" h="2263" extrusionOk="0">
                  <a:moveTo>
                    <a:pt x="18952" y="280"/>
                  </a:moveTo>
                  <a:lnTo>
                    <a:pt x="18952" y="1983"/>
                  </a:lnTo>
                  <a:lnTo>
                    <a:pt x="281" y="1983"/>
                  </a:lnTo>
                  <a:lnTo>
                    <a:pt x="281" y="280"/>
                  </a:lnTo>
                  <a:close/>
                  <a:moveTo>
                    <a:pt x="135" y="0"/>
                  </a:moveTo>
                  <a:cubicBezTo>
                    <a:pt x="57" y="0"/>
                    <a:pt x="1" y="56"/>
                    <a:pt x="1" y="134"/>
                  </a:cubicBezTo>
                  <a:lnTo>
                    <a:pt x="1" y="2128"/>
                  </a:lnTo>
                  <a:cubicBezTo>
                    <a:pt x="1" y="2207"/>
                    <a:pt x="57" y="2263"/>
                    <a:pt x="135" y="2263"/>
                  </a:cubicBezTo>
                  <a:lnTo>
                    <a:pt x="19098" y="2263"/>
                  </a:lnTo>
                  <a:cubicBezTo>
                    <a:pt x="19176" y="2263"/>
                    <a:pt x="19232" y="2207"/>
                    <a:pt x="19232" y="2128"/>
                  </a:cubicBezTo>
                  <a:lnTo>
                    <a:pt x="19232" y="134"/>
                  </a:lnTo>
                  <a:cubicBezTo>
                    <a:pt x="19232" y="56"/>
                    <a:pt x="19176" y="0"/>
                    <a:pt x="19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9"/>
            <p:cNvSpPr/>
            <p:nvPr/>
          </p:nvSpPr>
          <p:spPr>
            <a:xfrm>
              <a:off x="5726124" y="3292014"/>
              <a:ext cx="148239" cy="126585"/>
            </a:xfrm>
            <a:custGeom>
              <a:avLst/>
              <a:gdLst/>
              <a:ahLst/>
              <a:cxnLst/>
              <a:rect l="l" t="t" r="r" b="b"/>
              <a:pathLst>
                <a:path w="3642" h="3110" extrusionOk="0">
                  <a:moveTo>
                    <a:pt x="2084" y="287"/>
                  </a:moveTo>
                  <a:cubicBezTo>
                    <a:pt x="2779" y="287"/>
                    <a:pt x="3350" y="858"/>
                    <a:pt x="3350" y="1553"/>
                  </a:cubicBezTo>
                  <a:cubicBezTo>
                    <a:pt x="3350" y="2326"/>
                    <a:pt x="2724" y="2838"/>
                    <a:pt x="2070" y="2838"/>
                  </a:cubicBezTo>
                  <a:cubicBezTo>
                    <a:pt x="1757" y="2838"/>
                    <a:pt x="1438" y="2721"/>
                    <a:pt x="1177" y="2460"/>
                  </a:cubicBezTo>
                  <a:cubicBezTo>
                    <a:pt x="371" y="1654"/>
                    <a:pt x="942" y="287"/>
                    <a:pt x="2084" y="287"/>
                  </a:cubicBezTo>
                  <a:close/>
                  <a:moveTo>
                    <a:pt x="2069" y="1"/>
                  </a:moveTo>
                  <a:cubicBezTo>
                    <a:pt x="1688" y="1"/>
                    <a:pt x="1301" y="141"/>
                    <a:pt x="987" y="455"/>
                  </a:cubicBezTo>
                  <a:cubicBezTo>
                    <a:pt x="1" y="1430"/>
                    <a:pt x="695" y="3110"/>
                    <a:pt x="2084" y="3110"/>
                  </a:cubicBezTo>
                  <a:cubicBezTo>
                    <a:pt x="2936" y="3110"/>
                    <a:pt x="3630" y="2415"/>
                    <a:pt x="3641" y="1564"/>
                  </a:cubicBezTo>
                  <a:cubicBezTo>
                    <a:pt x="3641" y="623"/>
                    <a:pt x="2869" y="1"/>
                    <a:pt x="20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9"/>
            <p:cNvSpPr/>
            <p:nvPr/>
          </p:nvSpPr>
          <p:spPr>
            <a:xfrm>
              <a:off x="5851528" y="3292014"/>
              <a:ext cx="148198" cy="126585"/>
            </a:xfrm>
            <a:custGeom>
              <a:avLst/>
              <a:gdLst/>
              <a:ahLst/>
              <a:cxnLst/>
              <a:rect l="l" t="t" r="r" b="b"/>
              <a:pathLst>
                <a:path w="3641" h="3110" extrusionOk="0">
                  <a:moveTo>
                    <a:pt x="2083" y="287"/>
                  </a:moveTo>
                  <a:cubicBezTo>
                    <a:pt x="2778" y="287"/>
                    <a:pt x="3349" y="858"/>
                    <a:pt x="3360" y="1553"/>
                  </a:cubicBezTo>
                  <a:cubicBezTo>
                    <a:pt x="3360" y="2326"/>
                    <a:pt x="2729" y="2833"/>
                    <a:pt x="2071" y="2833"/>
                  </a:cubicBezTo>
                  <a:cubicBezTo>
                    <a:pt x="1757" y="2833"/>
                    <a:pt x="1437" y="2717"/>
                    <a:pt x="1176" y="2460"/>
                  </a:cubicBezTo>
                  <a:cubicBezTo>
                    <a:pt x="381" y="1654"/>
                    <a:pt x="941" y="287"/>
                    <a:pt x="2083" y="287"/>
                  </a:cubicBezTo>
                  <a:close/>
                  <a:moveTo>
                    <a:pt x="2069" y="0"/>
                  </a:moveTo>
                  <a:cubicBezTo>
                    <a:pt x="1688" y="0"/>
                    <a:pt x="1300" y="141"/>
                    <a:pt x="986" y="455"/>
                  </a:cubicBezTo>
                  <a:cubicBezTo>
                    <a:pt x="0" y="1441"/>
                    <a:pt x="695" y="3110"/>
                    <a:pt x="2083" y="3110"/>
                  </a:cubicBezTo>
                  <a:cubicBezTo>
                    <a:pt x="2935" y="3110"/>
                    <a:pt x="3640" y="2415"/>
                    <a:pt x="3640" y="1553"/>
                  </a:cubicBezTo>
                  <a:cubicBezTo>
                    <a:pt x="3640" y="620"/>
                    <a:pt x="2870"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9"/>
            <p:cNvSpPr/>
            <p:nvPr/>
          </p:nvSpPr>
          <p:spPr>
            <a:xfrm>
              <a:off x="5973676" y="3292014"/>
              <a:ext cx="148239" cy="126585"/>
            </a:xfrm>
            <a:custGeom>
              <a:avLst/>
              <a:gdLst/>
              <a:ahLst/>
              <a:cxnLst/>
              <a:rect l="l" t="t" r="r" b="b"/>
              <a:pathLst>
                <a:path w="3642" h="3110" extrusionOk="0">
                  <a:moveTo>
                    <a:pt x="2084" y="287"/>
                  </a:moveTo>
                  <a:cubicBezTo>
                    <a:pt x="2779" y="287"/>
                    <a:pt x="3350" y="858"/>
                    <a:pt x="3361" y="1553"/>
                  </a:cubicBezTo>
                  <a:cubicBezTo>
                    <a:pt x="3361" y="2326"/>
                    <a:pt x="2730" y="2838"/>
                    <a:pt x="2072" y="2838"/>
                  </a:cubicBezTo>
                  <a:cubicBezTo>
                    <a:pt x="1758" y="2838"/>
                    <a:pt x="1438" y="2721"/>
                    <a:pt x="1177" y="2460"/>
                  </a:cubicBezTo>
                  <a:cubicBezTo>
                    <a:pt x="382" y="1654"/>
                    <a:pt x="942" y="287"/>
                    <a:pt x="2084" y="287"/>
                  </a:cubicBezTo>
                  <a:close/>
                  <a:moveTo>
                    <a:pt x="2068" y="0"/>
                  </a:moveTo>
                  <a:cubicBezTo>
                    <a:pt x="1688" y="0"/>
                    <a:pt x="1301" y="141"/>
                    <a:pt x="987" y="455"/>
                  </a:cubicBezTo>
                  <a:cubicBezTo>
                    <a:pt x="1" y="1441"/>
                    <a:pt x="695" y="3110"/>
                    <a:pt x="2084" y="3110"/>
                  </a:cubicBezTo>
                  <a:cubicBezTo>
                    <a:pt x="2935" y="3110"/>
                    <a:pt x="3630" y="2415"/>
                    <a:pt x="3641" y="1553"/>
                  </a:cubicBezTo>
                  <a:cubicBezTo>
                    <a:pt x="3634" y="620"/>
                    <a:pt x="2865" y="0"/>
                    <a:pt x="20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9"/>
            <p:cNvSpPr/>
            <p:nvPr/>
          </p:nvSpPr>
          <p:spPr>
            <a:xfrm>
              <a:off x="6098145" y="3292014"/>
              <a:ext cx="147750" cy="126585"/>
            </a:xfrm>
            <a:custGeom>
              <a:avLst/>
              <a:gdLst/>
              <a:ahLst/>
              <a:cxnLst/>
              <a:rect l="l" t="t" r="r" b="b"/>
              <a:pathLst>
                <a:path w="3630" h="3110" extrusionOk="0">
                  <a:moveTo>
                    <a:pt x="2084" y="287"/>
                  </a:moveTo>
                  <a:cubicBezTo>
                    <a:pt x="2778" y="287"/>
                    <a:pt x="3350" y="858"/>
                    <a:pt x="3350" y="1553"/>
                  </a:cubicBezTo>
                  <a:cubicBezTo>
                    <a:pt x="3350" y="2326"/>
                    <a:pt x="2724" y="2833"/>
                    <a:pt x="2069" y="2833"/>
                  </a:cubicBezTo>
                  <a:cubicBezTo>
                    <a:pt x="1756" y="2833"/>
                    <a:pt x="1437" y="2717"/>
                    <a:pt x="1177" y="2460"/>
                  </a:cubicBezTo>
                  <a:cubicBezTo>
                    <a:pt x="370" y="1654"/>
                    <a:pt x="942" y="287"/>
                    <a:pt x="2084" y="287"/>
                  </a:cubicBezTo>
                  <a:close/>
                  <a:moveTo>
                    <a:pt x="2064" y="0"/>
                  </a:moveTo>
                  <a:cubicBezTo>
                    <a:pt x="1682" y="0"/>
                    <a:pt x="1293" y="141"/>
                    <a:pt x="975" y="455"/>
                  </a:cubicBezTo>
                  <a:cubicBezTo>
                    <a:pt x="1" y="1441"/>
                    <a:pt x="695" y="3110"/>
                    <a:pt x="2084" y="3110"/>
                  </a:cubicBezTo>
                  <a:cubicBezTo>
                    <a:pt x="2935" y="3110"/>
                    <a:pt x="3630" y="2415"/>
                    <a:pt x="3630" y="1553"/>
                  </a:cubicBezTo>
                  <a:cubicBezTo>
                    <a:pt x="3630" y="620"/>
                    <a:pt x="2864" y="0"/>
                    <a:pt x="20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9"/>
            <p:cNvSpPr/>
            <p:nvPr/>
          </p:nvSpPr>
          <p:spPr>
            <a:xfrm>
              <a:off x="6382614" y="3210569"/>
              <a:ext cx="147750" cy="126910"/>
            </a:xfrm>
            <a:custGeom>
              <a:avLst/>
              <a:gdLst/>
              <a:ahLst/>
              <a:cxnLst/>
              <a:rect l="l" t="t" r="r" b="b"/>
              <a:pathLst>
                <a:path w="3630" h="3118" extrusionOk="0">
                  <a:moveTo>
                    <a:pt x="2073" y="283"/>
                  </a:moveTo>
                  <a:cubicBezTo>
                    <a:pt x="2779" y="283"/>
                    <a:pt x="3350" y="855"/>
                    <a:pt x="3350" y="1560"/>
                  </a:cubicBezTo>
                  <a:cubicBezTo>
                    <a:pt x="3350" y="2328"/>
                    <a:pt x="2721" y="2838"/>
                    <a:pt x="2064" y="2838"/>
                  </a:cubicBezTo>
                  <a:cubicBezTo>
                    <a:pt x="1753" y="2838"/>
                    <a:pt x="1436" y="2723"/>
                    <a:pt x="1177" y="2467"/>
                  </a:cubicBezTo>
                  <a:cubicBezTo>
                    <a:pt x="370" y="1661"/>
                    <a:pt x="942" y="283"/>
                    <a:pt x="2073" y="283"/>
                  </a:cubicBezTo>
                  <a:close/>
                  <a:moveTo>
                    <a:pt x="2069" y="0"/>
                  </a:moveTo>
                  <a:cubicBezTo>
                    <a:pt x="1686" y="0"/>
                    <a:pt x="1295" y="143"/>
                    <a:pt x="975" y="463"/>
                  </a:cubicBezTo>
                  <a:cubicBezTo>
                    <a:pt x="1" y="1437"/>
                    <a:pt x="695" y="3117"/>
                    <a:pt x="2073" y="3117"/>
                  </a:cubicBezTo>
                  <a:cubicBezTo>
                    <a:pt x="2935" y="3117"/>
                    <a:pt x="3630" y="2423"/>
                    <a:pt x="3630" y="1560"/>
                  </a:cubicBezTo>
                  <a:cubicBezTo>
                    <a:pt x="3630" y="622"/>
                    <a:pt x="2868"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 name="Google Shape;2125;p39"/>
          <p:cNvGrpSpPr/>
          <p:nvPr/>
        </p:nvGrpSpPr>
        <p:grpSpPr>
          <a:xfrm>
            <a:off x="2854615" y="4303294"/>
            <a:ext cx="1566619" cy="589457"/>
            <a:chOff x="2854615" y="4303294"/>
            <a:chExt cx="1566619" cy="589457"/>
          </a:xfrm>
        </p:grpSpPr>
        <p:grpSp>
          <p:nvGrpSpPr>
            <p:cNvPr id="2126" name="Google Shape;2126;p39"/>
            <p:cNvGrpSpPr/>
            <p:nvPr/>
          </p:nvGrpSpPr>
          <p:grpSpPr>
            <a:xfrm>
              <a:off x="4066850" y="4303294"/>
              <a:ext cx="354384" cy="339161"/>
              <a:chOff x="1190625" y="346475"/>
              <a:chExt cx="5219200" cy="5002375"/>
            </a:xfrm>
          </p:grpSpPr>
          <p:sp>
            <p:nvSpPr>
              <p:cNvPr id="2127" name="Google Shape;2127;p39"/>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9"/>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 name="Google Shape;2129;p39"/>
            <p:cNvGrpSpPr/>
            <p:nvPr/>
          </p:nvGrpSpPr>
          <p:grpSpPr>
            <a:xfrm rot="3599985">
              <a:off x="3447778" y="4455346"/>
              <a:ext cx="380060" cy="363768"/>
              <a:chOff x="2057567" y="690970"/>
              <a:chExt cx="352891" cy="337790"/>
            </a:xfrm>
          </p:grpSpPr>
          <p:sp>
            <p:nvSpPr>
              <p:cNvPr id="2130" name="Google Shape;2130;p39"/>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9"/>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9"/>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9"/>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9"/>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9"/>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9"/>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9"/>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9"/>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9"/>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9"/>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9"/>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2" name="Google Shape;2142;p39"/>
            <p:cNvGrpSpPr/>
            <p:nvPr/>
          </p:nvGrpSpPr>
          <p:grpSpPr>
            <a:xfrm>
              <a:off x="2854615" y="4319829"/>
              <a:ext cx="354151" cy="390910"/>
              <a:chOff x="1433575" y="238125"/>
              <a:chExt cx="4740975" cy="5226075"/>
            </a:xfrm>
          </p:grpSpPr>
          <p:sp>
            <p:nvSpPr>
              <p:cNvPr id="2143" name="Google Shape;2143;p39"/>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9"/>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9"/>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9"/>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9"/>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9"/>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9"/>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9"/>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9"/>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9"/>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9"/>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54" name="Google Shape;2154;p39"/>
          <p:cNvGrpSpPr/>
          <p:nvPr/>
        </p:nvGrpSpPr>
        <p:grpSpPr>
          <a:xfrm>
            <a:off x="7490016" y="535005"/>
            <a:ext cx="1037880" cy="1328865"/>
            <a:chOff x="7490016" y="535005"/>
            <a:chExt cx="1037880" cy="1328865"/>
          </a:xfrm>
        </p:grpSpPr>
        <p:sp>
          <p:nvSpPr>
            <p:cNvPr id="2155" name="Google Shape;2155;p39"/>
            <p:cNvSpPr/>
            <p:nvPr/>
          </p:nvSpPr>
          <p:spPr>
            <a:xfrm rot="3844445" flipH="1">
              <a:off x="7521081" y="90207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9"/>
            <p:cNvSpPr/>
            <p:nvPr/>
          </p:nvSpPr>
          <p:spPr>
            <a:xfrm rot="-9899856">
              <a:off x="7517438" y="152094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39"/>
            <p:cNvGrpSpPr/>
            <p:nvPr/>
          </p:nvGrpSpPr>
          <p:grpSpPr>
            <a:xfrm>
              <a:off x="8210250" y="535005"/>
              <a:ext cx="317645" cy="350147"/>
              <a:chOff x="1433575" y="238125"/>
              <a:chExt cx="4740975" cy="5226075"/>
            </a:xfrm>
          </p:grpSpPr>
          <p:sp>
            <p:nvSpPr>
              <p:cNvPr id="2158" name="Google Shape;2158;p39"/>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9"/>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9"/>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9"/>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9"/>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9"/>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9"/>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9"/>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9"/>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9"/>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9"/>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39"/>
            <p:cNvGrpSpPr/>
            <p:nvPr/>
          </p:nvGrpSpPr>
          <p:grpSpPr>
            <a:xfrm rot="-1799794">
              <a:off x="8098764" y="1176264"/>
              <a:ext cx="365703" cy="350054"/>
              <a:chOff x="2057567" y="690970"/>
              <a:chExt cx="352891" cy="337790"/>
            </a:xfrm>
          </p:grpSpPr>
          <p:sp>
            <p:nvSpPr>
              <p:cNvPr id="2170" name="Google Shape;2170;p39"/>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9"/>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9"/>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9"/>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9"/>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9"/>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9"/>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9"/>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9"/>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9"/>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9"/>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9"/>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95"/>
        <p:cNvGrpSpPr/>
        <p:nvPr/>
      </p:nvGrpSpPr>
      <p:grpSpPr>
        <a:xfrm>
          <a:off x="0" y="0"/>
          <a:ext cx="0" cy="0"/>
          <a:chOff x="0" y="0"/>
          <a:chExt cx="0" cy="0"/>
        </a:xfrm>
      </p:grpSpPr>
      <p:sp>
        <p:nvSpPr>
          <p:cNvPr id="2196" name="Google Shape;2196;p41"/>
          <p:cNvSpPr txBox="1">
            <a:spLocks noGrp="1"/>
          </p:cNvSpPr>
          <p:nvPr>
            <p:ph type="subTitle" idx="16"/>
          </p:nvPr>
        </p:nvSpPr>
        <p:spPr>
          <a:xfrm>
            <a:off x="778750" y="1888700"/>
            <a:ext cx="2397600" cy="51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1800"/>
              <a:t>Introduction</a:t>
            </a:r>
            <a:endParaRPr sz="1800"/>
          </a:p>
        </p:txBody>
      </p:sp>
      <p:sp>
        <p:nvSpPr>
          <p:cNvPr id="2197" name="Google Shape;2197;p4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a:t>
            </a:fld>
            <a:endParaRPr/>
          </a:p>
        </p:txBody>
      </p:sp>
      <p:sp>
        <p:nvSpPr>
          <p:cNvPr id="2198" name="Google Shape;2198;p41"/>
          <p:cNvSpPr txBox="1">
            <a:spLocks noGrp="1"/>
          </p:cNvSpPr>
          <p:nvPr>
            <p:ph type="title"/>
          </p:nvPr>
        </p:nvSpPr>
        <p:spPr>
          <a:xfrm>
            <a:off x="1339912" y="1154300"/>
            <a:ext cx="1275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2200" name="Google Shape;2200;p41"/>
          <p:cNvSpPr txBox="1">
            <a:spLocks noGrp="1"/>
          </p:cNvSpPr>
          <p:nvPr>
            <p:ph type="title" idx="2"/>
          </p:nvPr>
        </p:nvSpPr>
        <p:spPr>
          <a:xfrm>
            <a:off x="3944313" y="1154300"/>
            <a:ext cx="1275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a:t>
            </a:r>
            <a:endParaRPr/>
          </a:p>
        </p:txBody>
      </p:sp>
      <p:sp>
        <p:nvSpPr>
          <p:cNvPr id="2202" name="Google Shape;2202;p41"/>
          <p:cNvSpPr txBox="1">
            <a:spLocks noGrp="1"/>
          </p:cNvSpPr>
          <p:nvPr>
            <p:ph type="title" idx="4"/>
          </p:nvPr>
        </p:nvSpPr>
        <p:spPr>
          <a:xfrm>
            <a:off x="6528776" y="1154300"/>
            <a:ext cx="1275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a:t>
            </a:r>
            <a:endParaRPr/>
          </a:p>
        </p:txBody>
      </p:sp>
      <p:sp>
        <p:nvSpPr>
          <p:cNvPr id="2204" name="Google Shape;2204;p41"/>
          <p:cNvSpPr txBox="1">
            <a:spLocks noGrp="1"/>
          </p:cNvSpPr>
          <p:nvPr>
            <p:ph type="title" idx="6"/>
          </p:nvPr>
        </p:nvSpPr>
        <p:spPr>
          <a:xfrm>
            <a:off x="3944313" y="2789445"/>
            <a:ext cx="1275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a:t>
            </a:r>
            <a:endParaRPr/>
          </a:p>
        </p:txBody>
      </p:sp>
      <p:sp>
        <p:nvSpPr>
          <p:cNvPr id="2210" name="Google Shape;2210;p41"/>
          <p:cNvSpPr txBox="1">
            <a:spLocks noGrp="1"/>
          </p:cNvSpPr>
          <p:nvPr>
            <p:ph type="title" idx="15"/>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a:t>
            </a:r>
            <a:endParaRPr/>
          </a:p>
        </p:txBody>
      </p:sp>
      <p:sp>
        <p:nvSpPr>
          <p:cNvPr id="2211" name="Google Shape;2211;p41"/>
          <p:cNvSpPr txBox="1">
            <a:spLocks noGrp="1"/>
          </p:cNvSpPr>
          <p:nvPr>
            <p:ph type="subTitle" idx="17"/>
          </p:nvPr>
        </p:nvSpPr>
        <p:spPr>
          <a:xfrm>
            <a:off x="3301014" y="1945285"/>
            <a:ext cx="2561897" cy="51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1800"/>
              <a:t>Gas Turbine Emissions Analysis</a:t>
            </a:r>
          </a:p>
        </p:txBody>
      </p:sp>
      <p:sp>
        <p:nvSpPr>
          <p:cNvPr id="2212" name="Google Shape;2212;p41"/>
          <p:cNvSpPr txBox="1">
            <a:spLocks noGrp="1"/>
          </p:cNvSpPr>
          <p:nvPr>
            <p:ph type="subTitle" idx="18"/>
          </p:nvPr>
        </p:nvSpPr>
        <p:spPr>
          <a:xfrm>
            <a:off x="5967626" y="1888700"/>
            <a:ext cx="2397600" cy="51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1800"/>
              <a:t>AI4I Analysis</a:t>
            </a:r>
            <a:endParaRPr sz="1800"/>
          </a:p>
        </p:txBody>
      </p:sp>
      <p:sp>
        <p:nvSpPr>
          <p:cNvPr id="2213" name="Google Shape;2213;p41"/>
          <p:cNvSpPr txBox="1">
            <a:spLocks noGrp="1"/>
          </p:cNvSpPr>
          <p:nvPr>
            <p:ph type="subTitle" idx="19"/>
          </p:nvPr>
        </p:nvSpPr>
        <p:spPr>
          <a:xfrm>
            <a:off x="3403113" y="3545170"/>
            <a:ext cx="2397600" cy="51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1800"/>
              <a:t>Conclusions</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261">
          <a:extLst>
            <a:ext uri="{FF2B5EF4-FFF2-40B4-BE49-F238E27FC236}">
              <a16:creationId xmlns:a16="http://schemas.microsoft.com/office/drawing/2014/main" id="{1FAE63B0-6162-CE46-A7C2-201DDAA5A454}"/>
            </a:ext>
          </a:extLst>
        </p:cNvPr>
        <p:cNvGrpSpPr/>
        <p:nvPr/>
      </p:nvGrpSpPr>
      <p:grpSpPr>
        <a:xfrm>
          <a:off x="0" y="0"/>
          <a:ext cx="0" cy="0"/>
          <a:chOff x="0" y="0"/>
          <a:chExt cx="0" cy="0"/>
        </a:xfrm>
      </p:grpSpPr>
      <p:sp>
        <p:nvSpPr>
          <p:cNvPr id="2262" name="Google Shape;2262;p43">
            <a:extLst>
              <a:ext uri="{FF2B5EF4-FFF2-40B4-BE49-F238E27FC236}">
                <a16:creationId xmlns:a16="http://schemas.microsoft.com/office/drawing/2014/main" id="{D71D0F3B-A4BB-079F-2E40-C87F6FEB5D92}"/>
              </a:ext>
            </a:extLst>
          </p:cNvPr>
          <p:cNvSpPr txBox="1">
            <a:spLocks noGrp="1"/>
          </p:cNvSpPr>
          <p:nvPr>
            <p:ph type="title"/>
          </p:nvPr>
        </p:nvSpPr>
        <p:spPr>
          <a:xfrm>
            <a:off x="747079" y="2009100"/>
            <a:ext cx="7704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4800"/>
              <a:t>Introduction</a:t>
            </a:r>
          </a:p>
        </p:txBody>
      </p:sp>
      <p:sp>
        <p:nvSpPr>
          <p:cNvPr id="2263" name="Google Shape;2263;p43">
            <a:extLst>
              <a:ext uri="{FF2B5EF4-FFF2-40B4-BE49-F238E27FC236}">
                <a16:creationId xmlns:a16="http://schemas.microsoft.com/office/drawing/2014/main" id="{19DCFD9F-CB14-AE67-84B3-959897B62C68}"/>
              </a:ext>
            </a:extLst>
          </p:cNvPr>
          <p:cNvSpPr txBox="1">
            <a:spLocks noGrp="1"/>
          </p:cNvSpPr>
          <p:nvPr>
            <p:ph type="title" idx="2"/>
          </p:nvPr>
        </p:nvSpPr>
        <p:spPr>
          <a:xfrm>
            <a:off x="2996550" y="830075"/>
            <a:ext cx="3150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grpSp>
        <p:nvGrpSpPr>
          <p:cNvPr id="2265" name="Google Shape;2265;p43">
            <a:extLst>
              <a:ext uri="{FF2B5EF4-FFF2-40B4-BE49-F238E27FC236}">
                <a16:creationId xmlns:a16="http://schemas.microsoft.com/office/drawing/2014/main" id="{1EFD1917-755A-CFF0-2E9D-4ADA4AF0D31A}"/>
              </a:ext>
            </a:extLst>
          </p:cNvPr>
          <p:cNvGrpSpPr/>
          <p:nvPr/>
        </p:nvGrpSpPr>
        <p:grpSpPr>
          <a:xfrm flipH="1">
            <a:off x="7109324" y="3525778"/>
            <a:ext cx="1319580" cy="1041928"/>
            <a:chOff x="190037" y="3818872"/>
            <a:chExt cx="1346098" cy="1062867"/>
          </a:xfrm>
        </p:grpSpPr>
        <p:grpSp>
          <p:nvGrpSpPr>
            <p:cNvPr id="2266" name="Google Shape;2266;p43">
              <a:extLst>
                <a:ext uri="{FF2B5EF4-FFF2-40B4-BE49-F238E27FC236}">
                  <a16:creationId xmlns:a16="http://schemas.microsoft.com/office/drawing/2014/main" id="{8CED9695-3C8C-67B6-8B81-E5F833EA9B2D}"/>
                </a:ext>
              </a:extLst>
            </p:cNvPr>
            <p:cNvGrpSpPr/>
            <p:nvPr/>
          </p:nvGrpSpPr>
          <p:grpSpPr>
            <a:xfrm rot="1802271">
              <a:off x="1120650" y="4476648"/>
              <a:ext cx="354500" cy="339089"/>
              <a:chOff x="1190625" y="346475"/>
              <a:chExt cx="5219200" cy="5002375"/>
            </a:xfrm>
          </p:grpSpPr>
          <p:sp>
            <p:nvSpPr>
              <p:cNvPr id="2267" name="Google Shape;2267;p43">
                <a:extLst>
                  <a:ext uri="{FF2B5EF4-FFF2-40B4-BE49-F238E27FC236}">
                    <a16:creationId xmlns:a16="http://schemas.microsoft.com/office/drawing/2014/main" id="{E8FC108B-FC63-3B83-F3B7-1B623A00D98A}"/>
                  </a:ext>
                </a:extLst>
              </p:cNvPr>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3">
                <a:extLst>
                  <a:ext uri="{FF2B5EF4-FFF2-40B4-BE49-F238E27FC236}">
                    <a16:creationId xmlns:a16="http://schemas.microsoft.com/office/drawing/2014/main" id="{01B5A3BF-1D7E-F183-281B-864970D62243}"/>
                  </a:ext>
                </a:extLst>
              </p:cNvPr>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 name="Google Shape;2269;p43">
              <a:extLst>
                <a:ext uri="{FF2B5EF4-FFF2-40B4-BE49-F238E27FC236}">
                  <a16:creationId xmlns:a16="http://schemas.microsoft.com/office/drawing/2014/main" id="{221B0DF2-763A-6808-2A89-5F36766FE884}"/>
                </a:ext>
              </a:extLst>
            </p:cNvPr>
            <p:cNvGrpSpPr/>
            <p:nvPr/>
          </p:nvGrpSpPr>
          <p:grpSpPr>
            <a:xfrm rot="5400000">
              <a:off x="436382" y="4464318"/>
              <a:ext cx="380063" cy="363766"/>
              <a:chOff x="2057567" y="690970"/>
              <a:chExt cx="352891" cy="337790"/>
            </a:xfrm>
          </p:grpSpPr>
          <p:sp>
            <p:nvSpPr>
              <p:cNvPr id="2270" name="Google Shape;2270;p43">
                <a:extLst>
                  <a:ext uri="{FF2B5EF4-FFF2-40B4-BE49-F238E27FC236}">
                    <a16:creationId xmlns:a16="http://schemas.microsoft.com/office/drawing/2014/main" id="{058B808D-64EA-A728-E18F-C4DBEE363B0C}"/>
                  </a:ext>
                </a:extLst>
              </p:cNvPr>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3">
                <a:extLst>
                  <a:ext uri="{FF2B5EF4-FFF2-40B4-BE49-F238E27FC236}">
                    <a16:creationId xmlns:a16="http://schemas.microsoft.com/office/drawing/2014/main" id="{E9A9C308-3EC0-AB81-25F1-45F9D06F1A3A}"/>
                  </a:ext>
                </a:extLst>
              </p:cNvPr>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3">
                <a:extLst>
                  <a:ext uri="{FF2B5EF4-FFF2-40B4-BE49-F238E27FC236}">
                    <a16:creationId xmlns:a16="http://schemas.microsoft.com/office/drawing/2014/main" id="{9C04BDEE-56AB-FA81-CBEE-1CEE06D93865}"/>
                  </a:ext>
                </a:extLst>
              </p:cNvPr>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3">
                <a:extLst>
                  <a:ext uri="{FF2B5EF4-FFF2-40B4-BE49-F238E27FC236}">
                    <a16:creationId xmlns:a16="http://schemas.microsoft.com/office/drawing/2014/main" id="{76730C4C-542D-E179-E99E-648D0930DDE6}"/>
                  </a:ext>
                </a:extLst>
              </p:cNvPr>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3">
                <a:extLst>
                  <a:ext uri="{FF2B5EF4-FFF2-40B4-BE49-F238E27FC236}">
                    <a16:creationId xmlns:a16="http://schemas.microsoft.com/office/drawing/2014/main" id="{BFEB3657-DA9D-2896-C9BD-485BAFE39FAF}"/>
                  </a:ext>
                </a:extLst>
              </p:cNvPr>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3">
                <a:extLst>
                  <a:ext uri="{FF2B5EF4-FFF2-40B4-BE49-F238E27FC236}">
                    <a16:creationId xmlns:a16="http://schemas.microsoft.com/office/drawing/2014/main" id="{58165779-F10A-A841-B013-88663FD8A2C4}"/>
                  </a:ext>
                </a:extLst>
              </p:cNvPr>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3">
                <a:extLst>
                  <a:ext uri="{FF2B5EF4-FFF2-40B4-BE49-F238E27FC236}">
                    <a16:creationId xmlns:a16="http://schemas.microsoft.com/office/drawing/2014/main" id="{6B82E53B-DA81-F34F-54BB-D918E214D13C}"/>
                  </a:ext>
                </a:extLst>
              </p:cNvPr>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3">
                <a:extLst>
                  <a:ext uri="{FF2B5EF4-FFF2-40B4-BE49-F238E27FC236}">
                    <a16:creationId xmlns:a16="http://schemas.microsoft.com/office/drawing/2014/main" id="{90BC2A44-2B0C-A4E3-C583-4F12E4D5309D}"/>
                  </a:ext>
                </a:extLst>
              </p:cNvPr>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3">
                <a:extLst>
                  <a:ext uri="{FF2B5EF4-FFF2-40B4-BE49-F238E27FC236}">
                    <a16:creationId xmlns:a16="http://schemas.microsoft.com/office/drawing/2014/main" id="{A54DD5AC-004B-4DB3-40DC-10AE5894D280}"/>
                  </a:ext>
                </a:extLst>
              </p:cNvPr>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3">
                <a:extLst>
                  <a:ext uri="{FF2B5EF4-FFF2-40B4-BE49-F238E27FC236}">
                    <a16:creationId xmlns:a16="http://schemas.microsoft.com/office/drawing/2014/main" id="{451A70B3-D41E-7CA0-D345-7C661B4F4C18}"/>
                  </a:ext>
                </a:extLst>
              </p:cNvPr>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3">
                <a:extLst>
                  <a:ext uri="{FF2B5EF4-FFF2-40B4-BE49-F238E27FC236}">
                    <a16:creationId xmlns:a16="http://schemas.microsoft.com/office/drawing/2014/main" id="{0DB5BA2F-CDA7-6E0F-6D86-DA413510009B}"/>
                  </a:ext>
                </a:extLst>
              </p:cNvPr>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3">
                <a:extLst>
                  <a:ext uri="{FF2B5EF4-FFF2-40B4-BE49-F238E27FC236}">
                    <a16:creationId xmlns:a16="http://schemas.microsoft.com/office/drawing/2014/main" id="{2981F1DD-1877-43AA-5DE9-E922219A8451}"/>
                  </a:ext>
                </a:extLst>
              </p:cNvPr>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43">
              <a:extLst>
                <a:ext uri="{FF2B5EF4-FFF2-40B4-BE49-F238E27FC236}">
                  <a16:creationId xmlns:a16="http://schemas.microsoft.com/office/drawing/2014/main" id="{051ABAEE-6A15-C8FD-F9E4-96FF6E36A117}"/>
                </a:ext>
              </a:extLst>
            </p:cNvPr>
            <p:cNvGrpSpPr/>
            <p:nvPr/>
          </p:nvGrpSpPr>
          <p:grpSpPr>
            <a:xfrm rot="1801810">
              <a:off x="263984" y="3881350"/>
              <a:ext cx="354302" cy="391007"/>
              <a:chOff x="1433575" y="238125"/>
              <a:chExt cx="4740975" cy="5226075"/>
            </a:xfrm>
          </p:grpSpPr>
          <p:sp>
            <p:nvSpPr>
              <p:cNvPr id="2283" name="Google Shape;2283;p43">
                <a:extLst>
                  <a:ext uri="{FF2B5EF4-FFF2-40B4-BE49-F238E27FC236}">
                    <a16:creationId xmlns:a16="http://schemas.microsoft.com/office/drawing/2014/main" id="{2C01E7A3-FC9F-98C9-C045-21F8FFC42CC5}"/>
                  </a:ext>
                </a:extLst>
              </p:cNvPr>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3">
                <a:extLst>
                  <a:ext uri="{FF2B5EF4-FFF2-40B4-BE49-F238E27FC236}">
                    <a16:creationId xmlns:a16="http://schemas.microsoft.com/office/drawing/2014/main" id="{FD9FAC32-CC87-C268-46F5-23E300491DE3}"/>
                  </a:ext>
                </a:extLst>
              </p:cNvPr>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3">
                <a:extLst>
                  <a:ext uri="{FF2B5EF4-FFF2-40B4-BE49-F238E27FC236}">
                    <a16:creationId xmlns:a16="http://schemas.microsoft.com/office/drawing/2014/main" id="{6AB32FF0-8CFD-E52F-833D-CE523CB46EF8}"/>
                  </a:ext>
                </a:extLst>
              </p:cNvPr>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3">
                <a:extLst>
                  <a:ext uri="{FF2B5EF4-FFF2-40B4-BE49-F238E27FC236}">
                    <a16:creationId xmlns:a16="http://schemas.microsoft.com/office/drawing/2014/main" id="{EC9FC881-9642-612F-F5E2-289633D5459C}"/>
                  </a:ext>
                </a:extLst>
              </p:cNvPr>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3">
                <a:extLst>
                  <a:ext uri="{FF2B5EF4-FFF2-40B4-BE49-F238E27FC236}">
                    <a16:creationId xmlns:a16="http://schemas.microsoft.com/office/drawing/2014/main" id="{2CA02219-355D-F6CC-BCBB-05425C0832C6}"/>
                  </a:ext>
                </a:extLst>
              </p:cNvPr>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3">
                <a:extLst>
                  <a:ext uri="{FF2B5EF4-FFF2-40B4-BE49-F238E27FC236}">
                    <a16:creationId xmlns:a16="http://schemas.microsoft.com/office/drawing/2014/main" id="{32323DA4-DA56-C167-6D1B-C9BAD2D2C024}"/>
                  </a:ext>
                </a:extLst>
              </p:cNvPr>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3">
                <a:extLst>
                  <a:ext uri="{FF2B5EF4-FFF2-40B4-BE49-F238E27FC236}">
                    <a16:creationId xmlns:a16="http://schemas.microsoft.com/office/drawing/2014/main" id="{29941F92-D10B-73ED-42BC-63819EC4F3D1}"/>
                  </a:ext>
                </a:extLst>
              </p:cNvPr>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3">
                <a:extLst>
                  <a:ext uri="{FF2B5EF4-FFF2-40B4-BE49-F238E27FC236}">
                    <a16:creationId xmlns:a16="http://schemas.microsoft.com/office/drawing/2014/main" id="{E3AC3790-E748-AB22-59E9-FA355CCB0B7F}"/>
                  </a:ext>
                </a:extLst>
              </p:cNvPr>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3">
                <a:extLst>
                  <a:ext uri="{FF2B5EF4-FFF2-40B4-BE49-F238E27FC236}">
                    <a16:creationId xmlns:a16="http://schemas.microsoft.com/office/drawing/2014/main" id="{EC99FE8C-246E-8EE4-7605-6B6E85D61435}"/>
                  </a:ext>
                </a:extLst>
              </p:cNvPr>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3">
                <a:extLst>
                  <a:ext uri="{FF2B5EF4-FFF2-40B4-BE49-F238E27FC236}">
                    <a16:creationId xmlns:a16="http://schemas.microsoft.com/office/drawing/2014/main" id="{68F21F14-B63D-67D6-5B15-CF7E91E406B4}"/>
                  </a:ext>
                </a:extLst>
              </p:cNvPr>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3">
                <a:extLst>
                  <a:ext uri="{FF2B5EF4-FFF2-40B4-BE49-F238E27FC236}">
                    <a16:creationId xmlns:a16="http://schemas.microsoft.com/office/drawing/2014/main" id="{FB03DB58-E170-1956-6EE6-5E378A3608B9}"/>
                  </a:ext>
                </a:extLst>
              </p:cNvPr>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94" name="Google Shape;2294;p43">
            <a:extLst>
              <a:ext uri="{FF2B5EF4-FFF2-40B4-BE49-F238E27FC236}">
                <a16:creationId xmlns:a16="http://schemas.microsoft.com/office/drawing/2014/main" id="{AA232E30-2AE8-BF2C-2285-1083770E4F0C}"/>
              </a:ext>
            </a:extLst>
          </p:cNvPr>
          <p:cNvGrpSpPr/>
          <p:nvPr/>
        </p:nvGrpSpPr>
        <p:grpSpPr>
          <a:xfrm>
            <a:off x="715099" y="3566578"/>
            <a:ext cx="1319580" cy="1041928"/>
            <a:chOff x="190037" y="3818872"/>
            <a:chExt cx="1346098" cy="1062867"/>
          </a:xfrm>
        </p:grpSpPr>
        <p:grpSp>
          <p:nvGrpSpPr>
            <p:cNvPr id="2295" name="Google Shape;2295;p43">
              <a:extLst>
                <a:ext uri="{FF2B5EF4-FFF2-40B4-BE49-F238E27FC236}">
                  <a16:creationId xmlns:a16="http://schemas.microsoft.com/office/drawing/2014/main" id="{BF5E8527-A850-784B-E9EE-1A79CBD18E77}"/>
                </a:ext>
              </a:extLst>
            </p:cNvPr>
            <p:cNvGrpSpPr/>
            <p:nvPr/>
          </p:nvGrpSpPr>
          <p:grpSpPr>
            <a:xfrm rot="1802271">
              <a:off x="1120650" y="4476648"/>
              <a:ext cx="354500" cy="339089"/>
              <a:chOff x="1190625" y="346475"/>
              <a:chExt cx="5219200" cy="5002375"/>
            </a:xfrm>
          </p:grpSpPr>
          <p:sp>
            <p:nvSpPr>
              <p:cNvPr id="2296" name="Google Shape;2296;p43">
                <a:extLst>
                  <a:ext uri="{FF2B5EF4-FFF2-40B4-BE49-F238E27FC236}">
                    <a16:creationId xmlns:a16="http://schemas.microsoft.com/office/drawing/2014/main" id="{8C83C324-8284-23B3-B4CE-F31F332BF961}"/>
                  </a:ext>
                </a:extLst>
              </p:cNvPr>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3">
                <a:extLst>
                  <a:ext uri="{FF2B5EF4-FFF2-40B4-BE49-F238E27FC236}">
                    <a16:creationId xmlns:a16="http://schemas.microsoft.com/office/drawing/2014/main" id="{BB0A9CD6-D37A-647C-DC1E-7DCC64463C41}"/>
                  </a:ext>
                </a:extLst>
              </p:cNvPr>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43">
              <a:extLst>
                <a:ext uri="{FF2B5EF4-FFF2-40B4-BE49-F238E27FC236}">
                  <a16:creationId xmlns:a16="http://schemas.microsoft.com/office/drawing/2014/main" id="{2862D867-EFD7-CE5B-3096-3A45C285C5B5}"/>
                </a:ext>
              </a:extLst>
            </p:cNvPr>
            <p:cNvGrpSpPr/>
            <p:nvPr/>
          </p:nvGrpSpPr>
          <p:grpSpPr>
            <a:xfrm rot="5400000">
              <a:off x="436382" y="4464318"/>
              <a:ext cx="380063" cy="363766"/>
              <a:chOff x="2057567" y="690970"/>
              <a:chExt cx="352891" cy="337790"/>
            </a:xfrm>
          </p:grpSpPr>
          <p:sp>
            <p:nvSpPr>
              <p:cNvPr id="2299" name="Google Shape;2299;p43">
                <a:extLst>
                  <a:ext uri="{FF2B5EF4-FFF2-40B4-BE49-F238E27FC236}">
                    <a16:creationId xmlns:a16="http://schemas.microsoft.com/office/drawing/2014/main" id="{0550FD5E-F64C-03A8-D7FE-06FA4B93CDCA}"/>
                  </a:ext>
                </a:extLst>
              </p:cNvPr>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3">
                <a:extLst>
                  <a:ext uri="{FF2B5EF4-FFF2-40B4-BE49-F238E27FC236}">
                    <a16:creationId xmlns:a16="http://schemas.microsoft.com/office/drawing/2014/main" id="{E6CBDFED-CC11-47B1-223E-798F4E5A1C4E}"/>
                  </a:ext>
                </a:extLst>
              </p:cNvPr>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3">
                <a:extLst>
                  <a:ext uri="{FF2B5EF4-FFF2-40B4-BE49-F238E27FC236}">
                    <a16:creationId xmlns:a16="http://schemas.microsoft.com/office/drawing/2014/main" id="{E2906C9A-16D5-4CC2-ABD0-CA2D2CCD3EE0}"/>
                  </a:ext>
                </a:extLst>
              </p:cNvPr>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3">
                <a:extLst>
                  <a:ext uri="{FF2B5EF4-FFF2-40B4-BE49-F238E27FC236}">
                    <a16:creationId xmlns:a16="http://schemas.microsoft.com/office/drawing/2014/main" id="{69D6B241-4100-71C8-B2F5-6297640690C5}"/>
                  </a:ext>
                </a:extLst>
              </p:cNvPr>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3">
                <a:extLst>
                  <a:ext uri="{FF2B5EF4-FFF2-40B4-BE49-F238E27FC236}">
                    <a16:creationId xmlns:a16="http://schemas.microsoft.com/office/drawing/2014/main" id="{A17199C6-A905-C26C-5CD7-3EE4E89BE4ED}"/>
                  </a:ext>
                </a:extLst>
              </p:cNvPr>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3">
                <a:extLst>
                  <a:ext uri="{FF2B5EF4-FFF2-40B4-BE49-F238E27FC236}">
                    <a16:creationId xmlns:a16="http://schemas.microsoft.com/office/drawing/2014/main" id="{D7A03102-20EF-5815-8EA8-5FC51D652161}"/>
                  </a:ext>
                </a:extLst>
              </p:cNvPr>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3">
                <a:extLst>
                  <a:ext uri="{FF2B5EF4-FFF2-40B4-BE49-F238E27FC236}">
                    <a16:creationId xmlns:a16="http://schemas.microsoft.com/office/drawing/2014/main" id="{F6369C63-B0D7-E368-3A68-24ADF03E5FC3}"/>
                  </a:ext>
                </a:extLst>
              </p:cNvPr>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3">
                <a:extLst>
                  <a:ext uri="{FF2B5EF4-FFF2-40B4-BE49-F238E27FC236}">
                    <a16:creationId xmlns:a16="http://schemas.microsoft.com/office/drawing/2014/main" id="{DD956563-C49D-C9D2-142A-6A616CB89D79}"/>
                  </a:ext>
                </a:extLst>
              </p:cNvPr>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3">
                <a:extLst>
                  <a:ext uri="{FF2B5EF4-FFF2-40B4-BE49-F238E27FC236}">
                    <a16:creationId xmlns:a16="http://schemas.microsoft.com/office/drawing/2014/main" id="{E1C37EBD-B61A-631B-AAB5-7965968949F2}"/>
                  </a:ext>
                </a:extLst>
              </p:cNvPr>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3">
                <a:extLst>
                  <a:ext uri="{FF2B5EF4-FFF2-40B4-BE49-F238E27FC236}">
                    <a16:creationId xmlns:a16="http://schemas.microsoft.com/office/drawing/2014/main" id="{841A2285-2E51-8433-B232-AC2AE21BB5BC}"/>
                  </a:ext>
                </a:extLst>
              </p:cNvPr>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3">
                <a:extLst>
                  <a:ext uri="{FF2B5EF4-FFF2-40B4-BE49-F238E27FC236}">
                    <a16:creationId xmlns:a16="http://schemas.microsoft.com/office/drawing/2014/main" id="{E0484B03-D1C5-B932-C7AB-AC05A567FA40}"/>
                  </a:ext>
                </a:extLst>
              </p:cNvPr>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3">
                <a:extLst>
                  <a:ext uri="{FF2B5EF4-FFF2-40B4-BE49-F238E27FC236}">
                    <a16:creationId xmlns:a16="http://schemas.microsoft.com/office/drawing/2014/main" id="{B1FA3874-A0C0-EAD5-A84F-4707122B915D}"/>
                  </a:ext>
                </a:extLst>
              </p:cNvPr>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 name="Google Shape;2311;p43">
              <a:extLst>
                <a:ext uri="{FF2B5EF4-FFF2-40B4-BE49-F238E27FC236}">
                  <a16:creationId xmlns:a16="http://schemas.microsoft.com/office/drawing/2014/main" id="{943DFD5E-1E43-B5AF-9341-1DFABE552474}"/>
                </a:ext>
              </a:extLst>
            </p:cNvPr>
            <p:cNvGrpSpPr/>
            <p:nvPr/>
          </p:nvGrpSpPr>
          <p:grpSpPr>
            <a:xfrm rot="1801810">
              <a:off x="263984" y="3881350"/>
              <a:ext cx="354302" cy="391007"/>
              <a:chOff x="1433575" y="238125"/>
              <a:chExt cx="4740975" cy="5226075"/>
            </a:xfrm>
          </p:grpSpPr>
          <p:sp>
            <p:nvSpPr>
              <p:cNvPr id="2312" name="Google Shape;2312;p43">
                <a:extLst>
                  <a:ext uri="{FF2B5EF4-FFF2-40B4-BE49-F238E27FC236}">
                    <a16:creationId xmlns:a16="http://schemas.microsoft.com/office/drawing/2014/main" id="{5970A220-6D8C-707E-A8D4-3175B5C0A0EF}"/>
                  </a:ext>
                </a:extLst>
              </p:cNvPr>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3">
                <a:extLst>
                  <a:ext uri="{FF2B5EF4-FFF2-40B4-BE49-F238E27FC236}">
                    <a16:creationId xmlns:a16="http://schemas.microsoft.com/office/drawing/2014/main" id="{EDD30395-43CC-018E-15BD-A074CEEC21A9}"/>
                  </a:ext>
                </a:extLst>
              </p:cNvPr>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3">
                <a:extLst>
                  <a:ext uri="{FF2B5EF4-FFF2-40B4-BE49-F238E27FC236}">
                    <a16:creationId xmlns:a16="http://schemas.microsoft.com/office/drawing/2014/main" id="{AEDA28ED-133E-E0CD-44C8-9CB7C9460294}"/>
                  </a:ext>
                </a:extLst>
              </p:cNvPr>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3">
                <a:extLst>
                  <a:ext uri="{FF2B5EF4-FFF2-40B4-BE49-F238E27FC236}">
                    <a16:creationId xmlns:a16="http://schemas.microsoft.com/office/drawing/2014/main" id="{AF9551AD-8882-759A-C686-BAF980DF8A6B}"/>
                  </a:ext>
                </a:extLst>
              </p:cNvPr>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3">
                <a:extLst>
                  <a:ext uri="{FF2B5EF4-FFF2-40B4-BE49-F238E27FC236}">
                    <a16:creationId xmlns:a16="http://schemas.microsoft.com/office/drawing/2014/main" id="{C2F5F497-5B34-1EAB-93C9-DFF51625EA5D}"/>
                  </a:ext>
                </a:extLst>
              </p:cNvPr>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3">
                <a:extLst>
                  <a:ext uri="{FF2B5EF4-FFF2-40B4-BE49-F238E27FC236}">
                    <a16:creationId xmlns:a16="http://schemas.microsoft.com/office/drawing/2014/main" id="{7A4BAF30-B061-2F3F-0369-3864EB1F3B58}"/>
                  </a:ext>
                </a:extLst>
              </p:cNvPr>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3">
                <a:extLst>
                  <a:ext uri="{FF2B5EF4-FFF2-40B4-BE49-F238E27FC236}">
                    <a16:creationId xmlns:a16="http://schemas.microsoft.com/office/drawing/2014/main" id="{2812DFE0-A2C0-25F1-7332-7DDA4A005462}"/>
                  </a:ext>
                </a:extLst>
              </p:cNvPr>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3">
                <a:extLst>
                  <a:ext uri="{FF2B5EF4-FFF2-40B4-BE49-F238E27FC236}">
                    <a16:creationId xmlns:a16="http://schemas.microsoft.com/office/drawing/2014/main" id="{B889669C-202B-C13A-828D-B8AEA87F0415}"/>
                  </a:ext>
                </a:extLst>
              </p:cNvPr>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3">
                <a:extLst>
                  <a:ext uri="{FF2B5EF4-FFF2-40B4-BE49-F238E27FC236}">
                    <a16:creationId xmlns:a16="http://schemas.microsoft.com/office/drawing/2014/main" id="{2E7669C6-B2B7-BFBC-FF2C-410179C51186}"/>
                  </a:ext>
                </a:extLst>
              </p:cNvPr>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3">
                <a:extLst>
                  <a:ext uri="{FF2B5EF4-FFF2-40B4-BE49-F238E27FC236}">
                    <a16:creationId xmlns:a16="http://schemas.microsoft.com/office/drawing/2014/main" id="{5ECC9F1E-F100-9C3F-CE9A-321DF1477E10}"/>
                  </a:ext>
                </a:extLst>
              </p:cNvPr>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3">
                <a:extLst>
                  <a:ext uri="{FF2B5EF4-FFF2-40B4-BE49-F238E27FC236}">
                    <a16:creationId xmlns:a16="http://schemas.microsoft.com/office/drawing/2014/main" id="{9ACAF04E-F191-2F46-4472-ECF1A2EE9531}"/>
                  </a:ext>
                </a:extLst>
              </p:cNvPr>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23" name="Google Shape;2323;p43">
            <a:extLst>
              <a:ext uri="{FF2B5EF4-FFF2-40B4-BE49-F238E27FC236}">
                <a16:creationId xmlns:a16="http://schemas.microsoft.com/office/drawing/2014/main" id="{CCBB3FEE-C8DA-A75D-9278-8298BEB56C83}"/>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a:t>
            </a:fld>
            <a:endParaRPr/>
          </a:p>
        </p:txBody>
      </p:sp>
      <p:grpSp>
        <p:nvGrpSpPr>
          <p:cNvPr id="2324" name="Google Shape;2324;p43">
            <a:extLst>
              <a:ext uri="{FF2B5EF4-FFF2-40B4-BE49-F238E27FC236}">
                <a16:creationId xmlns:a16="http://schemas.microsoft.com/office/drawing/2014/main" id="{E04CA539-60E5-54EF-3741-D8F267FFA2C8}"/>
              </a:ext>
            </a:extLst>
          </p:cNvPr>
          <p:cNvGrpSpPr/>
          <p:nvPr/>
        </p:nvGrpSpPr>
        <p:grpSpPr>
          <a:xfrm>
            <a:off x="3806829" y="3332110"/>
            <a:ext cx="1530341" cy="1510858"/>
            <a:chOff x="1422333" y="551900"/>
            <a:chExt cx="4651492" cy="4592275"/>
          </a:xfrm>
        </p:grpSpPr>
        <p:sp>
          <p:nvSpPr>
            <p:cNvPr id="2325" name="Google Shape;2325;p43">
              <a:extLst>
                <a:ext uri="{FF2B5EF4-FFF2-40B4-BE49-F238E27FC236}">
                  <a16:creationId xmlns:a16="http://schemas.microsoft.com/office/drawing/2014/main" id="{34CA7A2A-18A9-2424-F1E5-1B88F49AD19E}"/>
                </a:ext>
              </a:extLst>
            </p:cNvPr>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3">
              <a:extLst>
                <a:ext uri="{FF2B5EF4-FFF2-40B4-BE49-F238E27FC236}">
                  <a16:creationId xmlns:a16="http://schemas.microsoft.com/office/drawing/2014/main" id="{CA75647B-9AA8-228D-546A-4BC7A531F263}"/>
                </a:ext>
              </a:extLst>
            </p:cNvPr>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3">
              <a:extLst>
                <a:ext uri="{FF2B5EF4-FFF2-40B4-BE49-F238E27FC236}">
                  <a16:creationId xmlns:a16="http://schemas.microsoft.com/office/drawing/2014/main" id="{A4800C73-7028-A283-6838-4F14C2A08EAF}"/>
                </a:ext>
              </a:extLst>
            </p:cNvPr>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3">
              <a:extLst>
                <a:ext uri="{FF2B5EF4-FFF2-40B4-BE49-F238E27FC236}">
                  <a16:creationId xmlns:a16="http://schemas.microsoft.com/office/drawing/2014/main" id="{5B5607F9-ADD6-391F-1BD6-001AD89EB42B}"/>
                </a:ext>
              </a:extLst>
            </p:cNvPr>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3">
              <a:extLst>
                <a:ext uri="{FF2B5EF4-FFF2-40B4-BE49-F238E27FC236}">
                  <a16:creationId xmlns:a16="http://schemas.microsoft.com/office/drawing/2014/main" id="{00D2BB1D-8D53-2A79-22B0-992042FDD1E3}"/>
                </a:ext>
              </a:extLst>
            </p:cNvPr>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3">
              <a:extLst>
                <a:ext uri="{FF2B5EF4-FFF2-40B4-BE49-F238E27FC236}">
                  <a16:creationId xmlns:a16="http://schemas.microsoft.com/office/drawing/2014/main" id="{B73526F8-3F37-256A-24B2-48AC99BE5045}"/>
                </a:ext>
              </a:extLst>
            </p:cNvPr>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3">
              <a:extLst>
                <a:ext uri="{FF2B5EF4-FFF2-40B4-BE49-F238E27FC236}">
                  <a16:creationId xmlns:a16="http://schemas.microsoft.com/office/drawing/2014/main" id="{E79D3009-231E-6259-1538-4958B81072CA}"/>
                </a:ext>
              </a:extLst>
            </p:cNvPr>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3">
              <a:extLst>
                <a:ext uri="{FF2B5EF4-FFF2-40B4-BE49-F238E27FC236}">
                  <a16:creationId xmlns:a16="http://schemas.microsoft.com/office/drawing/2014/main" id="{29BA8833-B15C-5C8F-7490-FE697E768AF8}"/>
                </a:ext>
              </a:extLst>
            </p:cNvPr>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3">
              <a:extLst>
                <a:ext uri="{FF2B5EF4-FFF2-40B4-BE49-F238E27FC236}">
                  <a16:creationId xmlns:a16="http://schemas.microsoft.com/office/drawing/2014/main" id="{822E5654-73D1-75D9-F4AD-B83BFFE2CB28}"/>
                </a:ext>
              </a:extLst>
            </p:cNvPr>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3">
              <a:extLst>
                <a:ext uri="{FF2B5EF4-FFF2-40B4-BE49-F238E27FC236}">
                  <a16:creationId xmlns:a16="http://schemas.microsoft.com/office/drawing/2014/main" id="{7A5B4814-0985-351A-D18C-47CFF3F3D428}"/>
                </a:ext>
              </a:extLst>
            </p:cNvPr>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3">
              <a:extLst>
                <a:ext uri="{FF2B5EF4-FFF2-40B4-BE49-F238E27FC236}">
                  <a16:creationId xmlns:a16="http://schemas.microsoft.com/office/drawing/2014/main" id="{0AFB7E7E-2760-A5C0-F79B-5A1F08BA436C}"/>
                </a:ext>
              </a:extLst>
            </p:cNvPr>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3">
              <a:extLst>
                <a:ext uri="{FF2B5EF4-FFF2-40B4-BE49-F238E27FC236}">
                  <a16:creationId xmlns:a16="http://schemas.microsoft.com/office/drawing/2014/main" id="{544CA140-B9DB-5D87-48B3-A999C4AE3C36}"/>
                </a:ext>
              </a:extLst>
            </p:cNvPr>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3">
              <a:extLst>
                <a:ext uri="{FF2B5EF4-FFF2-40B4-BE49-F238E27FC236}">
                  <a16:creationId xmlns:a16="http://schemas.microsoft.com/office/drawing/2014/main" id="{546E95FA-A8CB-39B7-E27E-43F1F54A5ECF}"/>
                </a:ext>
              </a:extLst>
            </p:cNvPr>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3">
              <a:extLst>
                <a:ext uri="{FF2B5EF4-FFF2-40B4-BE49-F238E27FC236}">
                  <a16:creationId xmlns:a16="http://schemas.microsoft.com/office/drawing/2014/main" id="{3DF565F5-A6F0-B4D5-1945-EA1B4D2C262B}"/>
                </a:ext>
              </a:extLst>
            </p:cNvPr>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3">
              <a:extLst>
                <a:ext uri="{FF2B5EF4-FFF2-40B4-BE49-F238E27FC236}">
                  <a16:creationId xmlns:a16="http://schemas.microsoft.com/office/drawing/2014/main" id="{74D722BD-EB05-FDCA-20C8-DCC089C514E7}"/>
                </a:ext>
              </a:extLst>
            </p:cNvPr>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3">
              <a:extLst>
                <a:ext uri="{FF2B5EF4-FFF2-40B4-BE49-F238E27FC236}">
                  <a16:creationId xmlns:a16="http://schemas.microsoft.com/office/drawing/2014/main" id="{B03C6EE6-2866-70E3-70CF-1346800C50B9}"/>
                </a:ext>
              </a:extLst>
            </p:cNvPr>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3">
              <a:extLst>
                <a:ext uri="{FF2B5EF4-FFF2-40B4-BE49-F238E27FC236}">
                  <a16:creationId xmlns:a16="http://schemas.microsoft.com/office/drawing/2014/main" id="{6D1791C1-F1BC-7F78-2908-2A9203D77558}"/>
                </a:ext>
              </a:extLst>
            </p:cNvPr>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3">
              <a:extLst>
                <a:ext uri="{FF2B5EF4-FFF2-40B4-BE49-F238E27FC236}">
                  <a16:creationId xmlns:a16="http://schemas.microsoft.com/office/drawing/2014/main" id="{1E6313AF-E19F-9055-8E43-E808FE538DCE}"/>
                </a:ext>
              </a:extLst>
            </p:cNvPr>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3">
              <a:extLst>
                <a:ext uri="{FF2B5EF4-FFF2-40B4-BE49-F238E27FC236}">
                  <a16:creationId xmlns:a16="http://schemas.microsoft.com/office/drawing/2014/main" id="{DFDF8E4B-5D7A-7943-1046-5243EFCDEA7E}"/>
                </a:ext>
              </a:extLst>
            </p:cNvPr>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3">
              <a:extLst>
                <a:ext uri="{FF2B5EF4-FFF2-40B4-BE49-F238E27FC236}">
                  <a16:creationId xmlns:a16="http://schemas.microsoft.com/office/drawing/2014/main" id="{AE7A748E-BA31-06B7-909A-C21AB4ACDA03}"/>
                </a:ext>
              </a:extLst>
            </p:cNvPr>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3">
              <a:extLst>
                <a:ext uri="{FF2B5EF4-FFF2-40B4-BE49-F238E27FC236}">
                  <a16:creationId xmlns:a16="http://schemas.microsoft.com/office/drawing/2014/main" id="{A2995C88-607D-EBB7-37B5-031D7118E065}"/>
                </a:ext>
              </a:extLst>
            </p:cNvPr>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3">
              <a:extLst>
                <a:ext uri="{FF2B5EF4-FFF2-40B4-BE49-F238E27FC236}">
                  <a16:creationId xmlns:a16="http://schemas.microsoft.com/office/drawing/2014/main" id="{F120A0EA-5E1B-ABEB-59AA-299CBE78675C}"/>
                </a:ext>
              </a:extLst>
            </p:cNvPr>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3">
              <a:extLst>
                <a:ext uri="{FF2B5EF4-FFF2-40B4-BE49-F238E27FC236}">
                  <a16:creationId xmlns:a16="http://schemas.microsoft.com/office/drawing/2014/main" id="{2C024377-F627-830D-FDA7-789083E81927}"/>
                </a:ext>
              </a:extLst>
            </p:cNvPr>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3">
              <a:extLst>
                <a:ext uri="{FF2B5EF4-FFF2-40B4-BE49-F238E27FC236}">
                  <a16:creationId xmlns:a16="http://schemas.microsoft.com/office/drawing/2014/main" id="{B7C9C61D-61AB-B1D6-CC6D-936403FBCA8D}"/>
                </a:ext>
              </a:extLst>
            </p:cNvPr>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3">
              <a:extLst>
                <a:ext uri="{FF2B5EF4-FFF2-40B4-BE49-F238E27FC236}">
                  <a16:creationId xmlns:a16="http://schemas.microsoft.com/office/drawing/2014/main" id="{F5A8A944-49B8-3071-A624-E5CA7AAFC47A}"/>
                </a:ext>
              </a:extLst>
            </p:cNvPr>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3">
              <a:extLst>
                <a:ext uri="{FF2B5EF4-FFF2-40B4-BE49-F238E27FC236}">
                  <a16:creationId xmlns:a16="http://schemas.microsoft.com/office/drawing/2014/main" id="{A1ECF625-E687-D4FA-DA7B-A26CFBCD255C}"/>
                </a:ext>
              </a:extLst>
            </p:cNvPr>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3">
              <a:extLst>
                <a:ext uri="{FF2B5EF4-FFF2-40B4-BE49-F238E27FC236}">
                  <a16:creationId xmlns:a16="http://schemas.microsoft.com/office/drawing/2014/main" id="{8FB5F2D9-B22D-CB54-8A69-ACB93C8875D7}"/>
                </a:ext>
              </a:extLst>
            </p:cNvPr>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3">
              <a:extLst>
                <a:ext uri="{FF2B5EF4-FFF2-40B4-BE49-F238E27FC236}">
                  <a16:creationId xmlns:a16="http://schemas.microsoft.com/office/drawing/2014/main" id="{2A0A08FD-A63F-84D2-A034-B0B53B262F42}"/>
                </a:ext>
              </a:extLst>
            </p:cNvPr>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3">
              <a:extLst>
                <a:ext uri="{FF2B5EF4-FFF2-40B4-BE49-F238E27FC236}">
                  <a16:creationId xmlns:a16="http://schemas.microsoft.com/office/drawing/2014/main" id="{36FC3BFB-A01A-02E7-0C8B-8091A096B49E}"/>
                </a:ext>
              </a:extLst>
            </p:cNvPr>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3">
              <a:extLst>
                <a:ext uri="{FF2B5EF4-FFF2-40B4-BE49-F238E27FC236}">
                  <a16:creationId xmlns:a16="http://schemas.microsoft.com/office/drawing/2014/main" id="{43449785-C51E-5CCC-7F76-51F2D9A4BD7F}"/>
                </a:ext>
              </a:extLst>
            </p:cNvPr>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3">
              <a:extLst>
                <a:ext uri="{FF2B5EF4-FFF2-40B4-BE49-F238E27FC236}">
                  <a16:creationId xmlns:a16="http://schemas.microsoft.com/office/drawing/2014/main" id="{59D646A4-D391-7A04-1F6F-A5CDAA329081}"/>
                </a:ext>
              </a:extLst>
            </p:cNvPr>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3">
              <a:extLst>
                <a:ext uri="{FF2B5EF4-FFF2-40B4-BE49-F238E27FC236}">
                  <a16:creationId xmlns:a16="http://schemas.microsoft.com/office/drawing/2014/main" id="{DEA90AE7-E384-2734-5D34-341EB3D17E45}"/>
                </a:ext>
              </a:extLst>
            </p:cNvPr>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3">
              <a:extLst>
                <a:ext uri="{FF2B5EF4-FFF2-40B4-BE49-F238E27FC236}">
                  <a16:creationId xmlns:a16="http://schemas.microsoft.com/office/drawing/2014/main" id="{27382885-E7D7-8691-57AC-CE36B7D0702D}"/>
                </a:ext>
              </a:extLst>
            </p:cNvPr>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3">
              <a:extLst>
                <a:ext uri="{FF2B5EF4-FFF2-40B4-BE49-F238E27FC236}">
                  <a16:creationId xmlns:a16="http://schemas.microsoft.com/office/drawing/2014/main" id="{93B9165F-DC6A-F6EB-35DD-F7DFF2DA6694}"/>
                </a:ext>
              </a:extLst>
            </p:cNvPr>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3">
              <a:extLst>
                <a:ext uri="{FF2B5EF4-FFF2-40B4-BE49-F238E27FC236}">
                  <a16:creationId xmlns:a16="http://schemas.microsoft.com/office/drawing/2014/main" id="{B1921577-0B6F-2E16-9FCE-07B0C10E3AB3}"/>
                </a:ext>
              </a:extLst>
            </p:cNvPr>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3">
              <a:extLst>
                <a:ext uri="{FF2B5EF4-FFF2-40B4-BE49-F238E27FC236}">
                  <a16:creationId xmlns:a16="http://schemas.microsoft.com/office/drawing/2014/main" id="{31CCE691-022C-758A-C4C3-A592A433E743}"/>
                </a:ext>
              </a:extLst>
            </p:cNvPr>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3">
              <a:extLst>
                <a:ext uri="{FF2B5EF4-FFF2-40B4-BE49-F238E27FC236}">
                  <a16:creationId xmlns:a16="http://schemas.microsoft.com/office/drawing/2014/main" id="{06852D57-5144-271A-7757-8D0B835756A5}"/>
                </a:ext>
              </a:extLst>
            </p:cNvPr>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3">
              <a:extLst>
                <a:ext uri="{FF2B5EF4-FFF2-40B4-BE49-F238E27FC236}">
                  <a16:creationId xmlns:a16="http://schemas.microsoft.com/office/drawing/2014/main" id="{FD1756A0-2685-0993-F81D-B18F12EE256E}"/>
                </a:ext>
              </a:extLst>
            </p:cNvPr>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3">
              <a:extLst>
                <a:ext uri="{FF2B5EF4-FFF2-40B4-BE49-F238E27FC236}">
                  <a16:creationId xmlns:a16="http://schemas.microsoft.com/office/drawing/2014/main" id="{C91B7DF9-E1AF-7C86-6D28-C7399B497EC0}"/>
                </a:ext>
              </a:extLst>
            </p:cNvPr>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3">
              <a:extLst>
                <a:ext uri="{FF2B5EF4-FFF2-40B4-BE49-F238E27FC236}">
                  <a16:creationId xmlns:a16="http://schemas.microsoft.com/office/drawing/2014/main" id="{86D41711-7EC3-2315-F804-B14EAB79D92D}"/>
                </a:ext>
              </a:extLst>
            </p:cNvPr>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4381285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368">
          <a:extLst>
            <a:ext uri="{FF2B5EF4-FFF2-40B4-BE49-F238E27FC236}">
              <a16:creationId xmlns:a16="http://schemas.microsoft.com/office/drawing/2014/main" id="{F6102A41-98F0-BA90-3D18-B4AAA7B22D1B}"/>
            </a:ext>
          </a:extLst>
        </p:cNvPr>
        <p:cNvGrpSpPr/>
        <p:nvPr/>
      </p:nvGrpSpPr>
      <p:grpSpPr>
        <a:xfrm>
          <a:off x="0" y="0"/>
          <a:ext cx="0" cy="0"/>
          <a:chOff x="0" y="0"/>
          <a:chExt cx="0" cy="0"/>
        </a:xfrm>
      </p:grpSpPr>
      <p:sp>
        <p:nvSpPr>
          <p:cNvPr id="2371" name="Google Shape;2371;p44">
            <a:extLst>
              <a:ext uri="{FF2B5EF4-FFF2-40B4-BE49-F238E27FC236}">
                <a16:creationId xmlns:a16="http://schemas.microsoft.com/office/drawing/2014/main" id="{6FAB7AA4-DE6A-5E83-453D-38867D9575AC}"/>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a:t>
            </a:fld>
            <a:endParaRPr/>
          </a:p>
        </p:txBody>
      </p:sp>
      <p:sp>
        <p:nvSpPr>
          <p:cNvPr id="2372" name="Google Shape;2372;p44">
            <a:extLst>
              <a:ext uri="{FF2B5EF4-FFF2-40B4-BE49-F238E27FC236}">
                <a16:creationId xmlns:a16="http://schemas.microsoft.com/office/drawing/2014/main" id="{DCB71104-04AA-0CF7-EECF-44CB8BA4322E}"/>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Group</a:t>
            </a:r>
            <a:endParaRPr/>
          </a:p>
        </p:txBody>
      </p:sp>
      <p:sp>
        <p:nvSpPr>
          <p:cNvPr id="8" name="Google Shape;3587;p71">
            <a:extLst>
              <a:ext uri="{FF2B5EF4-FFF2-40B4-BE49-F238E27FC236}">
                <a16:creationId xmlns:a16="http://schemas.microsoft.com/office/drawing/2014/main" id="{F8A245FB-BCF1-4A08-BDCB-BFE697BBA509}"/>
              </a:ext>
            </a:extLst>
          </p:cNvPr>
          <p:cNvSpPr/>
          <p:nvPr/>
        </p:nvSpPr>
        <p:spPr>
          <a:xfrm>
            <a:off x="6323845" y="1355527"/>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3594;p71">
            <a:extLst>
              <a:ext uri="{FF2B5EF4-FFF2-40B4-BE49-F238E27FC236}">
                <a16:creationId xmlns:a16="http://schemas.microsoft.com/office/drawing/2014/main" id="{29890C57-C6F4-70B7-87EB-E4F80735BD43}"/>
              </a:ext>
            </a:extLst>
          </p:cNvPr>
          <p:cNvSpPr txBox="1">
            <a:spLocks/>
          </p:cNvSpPr>
          <p:nvPr/>
        </p:nvSpPr>
        <p:spPr>
          <a:xfrm>
            <a:off x="5855755" y="2234836"/>
            <a:ext cx="2075205" cy="335378"/>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nSpc>
                <a:spcPct val="114999"/>
              </a:lnSpc>
            </a:pPr>
            <a:r>
              <a:rPr lang="en" sz="1800">
                <a:solidFill>
                  <a:schemeClr val="dk1"/>
                </a:solidFill>
                <a:latin typeface="Righteous"/>
                <a:sym typeface="Righteous"/>
              </a:rPr>
              <a:t>Skander</a:t>
            </a:r>
            <a:r>
              <a:rPr lang="en" sz="1800">
                <a:solidFill>
                  <a:schemeClr val="tx1"/>
                </a:solidFill>
                <a:latin typeface="Righteous"/>
              </a:rPr>
              <a:t> </a:t>
            </a:r>
            <a:r>
              <a:rPr lang="en" sz="1800" err="1">
                <a:solidFill>
                  <a:schemeClr val="tx1"/>
                </a:solidFill>
                <a:latin typeface="Righteous"/>
              </a:rPr>
              <a:t>Kechaou</a:t>
            </a:r>
            <a:endParaRPr lang="fr-FR">
              <a:solidFill>
                <a:schemeClr val="tx1"/>
              </a:solidFill>
              <a:latin typeface="Righteous"/>
            </a:endParaRPr>
          </a:p>
        </p:txBody>
      </p:sp>
      <p:sp>
        <p:nvSpPr>
          <p:cNvPr id="11" name="Google Shape;3587;p71">
            <a:extLst>
              <a:ext uri="{FF2B5EF4-FFF2-40B4-BE49-F238E27FC236}">
                <a16:creationId xmlns:a16="http://schemas.microsoft.com/office/drawing/2014/main" id="{EF026D71-A27F-EA6E-6E1F-256CAFBE869D}"/>
              </a:ext>
            </a:extLst>
          </p:cNvPr>
          <p:cNvSpPr/>
          <p:nvPr/>
        </p:nvSpPr>
        <p:spPr>
          <a:xfrm>
            <a:off x="3999745" y="1329577"/>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3594;p71">
            <a:extLst>
              <a:ext uri="{FF2B5EF4-FFF2-40B4-BE49-F238E27FC236}">
                <a16:creationId xmlns:a16="http://schemas.microsoft.com/office/drawing/2014/main" id="{8A77D759-9D1B-4A63-AD58-8C1B4C790520}"/>
              </a:ext>
            </a:extLst>
          </p:cNvPr>
          <p:cNvSpPr txBox="1">
            <a:spLocks/>
          </p:cNvSpPr>
          <p:nvPr/>
        </p:nvSpPr>
        <p:spPr>
          <a:xfrm>
            <a:off x="3668815" y="2239058"/>
            <a:ext cx="1800885" cy="3353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dk1"/>
              </a:buClr>
              <a:buSzPts val="2400"/>
              <a:buFont typeface="Playfair Display SemiBold"/>
              <a:buNone/>
              <a:defRPr sz="2400" b="0" i="0" u="none" strike="noStrike" cap="none">
                <a:solidFill>
                  <a:schemeClr val="dk1"/>
                </a:solidFill>
                <a:latin typeface="Righteous"/>
                <a:ea typeface="Righteous"/>
                <a:cs typeface="Righteous"/>
                <a:sym typeface="Righteous"/>
              </a:defRPr>
            </a:lvl1pPr>
            <a:lvl2pPr marL="914400" marR="0" lvl="1"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2pPr>
            <a:lvl3pPr marL="1371600" marR="0" lvl="2"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3pPr>
            <a:lvl4pPr marL="1828800" marR="0" lvl="3"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4pPr>
            <a:lvl5pPr marL="2286000" marR="0" lvl="4"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5pPr>
            <a:lvl6pPr marL="2743200" marR="0" lvl="5"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6pPr>
            <a:lvl7pPr marL="3200400" marR="0" lvl="6"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7pPr>
            <a:lvl8pPr marL="3657600" marR="0" lvl="7"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8pPr>
            <a:lvl9pPr marL="4114800" marR="0" lvl="8"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9pPr>
          </a:lstStyle>
          <a:p>
            <a:pPr marL="0" indent="0"/>
            <a:r>
              <a:rPr lang="en" sz="1800" err="1"/>
              <a:t>Yosr</a:t>
            </a:r>
            <a:r>
              <a:rPr lang="en" sz="1800"/>
              <a:t> Lassoued</a:t>
            </a:r>
          </a:p>
        </p:txBody>
      </p:sp>
      <p:sp>
        <p:nvSpPr>
          <p:cNvPr id="14" name="Google Shape;3587;p71">
            <a:extLst>
              <a:ext uri="{FF2B5EF4-FFF2-40B4-BE49-F238E27FC236}">
                <a16:creationId xmlns:a16="http://schemas.microsoft.com/office/drawing/2014/main" id="{944A3D29-22AC-502F-CFB3-A43765E308BD}"/>
              </a:ext>
            </a:extLst>
          </p:cNvPr>
          <p:cNvSpPr/>
          <p:nvPr/>
        </p:nvSpPr>
        <p:spPr>
          <a:xfrm>
            <a:off x="1675645" y="1340080"/>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3587;p71">
            <a:extLst>
              <a:ext uri="{FF2B5EF4-FFF2-40B4-BE49-F238E27FC236}">
                <a16:creationId xmlns:a16="http://schemas.microsoft.com/office/drawing/2014/main" id="{712FAFAA-9FF8-56AA-AADB-C27E35FDC35B}"/>
              </a:ext>
            </a:extLst>
          </p:cNvPr>
          <p:cNvSpPr/>
          <p:nvPr/>
        </p:nvSpPr>
        <p:spPr>
          <a:xfrm>
            <a:off x="6339394" y="3103904"/>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3594;p71">
            <a:extLst>
              <a:ext uri="{FF2B5EF4-FFF2-40B4-BE49-F238E27FC236}">
                <a16:creationId xmlns:a16="http://schemas.microsoft.com/office/drawing/2014/main" id="{F27DC118-2CDE-15CD-5782-59BD4EC4966D}"/>
              </a:ext>
            </a:extLst>
          </p:cNvPr>
          <p:cNvSpPr txBox="1">
            <a:spLocks/>
          </p:cNvSpPr>
          <p:nvPr/>
        </p:nvSpPr>
        <p:spPr>
          <a:xfrm>
            <a:off x="5718904" y="3998145"/>
            <a:ext cx="2380005" cy="3353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dk1"/>
              </a:buClr>
              <a:buSzPts val="2400"/>
              <a:buFont typeface="Playfair Display SemiBold"/>
              <a:buNone/>
              <a:defRPr sz="2400" b="0" i="0" u="none" strike="noStrike" cap="none">
                <a:solidFill>
                  <a:schemeClr val="dk1"/>
                </a:solidFill>
                <a:latin typeface="Righteous"/>
                <a:ea typeface="Righteous"/>
                <a:cs typeface="Righteous"/>
                <a:sym typeface="Righteous"/>
              </a:defRPr>
            </a:lvl1pPr>
            <a:lvl2pPr marL="914400" marR="0" lvl="1"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2pPr>
            <a:lvl3pPr marL="1371600" marR="0" lvl="2"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3pPr>
            <a:lvl4pPr marL="1828800" marR="0" lvl="3"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4pPr>
            <a:lvl5pPr marL="2286000" marR="0" lvl="4"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5pPr>
            <a:lvl6pPr marL="2743200" marR="0" lvl="5"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6pPr>
            <a:lvl7pPr marL="3200400" marR="0" lvl="6"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7pPr>
            <a:lvl8pPr marL="3657600" marR="0" lvl="7"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8pPr>
            <a:lvl9pPr marL="4114800" marR="0" lvl="8"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9pPr>
          </a:lstStyle>
          <a:p>
            <a:pPr marL="0" indent="0">
              <a:lnSpc>
                <a:spcPct val="114999"/>
              </a:lnSpc>
            </a:pPr>
            <a:r>
              <a:rPr lang="en" sz="1800"/>
              <a:t>Youssef </a:t>
            </a:r>
            <a:r>
              <a:rPr lang="en" sz="1800" err="1"/>
              <a:t>Ressaissi</a:t>
            </a:r>
            <a:endParaRPr lang="fr-FR" err="1"/>
          </a:p>
        </p:txBody>
      </p:sp>
      <p:sp>
        <p:nvSpPr>
          <p:cNvPr id="19" name="Google Shape;3587;p71">
            <a:extLst>
              <a:ext uri="{FF2B5EF4-FFF2-40B4-BE49-F238E27FC236}">
                <a16:creationId xmlns:a16="http://schemas.microsoft.com/office/drawing/2014/main" id="{1B1218CF-4593-0AE6-C932-CF7BC6C1AA9B}"/>
              </a:ext>
            </a:extLst>
          </p:cNvPr>
          <p:cNvSpPr/>
          <p:nvPr/>
        </p:nvSpPr>
        <p:spPr>
          <a:xfrm>
            <a:off x="3984299" y="3095666"/>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3594;p71">
            <a:extLst>
              <a:ext uri="{FF2B5EF4-FFF2-40B4-BE49-F238E27FC236}">
                <a16:creationId xmlns:a16="http://schemas.microsoft.com/office/drawing/2014/main" id="{16373C31-D2DA-FF8B-F6FE-D4DD37FFBD17}"/>
              </a:ext>
            </a:extLst>
          </p:cNvPr>
          <p:cNvSpPr txBox="1">
            <a:spLocks/>
          </p:cNvSpPr>
          <p:nvPr/>
        </p:nvSpPr>
        <p:spPr>
          <a:xfrm>
            <a:off x="3422793" y="3980029"/>
            <a:ext cx="2075205" cy="3353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dk1"/>
              </a:buClr>
              <a:buSzPts val="2400"/>
              <a:buFont typeface="Playfair Display SemiBold"/>
              <a:buNone/>
              <a:defRPr sz="2400" b="0" i="0" u="none" strike="noStrike" cap="none">
                <a:solidFill>
                  <a:schemeClr val="dk1"/>
                </a:solidFill>
                <a:latin typeface="Righteous"/>
                <a:ea typeface="Righteous"/>
                <a:cs typeface="Righteous"/>
                <a:sym typeface="Righteous"/>
              </a:defRPr>
            </a:lvl1pPr>
            <a:lvl2pPr marL="914400" marR="0" lvl="1"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2pPr>
            <a:lvl3pPr marL="1371600" marR="0" lvl="2"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3pPr>
            <a:lvl4pPr marL="1828800" marR="0" lvl="3"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4pPr>
            <a:lvl5pPr marL="2286000" marR="0" lvl="4"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5pPr>
            <a:lvl6pPr marL="2743200" marR="0" lvl="5"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6pPr>
            <a:lvl7pPr marL="3200400" marR="0" lvl="6"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7pPr>
            <a:lvl8pPr marL="3657600" marR="0" lvl="7"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8pPr>
            <a:lvl9pPr marL="4114800" marR="0" lvl="8"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9pPr>
          </a:lstStyle>
          <a:p>
            <a:pPr marL="0" indent="0">
              <a:lnSpc>
                <a:spcPct val="114999"/>
              </a:lnSpc>
            </a:pPr>
            <a:r>
              <a:rPr lang="en" sz="1800"/>
              <a:t>Arij </a:t>
            </a:r>
            <a:r>
              <a:rPr lang="en" sz="1800" err="1">
                <a:cs typeface="Arial"/>
                <a:sym typeface="Arial"/>
              </a:rPr>
              <a:t>Mahouechi</a:t>
            </a:r>
            <a:endParaRPr lang="fr-FR">
              <a:cs typeface="Arial"/>
            </a:endParaRPr>
          </a:p>
        </p:txBody>
      </p:sp>
      <p:pic>
        <p:nvPicPr>
          <p:cNvPr id="22" name="Image 34" descr="Une image contenant personne, habits, Femme, dame&#10;&#10;Description générée automatiquement">
            <a:extLst>
              <a:ext uri="{FF2B5EF4-FFF2-40B4-BE49-F238E27FC236}">
                <a16:creationId xmlns:a16="http://schemas.microsoft.com/office/drawing/2014/main" id="{8B181036-73C7-B30C-E646-A5FF205E60F2}"/>
              </a:ext>
            </a:extLst>
          </p:cNvPr>
          <p:cNvPicPr>
            <a:picLocks noChangeAspect="1"/>
          </p:cNvPicPr>
          <p:nvPr/>
        </p:nvPicPr>
        <p:blipFill>
          <a:blip r:embed="rId3"/>
          <a:stretch>
            <a:fillRect/>
          </a:stretch>
        </p:blipFill>
        <p:spPr>
          <a:xfrm>
            <a:off x="4042204" y="2777644"/>
            <a:ext cx="1074420" cy="1066800"/>
          </a:xfrm>
          <a:prstGeom prst="rect">
            <a:avLst/>
          </a:prstGeom>
        </p:spPr>
      </p:pic>
      <p:pic>
        <p:nvPicPr>
          <p:cNvPr id="23" name="Image 35" descr="Une image contenant personne, Visage humain, Model d’art, Séance photo&#10;&#10;Description générée automatiquement">
            <a:extLst>
              <a:ext uri="{FF2B5EF4-FFF2-40B4-BE49-F238E27FC236}">
                <a16:creationId xmlns:a16="http://schemas.microsoft.com/office/drawing/2014/main" id="{6D879AED-F12E-4E42-8C46-932DB2C79A77}"/>
              </a:ext>
            </a:extLst>
          </p:cNvPr>
          <p:cNvPicPr>
            <a:picLocks noChangeAspect="1"/>
          </p:cNvPicPr>
          <p:nvPr/>
        </p:nvPicPr>
        <p:blipFill>
          <a:blip r:embed="rId4"/>
          <a:stretch>
            <a:fillRect/>
          </a:stretch>
        </p:blipFill>
        <p:spPr>
          <a:xfrm>
            <a:off x="1849652" y="1123023"/>
            <a:ext cx="960120" cy="967740"/>
          </a:xfrm>
          <a:prstGeom prst="rect">
            <a:avLst/>
          </a:prstGeom>
        </p:spPr>
      </p:pic>
      <p:pic>
        <p:nvPicPr>
          <p:cNvPr id="24" name="Image 36" descr="Une image contenant Visage humain, personne, lunettes, Front&#10;&#10;Description générée automatiquement">
            <a:extLst>
              <a:ext uri="{FF2B5EF4-FFF2-40B4-BE49-F238E27FC236}">
                <a16:creationId xmlns:a16="http://schemas.microsoft.com/office/drawing/2014/main" id="{E7086974-6D58-0562-B31D-B99FF4FF158E}"/>
              </a:ext>
            </a:extLst>
          </p:cNvPr>
          <p:cNvPicPr>
            <a:picLocks noChangeAspect="1"/>
          </p:cNvPicPr>
          <p:nvPr/>
        </p:nvPicPr>
        <p:blipFill>
          <a:blip r:embed="rId5"/>
          <a:stretch>
            <a:fillRect/>
          </a:stretch>
        </p:blipFill>
        <p:spPr>
          <a:xfrm>
            <a:off x="6357294" y="2799217"/>
            <a:ext cx="1074420" cy="1059180"/>
          </a:xfrm>
          <a:prstGeom prst="rect">
            <a:avLst/>
          </a:prstGeom>
        </p:spPr>
      </p:pic>
      <p:pic>
        <p:nvPicPr>
          <p:cNvPr id="25" name="Image 37" descr="Une image contenant Visage humain, habits, personne, portrait&#10;&#10;Description générée automatiquement">
            <a:extLst>
              <a:ext uri="{FF2B5EF4-FFF2-40B4-BE49-F238E27FC236}">
                <a16:creationId xmlns:a16="http://schemas.microsoft.com/office/drawing/2014/main" id="{0D7AAC7D-6F11-2A56-DB16-952024429C5F}"/>
              </a:ext>
            </a:extLst>
          </p:cNvPr>
          <p:cNvPicPr>
            <a:picLocks noChangeAspect="1"/>
          </p:cNvPicPr>
          <p:nvPr/>
        </p:nvPicPr>
        <p:blipFill>
          <a:blip r:embed="rId6"/>
          <a:stretch>
            <a:fillRect/>
          </a:stretch>
        </p:blipFill>
        <p:spPr>
          <a:xfrm>
            <a:off x="6291930" y="867753"/>
            <a:ext cx="1200529" cy="1226820"/>
          </a:xfrm>
          <a:prstGeom prst="rect">
            <a:avLst/>
          </a:prstGeom>
        </p:spPr>
      </p:pic>
      <p:pic>
        <p:nvPicPr>
          <p:cNvPr id="28" name="Image 33" descr="Une image contenant habits, Visage humain, personne, sourire&#10;&#10;Description générée automatiquement">
            <a:extLst>
              <a:ext uri="{FF2B5EF4-FFF2-40B4-BE49-F238E27FC236}">
                <a16:creationId xmlns:a16="http://schemas.microsoft.com/office/drawing/2014/main" id="{782310FC-821E-3C03-EE29-3309B86D3EF3}"/>
              </a:ext>
            </a:extLst>
          </p:cNvPr>
          <p:cNvPicPr>
            <a:picLocks noChangeAspect="1"/>
          </p:cNvPicPr>
          <p:nvPr/>
        </p:nvPicPr>
        <p:blipFill>
          <a:blip r:embed="rId7"/>
          <a:stretch>
            <a:fillRect/>
          </a:stretch>
        </p:blipFill>
        <p:spPr>
          <a:xfrm>
            <a:off x="3968115" y="729615"/>
            <a:ext cx="1303020" cy="1348740"/>
          </a:xfrm>
          <a:prstGeom prst="rect">
            <a:avLst/>
          </a:prstGeom>
        </p:spPr>
      </p:pic>
      <p:sp>
        <p:nvSpPr>
          <p:cNvPr id="29" name="Google Shape;3594;p71">
            <a:extLst>
              <a:ext uri="{FF2B5EF4-FFF2-40B4-BE49-F238E27FC236}">
                <a16:creationId xmlns:a16="http://schemas.microsoft.com/office/drawing/2014/main" id="{0C3EE8BD-EFDB-2190-81EF-F32E3B5C8604}"/>
              </a:ext>
            </a:extLst>
          </p:cNvPr>
          <p:cNvSpPr txBox="1">
            <a:spLocks/>
          </p:cNvSpPr>
          <p:nvPr/>
        </p:nvSpPr>
        <p:spPr>
          <a:xfrm>
            <a:off x="1109010" y="2273451"/>
            <a:ext cx="2357145" cy="3353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dk1"/>
              </a:buClr>
              <a:buSzPts val="2400"/>
              <a:buFont typeface="Playfair Display SemiBold"/>
              <a:buNone/>
              <a:defRPr sz="2400" b="0" i="0" u="none" strike="noStrike" cap="none">
                <a:solidFill>
                  <a:schemeClr val="dk1"/>
                </a:solidFill>
                <a:latin typeface="Righteous"/>
                <a:ea typeface="Righteous"/>
                <a:cs typeface="Righteous"/>
                <a:sym typeface="Righteous"/>
              </a:defRPr>
            </a:lvl1pPr>
            <a:lvl2pPr marL="914400" marR="0" lvl="1"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2pPr>
            <a:lvl3pPr marL="1371600" marR="0" lvl="2"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3pPr>
            <a:lvl4pPr marL="1828800" marR="0" lvl="3"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4pPr>
            <a:lvl5pPr marL="2286000" marR="0" lvl="4"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5pPr>
            <a:lvl6pPr marL="2743200" marR="0" lvl="5"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6pPr>
            <a:lvl7pPr marL="3200400" marR="0" lvl="6"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7pPr>
            <a:lvl8pPr marL="3657600" marR="0" lvl="7"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8pPr>
            <a:lvl9pPr marL="4114800" marR="0" lvl="8"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9pPr>
          </a:lstStyle>
          <a:p>
            <a:pPr marL="0" indent="0">
              <a:lnSpc>
                <a:spcPct val="114999"/>
              </a:lnSpc>
            </a:pPr>
            <a:r>
              <a:rPr lang="en" sz="1800"/>
              <a:t>Donia Ben Othman</a:t>
            </a:r>
            <a:endParaRPr lang="fr-FR"/>
          </a:p>
        </p:txBody>
      </p:sp>
      <p:sp>
        <p:nvSpPr>
          <p:cNvPr id="2" name="Google Shape;3587;p71">
            <a:extLst>
              <a:ext uri="{FF2B5EF4-FFF2-40B4-BE49-F238E27FC236}">
                <a16:creationId xmlns:a16="http://schemas.microsoft.com/office/drawing/2014/main" id="{61A67CD7-A472-5F0F-26B8-2E8165CC9D94}"/>
              </a:ext>
            </a:extLst>
          </p:cNvPr>
          <p:cNvSpPr/>
          <p:nvPr/>
        </p:nvSpPr>
        <p:spPr>
          <a:xfrm>
            <a:off x="1729190" y="3064774"/>
            <a:ext cx="1142412" cy="747812"/>
          </a:xfrm>
          <a:prstGeom prst="rect">
            <a:avLst/>
          </a:prstGeom>
          <a:gradFill>
            <a:gsLst>
              <a:gs pos="0">
                <a:schemeClr val="accent4"/>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 name="Google Shape;3594;p71">
            <a:extLst>
              <a:ext uri="{FF2B5EF4-FFF2-40B4-BE49-F238E27FC236}">
                <a16:creationId xmlns:a16="http://schemas.microsoft.com/office/drawing/2014/main" id="{E896DBAD-282A-5463-FC9E-A6FA64713DD3}"/>
              </a:ext>
            </a:extLst>
          </p:cNvPr>
          <p:cNvSpPr txBox="1">
            <a:spLocks/>
          </p:cNvSpPr>
          <p:nvPr/>
        </p:nvSpPr>
        <p:spPr>
          <a:xfrm>
            <a:off x="1260360" y="3995475"/>
            <a:ext cx="2075205" cy="3353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dk1"/>
              </a:buClr>
              <a:buSzPts val="2400"/>
              <a:buFont typeface="Playfair Display SemiBold"/>
              <a:buNone/>
              <a:defRPr sz="2400" b="0" i="0" u="none" strike="noStrike" cap="none">
                <a:solidFill>
                  <a:schemeClr val="dk1"/>
                </a:solidFill>
                <a:latin typeface="Righteous"/>
                <a:ea typeface="Righteous"/>
                <a:cs typeface="Righteous"/>
                <a:sym typeface="Righteous"/>
              </a:defRPr>
            </a:lvl1pPr>
            <a:lvl2pPr marL="914400" marR="0" lvl="1"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2pPr>
            <a:lvl3pPr marL="1371600" marR="0" lvl="2"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3pPr>
            <a:lvl4pPr marL="1828800" marR="0" lvl="3"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4pPr>
            <a:lvl5pPr marL="2286000" marR="0" lvl="4"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5pPr>
            <a:lvl6pPr marL="2743200" marR="0" lvl="5"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6pPr>
            <a:lvl7pPr marL="3200400" marR="0" lvl="6"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7pPr>
            <a:lvl8pPr marL="3657600" marR="0" lvl="7"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8pPr>
            <a:lvl9pPr marL="4114800" marR="0" lvl="8" indent="-317500" algn="ctr" rtl="0">
              <a:lnSpc>
                <a:spcPct val="100000"/>
              </a:lnSpc>
              <a:spcBef>
                <a:spcPts val="0"/>
              </a:spcBef>
              <a:spcAft>
                <a:spcPts val="0"/>
              </a:spcAft>
              <a:buClr>
                <a:schemeClr val="dk1"/>
              </a:buClr>
              <a:buSzPts val="2400"/>
              <a:buFont typeface="Playfair Display SemiBold"/>
              <a:buNone/>
              <a:defRPr sz="2400" b="0" i="0" u="none" strike="noStrike" cap="none">
                <a:solidFill>
                  <a:schemeClr val="dk1"/>
                </a:solidFill>
                <a:latin typeface="Playfair Display SemiBold"/>
                <a:ea typeface="Playfair Display SemiBold"/>
                <a:cs typeface="Playfair Display SemiBold"/>
                <a:sym typeface="Playfair Display SemiBold"/>
              </a:defRPr>
            </a:lvl9pPr>
          </a:lstStyle>
          <a:p>
            <a:pPr marL="0" indent="0">
              <a:lnSpc>
                <a:spcPct val="114999"/>
              </a:lnSpc>
            </a:pPr>
            <a:r>
              <a:rPr lang="en" sz="1800"/>
              <a:t>Rania </a:t>
            </a:r>
            <a:r>
              <a:rPr lang="en" sz="1800" err="1"/>
              <a:t>Souei</a:t>
            </a:r>
            <a:endParaRPr lang="fr-FR" err="1"/>
          </a:p>
        </p:txBody>
      </p:sp>
      <p:pic>
        <p:nvPicPr>
          <p:cNvPr id="5" name="Image 4" descr="Une image contenant Visage humain, habits, personne, sourire&#10;&#10;Description générée automatiquement">
            <a:extLst>
              <a:ext uri="{FF2B5EF4-FFF2-40B4-BE49-F238E27FC236}">
                <a16:creationId xmlns:a16="http://schemas.microsoft.com/office/drawing/2014/main" id="{BB030C42-9108-1507-742B-99EE81CCE8F0}"/>
              </a:ext>
            </a:extLst>
          </p:cNvPr>
          <p:cNvPicPr>
            <a:picLocks noChangeAspect="1"/>
          </p:cNvPicPr>
          <p:nvPr/>
        </p:nvPicPr>
        <p:blipFill>
          <a:blip r:embed="rId8"/>
          <a:stretch>
            <a:fillRect/>
          </a:stretch>
        </p:blipFill>
        <p:spPr>
          <a:xfrm>
            <a:off x="1853943" y="2441140"/>
            <a:ext cx="1030037" cy="1371601"/>
          </a:xfrm>
          <a:prstGeom prst="rect">
            <a:avLst/>
          </a:prstGeom>
        </p:spPr>
      </p:pic>
    </p:spTree>
    <p:extLst>
      <p:ext uri="{BB962C8B-B14F-4D97-AF65-F5344CB8AC3E}">
        <p14:creationId xmlns:p14="http://schemas.microsoft.com/office/powerpoint/2010/main" val="72485003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368">
          <a:extLst>
            <a:ext uri="{FF2B5EF4-FFF2-40B4-BE49-F238E27FC236}">
              <a16:creationId xmlns:a16="http://schemas.microsoft.com/office/drawing/2014/main" id="{4031F248-1588-1462-4811-BF69B2548BBD}"/>
            </a:ext>
          </a:extLst>
        </p:cNvPr>
        <p:cNvGrpSpPr/>
        <p:nvPr/>
      </p:nvGrpSpPr>
      <p:grpSpPr>
        <a:xfrm>
          <a:off x="0" y="0"/>
          <a:ext cx="0" cy="0"/>
          <a:chOff x="0" y="0"/>
          <a:chExt cx="0" cy="0"/>
        </a:xfrm>
      </p:grpSpPr>
      <p:sp>
        <p:nvSpPr>
          <p:cNvPr id="2369" name="Google Shape;2369;p44">
            <a:extLst>
              <a:ext uri="{FF2B5EF4-FFF2-40B4-BE49-F238E27FC236}">
                <a16:creationId xmlns:a16="http://schemas.microsoft.com/office/drawing/2014/main" id="{9719B07C-59A8-BDF0-1209-FD95F0A6A293}"/>
              </a:ext>
            </a:extLst>
          </p:cNvPr>
          <p:cNvSpPr txBox="1">
            <a:spLocks noGrp="1"/>
          </p:cNvSpPr>
          <p:nvPr>
            <p:ph type="subTitle" idx="1"/>
          </p:nvPr>
        </p:nvSpPr>
        <p:spPr>
          <a:xfrm>
            <a:off x="945931" y="1240385"/>
            <a:ext cx="3546282" cy="3210605"/>
          </a:xfrm>
          <a:prstGeom prst="rect">
            <a:avLst/>
          </a:prstGeom>
        </p:spPr>
        <p:txBody>
          <a:bodyPr spcFirstLastPara="1" wrap="square" lIns="91425" tIns="91425" rIns="91425" bIns="91425" anchor="t" anchorCtr="0">
            <a:noAutofit/>
          </a:bodyPr>
          <a:lstStyle/>
          <a:p>
            <a:pPr marL="139700" indent="0" rtl="0" fontAlgn="base">
              <a:spcBef>
                <a:spcPts val="1200"/>
              </a:spcBef>
            </a:pPr>
            <a:r>
              <a:rPr lang="en-US" b="1" i="0" u="none" strike="noStrike">
                <a:solidFill>
                  <a:schemeClr val="tx2"/>
                </a:solidFill>
                <a:effectLst/>
                <a:latin typeface="Arial" panose="020B0604020202020204" pitchFamily="34" charset="0"/>
              </a:rPr>
              <a:t>Gas Turbine CO and NOx Emission Data:</a:t>
            </a:r>
          </a:p>
          <a:p>
            <a:pPr marL="742950" lvl="1" indent="-285750" algn="l" rtl="0" fontAlgn="base">
              <a:buFont typeface="Arial" panose="020B0604020202020204" pitchFamily="34" charset="0"/>
              <a:buChar char="•"/>
            </a:pPr>
            <a:r>
              <a:rPr lang="en-US" sz="1200" b="0" i="0" u="none" strike="noStrike">
                <a:solidFill>
                  <a:schemeClr val="tx2"/>
                </a:solidFill>
                <a:effectLst/>
                <a:latin typeface="Arial" panose="020B0604020202020204" pitchFamily="34" charset="0"/>
              </a:rPr>
              <a:t>Origin: Collected from a gas turbine located in Turkey.</a:t>
            </a:r>
          </a:p>
          <a:p>
            <a:pPr marL="742950" lvl="1" indent="-285750" algn="l" rtl="0" fontAlgn="base">
              <a:buFont typeface="Arial" panose="020B0604020202020204" pitchFamily="34" charset="0"/>
              <a:buChar char="•"/>
            </a:pPr>
            <a:r>
              <a:rPr lang="en-US" sz="1200" b="0" i="0" u="none" strike="noStrike">
                <a:solidFill>
                  <a:schemeClr val="tx2"/>
                </a:solidFill>
                <a:effectLst/>
                <a:latin typeface="Arial" panose="020B0604020202020204" pitchFamily="34" charset="0"/>
              </a:rPr>
              <a:t>Data Characteristics: Includes 11 sensor measures aggregated over one hour, totaling 7,384 observations from 2015.</a:t>
            </a:r>
          </a:p>
          <a:p>
            <a:pPr marL="742950" lvl="1" indent="-285750" algn="l" rtl="0" fontAlgn="base">
              <a:spcAft>
                <a:spcPts val="1200"/>
              </a:spcAft>
              <a:buFont typeface="Arial" panose="020B0604020202020204" pitchFamily="34" charset="0"/>
              <a:buChar char="•"/>
            </a:pPr>
            <a:r>
              <a:rPr lang="en-US" sz="1200" b="0" i="0" u="none" strike="noStrike">
                <a:solidFill>
                  <a:schemeClr val="tx2"/>
                </a:solidFill>
                <a:effectLst/>
                <a:latin typeface="Arial" panose="020B0604020202020204" pitchFamily="34" charset="0"/>
              </a:rPr>
              <a:t>Goal: Understand and model relationships between emissions (CO and NOx) and environmental/operational variables (e.g., ambient temperature, pressure, and humidity).</a:t>
            </a:r>
          </a:p>
        </p:txBody>
      </p:sp>
      <p:sp>
        <p:nvSpPr>
          <p:cNvPr id="2370" name="Google Shape;2370;p44">
            <a:extLst>
              <a:ext uri="{FF2B5EF4-FFF2-40B4-BE49-F238E27FC236}">
                <a16:creationId xmlns:a16="http://schemas.microsoft.com/office/drawing/2014/main" id="{1F4B1EAE-B5D9-4720-B99F-9FEA691B5EC9}"/>
              </a:ext>
            </a:extLst>
          </p:cNvPr>
          <p:cNvSpPr txBox="1">
            <a:spLocks noGrp="1"/>
          </p:cNvSpPr>
          <p:nvPr>
            <p:ph type="subTitle" idx="2"/>
          </p:nvPr>
        </p:nvSpPr>
        <p:spPr>
          <a:xfrm>
            <a:off x="4651788" y="1269123"/>
            <a:ext cx="3190500" cy="3210605"/>
          </a:xfrm>
          <a:prstGeom prst="rect">
            <a:avLst/>
          </a:prstGeom>
        </p:spPr>
        <p:txBody>
          <a:bodyPr spcFirstLastPara="1" wrap="square" lIns="91425" tIns="91425" rIns="91425" bIns="91425" anchor="t" anchorCtr="0">
            <a:noAutofit/>
          </a:bodyPr>
          <a:lstStyle/>
          <a:p>
            <a:pPr marL="139700" indent="0" rtl="0" fontAlgn="base">
              <a:spcBef>
                <a:spcPts val="1200"/>
              </a:spcBef>
            </a:pPr>
            <a:r>
              <a:rPr lang="en-GB" b="1" i="0" u="none" strike="noStrike">
                <a:solidFill>
                  <a:schemeClr val="tx2"/>
                </a:solidFill>
                <a:effectLst/>
                <a:latin typeface="Arial" panose="020B0604020202020204" pitchFamily="34" charset="0"/>
              </a:rPr>
              <a:t>AI4I 2020 Predictive Maintenance Dataset:</a:t>
            </a:r>
          </a:p>
          <a:p>
            <a:pPr marL="742950" lvl="1" indent="-285750" algn="l" rtl="0" fontAlgn="base">
              <a:buFont typeface="Arial" panose="020B0604020202020204" pitchFamily="34" charset="0"/>
              <a:buChar char="•"/>
            </a:pPr>
            <a:r>
              <a:rPr lang="en-GB" sz="1200" b="0" i="0" u="none" strike="noStrike">
                <a:solidFill>
                  <a:schemeClr val="tx2"/>
                </a:solidFill>
                <a:effectLst/>
                <a:latin typeface="Arial" panose="020B0604020202020204" pitchFamily="34" charset="0"/>
              </a:rPr>
              <a:t>Origin: A synthetic industrial dataset representing predictive maintenance scenarios.</a:t>
            </a:r>
          </a:p>
          <a:p>
            <a:pPr marL="742950" lvl="1" indent="-285750" algn="l" rtl="0" fontAlgn="base">
              <a:buFont typeface="Arial" panose="020B0604020202020204" pitchFamily="34" charset="0"/>
              <a:buChar char="•"/>
            </a:pPr>
            <a:r>
              <a:rPr lang="en-GB" sz="1200" b="0" i="0" u="none" strike="noStrike">
                <a:solidFill>
                  <a:schemeClr val="tx2"/>
                </a:solidFill>
                <a:effectLst/>
                <a:latin typeface="Arial" panose="020B0604020202020204" pitchFamily="34" charset="0"/>
              </a:rPr>
              <a:t>Data Characteristics: Contains 10,000 observations with variables like product quality variants, rotational speed, torque, and machine failures.</a:t>
            </a:r>
          </a:p>
          <a:p>
            <a:pPr marL="742950" lvl="1" indent="-285750" algn="l" rtl="0" fontAlgn="base">
              <a:spcAft>
                <a:spcPts val="1200"/>
              </a:spcAft>
              <a:buFont typeface="Arial" panose="020B0604020202020204" pitchFamily="34" charset="0"/>
              <a:buChar char="•"/>
            </a:pPr>
            <a:r>
              <a:rPr lang="en-GB" sz="1200" b="0" i="0" u="none" strike="noStrike">
                <a:solidFill>
                  <a:schemeClr val="tx2"/>
                </a:solidFill>
                <a:effectLst/>
                <a:latin typeface="Arial" panose="020B0604020202020204" pitchFamily="34" charset="0"/>
              </a:rPr>
              <a:t>Goal: Investigate patterns of machine failures and relationships between process parameters and quality metrics</a:t>
            </a:r>
            <a:r>
              <a:rPr lang="en-GB" sz="1200" b="0" i="0" u="none" strike="noStrike">
                <a:solidFill>
                  <a:srgbClr val="000000"/>
                </a:solidFill>
                <a:effectLst/>
                <a:latin typeface="Arial" panose="020B0604020202020204" pitchFamily="34" charset="0"/>
              </a:rPr>
              <a:t>.</a:t>
            </a:r>
          </a:p>
        </p:txBody>
      </p:sp>
      <p:sp>
        <p:nvSpPr>
          <p:cNvPr id="2371" name="Google Shape;2371;p44">
            <a:extLst>
              <a:ext uri="{FF2B5EF4-FFF2-40B4-BE49-F238E27FC236}">
                <a16:creationId xmlns:a16="http://schemas.microsoft.com/office/drawing/2014/main" id="{09629147-242F-89B8-A394-95A0BEFE5374}"/>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a:t>
            </a:fld>
            <a:endParaRPr/>
          </a:p>
        </p:txBody>
      </p:sp>
      <p:sp>
        <p:nvSpPr>
          <p:cNvPr id="2372" name="Google Shape;2372;p44">
            <a:extLst>
              <a:ext uri="{FF2B5EF4-FFF2-40B4-BE49-F238E27FC236}">
                <a16:creationId xmlns:a16="http://schemas.microsoft.com/office/drawing/2014/main" id="{6287DF4E-4B67-16CA-1BAC-DE4A573B1BE8}"/>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Context</a:t>
            </a:r>
            <a:endParaRPr/>
          </a:p>
        </p:txBody>
      </p:sp>
    </p:spTree>
    <p:extLst>
      <p:ext uri="{BB962C8B-B14F-4D97-AF65-F5344CB8AC3E}">
        <p14:creationId xmlns:p14="http://schemas.microsoft.com/office/powerpoint/2010/main" val="34243118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368"/>
        <p:cNvGrpSpPr/>
        <p:nvPr/>
      </p:nvGrpSpPr>
      <p:grpSpPr>
        <a:xfrm>
          <a:off x="0" y="0"/>
          <a:ext cx="0" cy="0"/>
          <a:chOff x="0" y="0"/>
          <a:chExt cx="0" cy="0"/>
        </a:xfrm>
      </p:grpSpPr>
      <p:sp>
        <p:nvSpPr>
          <p:cNvPr id="2369" name="Google Shape;2369;p44"/>
          <p:cNvSpPr txBox="1">
            <a:spLocks noGrp="1"/>
          </p:cNvSpPr>
          <p:nvPr>
            <p:ph type="subTitle" idx="1"/>
          </p:nvPr>
        </p:nvSpPr>
        <p:spPr>
          <a:xfrm>
            <a:off x="1074555" y="1021013"/>
            <a:ext cx="7234778" cy="3956139"/>
          </a:xfrm>
          <a:prstGeom prst="rect">
            <a:avLst/>
          </a:prstGeom>
        </p:spPr>
        <p:txBody>
          <a:bodyPr spcFirstLastPara="1" wrap="square" lIns="91425" tIns="91425" rIns="91425" bIns="91425" anchor="t" anchorCtr="0">
            <a:noAutofit/>
          </a:bodyPr>
          <a:lstStyle/>
          <a:p>
            <a:pPr>
              <a:buFont typeface="+mj-lt"/>
              <a:buAutoNum type="arabicPeriod"/>
            </a:pPr>
            <a:r>
              <a:rPr lang="en-US" sz="1300" b="1"/>
              <a:t>Emissions Prediction</a:t>
            </a:r>
            <a:r>
              <a:rPr lang="en-US" sz="1300"/>
              <a:t>:</a:t>
            </a:r>
          </a:p>
          <a:p>
            <a:pPr marL="742950" lvl="1" indent="-285750" algn="l">
              <a:buFont typeface="Arial"/>
              <a:buChar char="•"/>
            </a:pPr>
            <a:r>
              <a:rPr lang="en-US" sz="1300"/>
              <a:t>Assess how environmental and operational factors influence CO and NOx emissions in gas turbines.</a:t>
            </a:r>
          </a:p>
          <a:p>
            <a:pPr marL="742950" lvl="1" indent="-285750" algn="l">
              <a:buFont typeface="+mj-lt"/>
              <a:buChar char="•"/>
            </a:pPr>
            <a:r>
              <a:rPr lang="en-US" sz="1300"/>
              <a:t>Develop regression models to predict emissions and identify key drivers.</a:t>
            </a:r>
          </a:p>
          <a:p>
            <a:pPr>
              <a:buFont typeface="+mj-lt"/>
              <a:buAutoNum type="arabicPeriod"/>
            </a:pPr>
            <a:r>
              <a:rPr lang="en-US" sz="1300" b="1"/>
              <a:t>Failure Analysis</a:t>
            </a:r>
            <a:r>
              <a:rPr lang="en-US" sz="1300"/>
              <a:t>:</a:t>
            </a:r>
          </a:p>
          <a:p>
            <a:pPr marL="742950" lvl="1" indent="-285750" algn="l">
              <a:buFont typeface="+mj-lt"/>
              <a:buChar char="•"/>
            </a:pPr>
            <a:r>
              <a:rPr lang="en-US" sz="1300"/>
              <a:t>Analyze the relationship between product quality, operational parameters, and machine failure rates.</a:t>
            </a:r>
          </a:p>
          <a:p>
            <a:pPr marL="742950" lvl="1" indent="-285750" algn="l">
              <a:buFont typeface="+mj-lt"/>
              <a:buChar char="•"/>
            </a:pPr>
            <a:r>
              <a:rPr lang="en-US" sz="1300"/>
              <a:t>Use statistical insights to enhance predictive maintenance and equipment efficiency.</a:t>
            </a:r>
          </a:p>
          <a:p>
            <a:pPr>
              <a:buFont typeface="+mj-lt"/>
              <a:buAutoNum type="arabicPeriod"/>
            </a:pPr>
            <a:r>
              <a:rPr lang="en-US" sz="1300" b="1"/>
              <a:t>Statistical Relationships</a:t>
            </a:r>
            <a:r>
              <a:rPr lang="en-US" sz="1300"/>
              <a:t>:</a:t>
            </a:r>
          </a:p>
          <a:p>
            <a:pPr marL="742950" lvl="1" indent="-285750" algn="l">
              <a:buFont typeface="+mj-lt"/>
              <a:buChar char="•"/>
            </a:pPr>
            <a:r>
              <a:rPr lang="en-US" sz="1300"/>
              <a:t>Investigate correlations among key variables to inform decision-making.</a:t>
            </a:r>
          </a:p>
          <a:p>
            <a:pPr marL="742950" lvl="1" indent="-285750" algn="l">
              <a:buFont typeface="+mj-lt"/>
              <a:buChar char="•"/>
            </a:pPr>
            <a:r>
              <a:rPr lang="en-US" sz="1300"/>
              <a:t>Validate model assumptions of normality, linearity, and homoscedasticity.</a:t>
            </a:r>
          </a:p>
          <a:p>
            <a:pPr>
              <a:buFont typeface="+mj-lt"/>
              <a:buAutoNum type="arabicPeriod"/>
            </a:pPr>
            <a:r>
              <a:rPr lang="en-US" sz="1300" b="1"/>
              <a:t>Data Optimization</a:t>
            </a:r>
            <a:r>
              <a:rPr lang="en-US" sz="1300"/>
              <a:t>:</a:t>
            </a:r>
          </a:p>
          <a:p>
            <a:pPr marL="742950" lvl="1" indent="-285750" algn="l">
              <a:buFont typeface="+mj-lt"/>
              <a:buChar char="•"/>
            </a:pPr>
            <a:r>
              <a:rPr lang="en-US" sz="1300"/>
              <a:t>Apply statistical methods (ANOVA, T-tests, chi-square) to confirm the significance of patterns.</a:t>
            </a:r>
          </a:p>
          <a:p>
            <a:pPr marL="742950" lvl="1" indent="-285750" algn="l">
              <a:buFont typeface="+mj-lt"/>
              <a:buChar char="•"/>
            </a:pPr>
            <a:r>
              <a:rPr lang="en-US" sz="1300"/>
              <a:t>Address the impact of outliers and non-linear relationships on model reliability.</a:t>
            </a:r>
          </a:p>
        </p:txBody>
      </p:sp>
      <p:sp>
        <p:nvSpPr>
          <p:cNvPr id="2371" name="Google Shape;2371;p4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a:t>
            </a:fld>
            <a:endParaRPr/>
          </a:p>
        </p:txBody>
      </p:sp>
      <p:sp>
        <p:nvSpPr>
          <p:cNvPr id="2372" name="Google Shape;2372;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Problematic</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261"/>
        <p:cNvGrpSpPr/>
        <p:nvPr/>
      </p:nvGrpSpPr>
      <p:grpSpPr>
        <a:xfrm>
          <a:off x="0" y="0"/>
          <a:ext cx="0" cy="0"/>
          <a:chOff x="0" y="0"/>
          <a:chExt cx="0" cy="0"/>
        </a:xfrm>
      </p:grpSpPr>
      <p:sp>
        <p:nvSpPr>
          <p:cNvPr id="2262" name="Google Shape;2262;p43"/>
          <p:cNvSpPr txBox="1">
            <a:spLocks noGrp="1"/>
          </p:cNvSpPr>
          <p:nvPr>
            <p:ph type="title"/>
          </p:nvPr>
        </p:nvSpPr>
        <p:spPr>
          <a:xfrm>
            <a:off x="673025" y="2385676"/>
            <a:ext cx="7704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4800"/>
              <a:t>Gas Turbine Emissions Analysis</a:t>
            </a:r>
          </a:p>
        </p:txBody>
      </p:sp>
      <p:sp>
        <p:nvSpPr>
          <p:cNvPr id="2263" name="Google Shape;2263;p43"/>
          <p:cNvSpPr txBox="1">
            <a:spLocks noGrp="1"/>
          </p:cNvSpPr>
          <p:nvPr>
            <p:ph type="title" idx="2"/>
          </p:nvPr>
        </p:nvSpPr>
        <p:spPr>
          <a:xfrm>
            <a:off x="2996550" y="830075"/>
            <a:ext cx="3150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a:t>
            </a:r>
            <a:endParaRPr/>
          </a:p>
        </p:txBody>
      </p:sp>
      <p:grpSp>
        <p:nvGrpSpPr>
          <p:cNvPr id="2265" name="Google Shape;2265;p43"/>
          <p:cNvGrpSpPr/>
          <p:nvPr/>
        </p:nvGrpSpPr>
        <p:grpSpPr>
          <a:xfrm flipH="1">
            <a:off x="7109324" y="3525778"/>
            <a:ext cx="1319580" cy="1041928"/>
            <a:chOff x="190037" y="3818872"/>
            <a:chExt cx="1346098" cy="1062867"/>
          </a:xfrm>
        </p:grpSpPr>
        <p:grpSp>
          <p:nvGrpSpPr>
            <p:cNvPr id="2266" name="Google Shape;2266;p43"/>
            <p:cNvGrpSpPr/>
            <p:nvPr/>
          </p:nvGrpSpPr>
          <p:grpSpPr>
            <a:xfrm rot="1802271">
              <a:off x="1120650" y="4476648"/>
              <a:ext cx="354500" cy="339089"/>
              <a:chOff x="1190625" y="346475"/>
              <a:chExt cx="5219200" cy="5002375"/>
            </a:xfrm>
          </p:grpSpPr>
          <p:sp>
            <p:nvSpPr>
              <p:cNvPr id="2267" name="Google Shape;2267;p43"/>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3"/>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 name="Google Shape;2269;p43"/>
            <p:cNvGrpSpPr/>
            <p:nvPr/>
          </p:nvGrpSpPr>
          <p:grpSpPr>
            <a:xfrm rot="5400000">
              <a:off x="436382" y="4464318"/>
              <a:ext cx="380063" cy="363766"/>
              <a:chOff x="2057567" y="690970"/>
              <a:chExt cx="352891" cy="337790"/>
            </a:xfrm>
          </p:grpSpPr>
          <p:sp>
            <p:nvSpPr>
              <p:cNvPr id="2270" name="Google Shape;2270;p4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43"/>
            <p:cNvGrpSpPr/>
            <p:nvPr/>
          </p:nvGrpSpPr>
          <p:grpSpPr>
            <a:xfrm rot="1801810">
              <a:off x="263984" y="3881350"/>
              <a:ext cx="354302" cy="391007"/>
              <a:chOff x="1433575" y="238125"/>
              <a:chExt cx="4740975" cy="5226075"/>
            </a:xfrm>
          </p:grpSpPr>
          <p:sp>
            <p:nvSpPr>
              <p:cNvPr id="2283" name="Google Shape;2283;p4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3"/>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94" name="Google Shape;2294;p43"/>
          <p:cNvGrpSpPr/>
          <p:nvPr/>
        </p:nvGrpSpPr>
        <p:grpSpPr>
          <a:xfrm>
            <a:off x="715099" y="3566578"/>
            <a:ext cx="1319580" cy="1041928"/>
            <a:chOff x="190037" y="3818872"/>
            <a:chExt cx="1346098" cy="1062867"/>
          </a:xfrm>
        </p:grpSpPr>
        <p:grpSp>
          <p:nvGrpSpPr>
            <p:cNvPr id="2295" name="Google Shape;2295;p43"/>
            <p:cNvGrpSpPr/>
            <p:nvPr/>
          </p:nvGrpSpPr>
          <p:grpSpPr>
            <a:xfrm rot="1802271">
              <a:off x="1120650" y="4476648"/>
              <a:ext cx="354500" cy="339089"/>
              <a:chOff x="1190625" y="346475"/>
              <a:chExt cx="5219200" cy="5002375"/>
            </a:xfrm>
          </p:grpSpPr>
          <p:sp>
            <p:nvSpPr>
              <p:cNvPr id="2296" name="Google Shape;2296;p43"/>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3"/>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43"/>
            <p:cNvGrpSpPr/>
            <p:nvPr/>
          </p:nvGrpSpPr>
          <p:grpSpPr>
            <a:xfrm rot="5400000">
              <a:off x="436382" y="4464318"/>
              <a:ext cx="380063" cy="363766"/>
              <a:chOff x="2057567" y="690970"/>
              <a:chExt cx="352891" cy="337790"/>
            </a:xfrm>
          </p:grpSpPr>
          <p:sp>
            <p:nvSpPr>
              <p:cNvPr id="2299" name="Google Shape;2299;p4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 name="Google Shape;2311;p43"/>
            <p:cNvGrpSpPr/>
            <p:nvPr/>
          </p:nvGrpSpPr>
          <p:grpSpPr>
            <a:xfrm rot="1801810">
              <a:off x="263984" y="3881350"/>
              <a:ext cx="354302" cy="391007"/>
              <a:chOff x="1433575" y="238125"/>
              <a:chExt cx="4740975" cy="5226075"/>
            </a:xfrm>
          </p:grpSpPr>
          <p:sp>
            <p:nvSpPr>
              <p:cNvPr id="2312" name="Google Shape;2312;p4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3"/>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23" name="Google Shape;2323;p4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a:t>
            </a:fld>
            <a:endParaRPr/>
          </a:p>
        </p:txBody>
      </p:sp>
      <p:grpSp>
        <p:nvGrpSpPr>
          <p:cNvPr id="2324" name="Google Shape;2324;p43"/>
          <p:cNvGrpSpPr/>
          <p:nvPr/>
        </p:nvGrpSpPr>
        <p:grpSpPr>
          <a:xfrm>
            <a:off x="3806829" y="3332110"/>
            <a:ext cx="1530341" cy="1510858"/>
            <a:chOff x="1422333" y="551900"/>
            <a:chExt cx="4651492" cy="4592275"/>
          </a:xfrm>
        </p:grpSpPr>
        <p:sp>
          <p:nvSpPr>
            <p:cNvPr id="2325" name="Google Shape;2325;p43"/>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3"/>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3"/>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3"/>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3"/>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3"/>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3"/>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3"/>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3"/>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3"/>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3"/>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3"/>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3"/>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3"/>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3"/>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3"/>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3"/>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3"/>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3"/>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3"/>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3"/>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3"/>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3"/>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3"/>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3"/>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3"/>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3"/>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3"/>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3"/>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3"/>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3"/>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3"/>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3"/>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3"/>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3"/>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3"/>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3"/>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3"/>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3"/>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3"/>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376"/>
        <p:cNvGrpSpPr/>
        <p:nvPr/>
      </p:nvGrpSpPr>
      <p:grpSpPr>
        <a:xfrm>
          <a:off x="0" y="0"/>
          <a:ext cx="0" cy="0"/>
          <a:chOff x="0" y="0"/>
          <a:chExt cx="0" cy="0"/>
        </a:xfrm>
      </p:grpSpPr>
      <p:sp>
        <p:nvSpPr>
          <p:cNvPr id="2377" name="Google Shape;2377;p45"/>
          <p:cNvSpPr txBox="1">
            <a:spLocks noGrp="1"/>
          </p:cNvSpPr>
          <p:nvPr>
            <p:ph type="sldNum" idx="12"/>
          </p:nvPr>
        </p:nvSpPr>
        <p:spPr>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8</a:t>
            </a:fld>
            <a:endParaRPr/>
          </a:p>
        </p:txBody>
      </p:sp>
      <p:sp>
        <p:nvSpPr>
          <p:cNvPr id="2378" name="Google Shape;2378;p45"/>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Dataset Overview</a:t>
            </a:r>
            <a:endParaRPr/>
          </a:p>
        </p:txBody>
      </p:sp>
      <p:sp>
        <p:nvSpPr>
          <p:cNvPr id="2379" name="Google Shape;2379;p45"/>
          <p:cNvSpPr txBox="1">
            <a:spLocks noGrp="1"/>
          </p:cNvSpPr>
          <p:nvPr>
            <p:ph type="body" idx="1"/>
          </p:nvPr>
        </p:nvSpPr>
        <p:spPr>
          <a:xfrm>
            <a:off x="719839" y="946434"/>
            <a:ext cx="9155865" cy="2319300"/>
          </a:xfrm>
          <a:prstGeom prst="rect">
            <a:avLst/>
          </a:prstGeom>
        </p:spPr>
        <p:txBody>
          <a:bodyPr spcFirstLastPara="1" wrap="square" lIns="91425" tIns="91425" rIns="91425" bIns="91425" anchor="t" anchorCtr="0">
            <a:noAutofit/>
          </a:bodyPr>
          <a:lstStyle/>
          <a:p>
            <a:pPr marL="0" indent="0">
              <a:lnSpc>
                <a:spcPct val="114999"/>
              </a:lnSpc>
              <a:buNone/>
            </a:pPr>
            <a:r>
              <a:rPr lang="en">
                <a:solidFill>
                  <a:schemeClr val="lt2"/>
                </a:solidFill>
              </a:rPr>
              <a:t>Five datasets spanning 2011 to 2015.</a:t>
            </a:r>
            <a:endParaRPr lang="fr-FR"/>
          </a:p>
          <a:p>
            <a:pPr marL="0" indent="0">
              <a:lnSpc>
                <a:spcPct val="114999"/>
              </a:lnSpc>
              <a:buNone/>
            </a:pPr>
            <a:r>
              <a:rPr lang="en">
                <a:solidFill>
                  <a:schemeClr val="lt2"/>
                </a:solidFill>
              </a:rPr>
              <a:t>Aggregated data of gas turbine operational parameters and emissions.</a:t>
            </a:r>
            <a:endParaRPr lang="en"/>
          </a:p>
          <a:p>
            <a:pPr marL="0" indent="0">
              <a:lnSpc>
                <a:spcPct val="114999"/>
              </a:lnSpc>
              <a:buNone/>
            </a:pPr>
            <a:r>
              <a:rPr lang="en" b="1">
                <a:solidFill>
                  <a:schemeClr val="lt2"/>
                </a:solidFill>
              </a:rPr>
              <a:t>Key Variables:</a:t>
            </a:r>
            <a:endParaRPr lang="en">
              <a:solidFill>
                <a:schemeClr val="lt2"/>
              </a:solidFill>
            </a:endParaRPr>
          </a:p>
          <a:p>
            <a:pPr marL="0" indent="0">
              <a:lnSpc>
                <a:spcPct val="114999"/>
              </a:lnSpc>
              <a:buNone/>
            </a:pPr>
            <a:r>
              <a:rPr lang="en">
                <a:solidFill>
                  <a:schemeClr val="lt2"/>
                </a:solidFill>
              </a:rPr>
              <a:t>CO (Carbon Monoxide): Dependent variable.</a:t>
            </a:r>
            <a:endParaRPr lang="en"/>
          </a:p>
          <a:p>
            <a:pPr marL="0" indent="0">
              <a:lnSpc>
                <a:spcPct val="114999"/>
              </a:lnSpc>
              <a:buNone/>
            </a:pPr>
            <a:r>
              <a:rPr lang="en">
                <a:solidFill>
                  <a:schemeClr val="lt2"/>
                </a:solidFill>
              </a:rPr>
              <a:t>NOx (Nitrogen Oxides): Secondary variable of interest.</a:t>
            </a:r>
            <a:endParaRPr lang="en"/>
          </a:p>
          <a:p>
            <a:pPr marL="0" indent="0">
              <a:lnSpc>
                <a:spcPct val="114999"/>
              </a:lnSpc>
              <a:buNone/>
            </a:pPr>
            <a:r>
              <a:rPr lang="en">
                <a:solidFill>
                  <a:schemeClr val="lt2"/>
                </a:solidFill>
              </a:rPr>
              <a:t>Independent variables:</a:t>
            </a:r>
            <a:endParaRPr lang="en-GB">
              <a:solidFill>
                <a:schemeClr val="lt2"/>
              </a:solidFill>
            </a:endParaRPr>
          </a:p>
          <a:p>
            <a:pPr marL="1200150" lvl="1" indent="-285750">
              <a:lnSpc>
                <a:spcPct val="114999"/>
              </a:lnSpc>
            </a:pPr>
            <a:r>
              <a:rPr lang="en">
                <a:solidFill>
                  <a:schemeClr val="lt2"/>
                </a:solidFill>
              </a:rPr>
              <a:t>Ambient Temperature (AT).</a:t>
            </a:r>
            <a:endParaRPr lang="en"/>
          </a:p>
          <a:p>
            <a:pPr marL="1200150" lvl="1" indent="-285750">
              <a:lnSpc>
                <a:spcPct val="114999"/>
              </a:lnSpc>
            </a:pPr>
            <a:r>
              <a:rPr lang="en">
                <a:solidFill>
                  <a:schemeClr val="lt2"/>
                </a:solidFill>
              </a:rPr>
              <a:t>Ambient Pressure (AP).</a:t>
            </a:r>
            <a:endParaRPr lang="en"/>
          </a:p>
          <a:p>
            <a:pPr marL="1200150" lvl="1" indent="-285750">
              <a:lnSpc>
                <a:spcPct val="114999"/>
              </a:lnSpc>
            </a:pPr>
            <a:r>
              <a:rPr lang="en">
                <a:solidFill>
                  <a:schemeClr val="lt2"/>
                </a:solidFill>
              </a:rPr>
              <a:t>Ambient Humidity (AH).</a:t>
            </a:r>
            <a:endParaRPr lang="en"/>
          </a:p>
          <a:p>
            <a:pPr marL="1200150" lvl="1" indent="-285750">
              <a:lnSpc>
                <a:spcPct val="114999"/>
              </a:lnSpc>
            </a:pPr>
            <a:r>
              <a:rPr lang="en">
                <a:solidFill>
                  <a:schemeClr val="lt2"/>
                </a:solidFill>
              </a:rPr>
              <a:t>Air Filter Difference Pressure (AFDP).</a:t>
            </a:r>
            <a:endParaRPr lang="en"/>
          </a:p>
          <a:p>
            <a:pPr marL="1200150" lvl="1" indent="-285750">
              <a:lnSpc>
                <a:spcPct val="114999"/>
              </a:lnSpc>
            </a:pPr>
            <a:r>
              <a:rPr lang="en">
                <a:solidFill>
                  <a:schemeClr val="lt2"/>
                </a:solidFill>
              </a:rPr>
              <a:t>Gas Turbine Exhaust Pressure (GTEP).</a:t>
            </a:r>
            <a:endParaRPr lang="en"/>
          </a:p>
          <a:p>
            <a:pPr marL="1200150" lvl="1" indent="-285750">
              <a:lnSpc>
                <a:spcPct val="114999"/>
              </a:lnSpc>
            </a:pPr>
            <a:r>
              <a:rPr lang="en">
                <a:solidFill>
                  <a:schemeClr val="lt2"/>
                </a:solidFill>
              </a:rPr>
              <a:t>Turbine Inlet Temperature (TIT).</a:t>
            </a:r>
            <a:endParaRPr lang="en"/>
          </a:p>
          <a:p>
            <a:pPr marL="1200150" lvl="1" indent="-285750">
              <a:lnSpc>
                <a:spcPct val="114999"/>
              </a:lnSpc>
            </a:pPr>
            <a:r>
              <a:rPr lang="en">
                <a:solidFill>
                  <a:schemeClr val="lt2"/>
                </a:solidFill>
              </a:rPr>
              <a:t>Turbine After Temperature (TAT).</a:t>
            </a:r>
            <a:endParaRPr/>
          </a:p>
          <a:p>
            <a:pPr marL="1200150" lvl="1" indent="-285750">
              <a:lnSpc>
                <a:spcPct val="114999"/>
              </a:lnSpc>
            </a:pPr>
            <a:r>
              <a:rPr lang="en">
                <a:solidFill>
                  <a:schemeClr val="lt2"/>
                </a:solidFill>
              </a:rPr>
              <a:t>Compressor Discharge Pressure (CDP).</a:t>
            </a:r>
            <a:endParaRPr/>
          </a:p>
          <a:p>
            <a:pPr marL="1200150" lvl="1" indent="-285750">
              <a:lnSpc>
                <a:spcPct val="114999"/>
              </a:lnSpc>
            </a:pPr>
            <a:r>
              <a:rPr lang="en">
                <a:solidFill>
                  <a:schemeClr val="lt2"/>
                </a:solidFill>
              </a:rPr>
              <a:t>Turbine Energy Yield (TEY).</a:t>
            </a:r>
            <a:endParaRPr/>
          </a:p>
          <a:p>
            <a:pPr marL="0" lvl="0" indent="0" algn="l">
              <a:lnSpc>
                <a:spcPct val="114999"/>
              </a:lnSpc>
              <a:spcAft>
                <a:spcPts val="0"/>
              </a:spcAft>
              <a:buSzPts val="1100"/>
              <a:buFont typeface="Arial"/>
              <a:buNone/>
            </a:pPr>
            <a:endParaRPr lang="en">
              <a:solidFill>
                <a:schemeClr val="lt2"/>
              </a:solidFill>
            </a:endParaRPr>
          </a:p>
        </p:txBody>
      </p:sp>
      <p:grpSp>
        <p:nvGrpSpPr>
          <p:cNvPr id="2380" name="Google Shape;2380;p45"/>
          <p:cNvGrpSpPr/>
          <p:nvPr/>
        </p:nvGrpSpPr>
        <p:grpSpPr>
          <a:xfrm>
            <a:off x="6668567" y="3326148"/>
            <a:ext cx="1530341" cy="1510858"/>
            <a:chOff x="1422333" y="551900"/>
            <a:chExt cx="4651492" cy="4592275"/>
          </a:xfrm>
        </p:grpSpPr>
        <p:sp>
          <p:nvSpPr>
            <p:cNvPr id="2381" name="Google Shape;2381;p45"/>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5"/>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5"/>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5"/>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5"/>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5"/>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5"/>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5"/>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5"/>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5"/>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5"/>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5"/>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5"/>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5"/>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5"/>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5"/>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5"/>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5"/>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a:extLst>
              <a:ext uri="{FF2B5EF4-FFF2-40B4-BE49-F238E27FC236}">
                <a16:creationId xmlns:a16="http://schemas.microsoft.com/office/drawing/2014/main" id="{82B8B8EF-FB66-6D7D-272C-E7C47AE107E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fr-FR"/>
              <a:t>9</a:t>
            </a:fld>
            <a:endParaRPr lang="fr-FR"/>
          </a:p>
        </p:txBody>
      </p:sp>
      <p:pic>
        <p:nvPicPr>
          <p:cNvPr id="7" name="Image 6">
            <a:extLst>
              <a:ext uri="{FF2B5EF4-FFF2-40B4-BE49-F238E27FC236}">
                <a16:creationId xmlns:a16="http://schemas.microsoft.com/office/drawing/2014/main" id="{8F5AB5AA-0898-186A-F315-00BBB54AE85C}"/>
              </a:ext>
            </a:extLst>
          </p:cNvPr>
          <p:cNvPicPr>
            <a:picLocks noChangeAspect="1"/>
          </p:cNvPicPr>
          <p:nvPr/>
        </p:nvPicPr>
        <p:blipFill>
          <a:blip r:embed="rId2"/>
          <a:stretch>
            <a:fillRect/>
          </a:stretch>
        </p:blipFill>
        <p:spPr>
          <a:xfrm>
            <a:off x="2619433" y="624840"/>
            <a:ext cx="4286133" cy="4046220"/>
          </a:xfrm>
          <a:prstGeom prst="rect">
            <a:avLst/>
          </a:prstGeom>
        </p:spPr>
      </p:pic>
    </p:spTree>
    <p:extLst>
      <p:ext uri="{BB962C8B-B14F-4D97-AF65-F5344CB8AC3E}">
        <p14:creationId xmlns:p14="http://schemas.microsoft.com/office/powerpoint/2010/main" val="269804616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424"/>
        <p:cNvGrpSpPr/>
        <p:nvPr/>
      </p:nvGrpSpPr>
      <p:grpSpPr>
        <a:xfrm>
          <a:off x="0" y="0"/>
          <a:ext cx="0" cy="0"/>
          <a:chOff x="0" y="0"/>
          <a:chExt cx="0" cy="0"/>
        </a:xfrm>
      </p:grpSpPr>
      <p:sp>
        <p:nvSpPr>
          <p:cNvPr id="2429" name="Google Shape;2429;p4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10</a:t>
            </a:fld>
            <a:endParaRPr/>
          </a:p>
        </p:txBody>
      </p:sp>
      <p:sp>
        <p:nvSpPr>
          <p:cNvPr id="2430" name="Google Shape;2430;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Data Loading and Preparation</a:t>
            </a:r>
            <a:endParaRPr/>
          </a:p>
        </p:txBody>
      </p:sp>
      <p:sp>
        <p:nvSpPr>
          <p:cNvPr id="10" name="ZoneTexte 9">
            <a:extLst>
              <a:ext uri="{FF2B5EF4-FFF2-40B4-BE49-F238E27FC236}">
                <a16:creationId xmlns:a16="http://schemas.microsoft.com/office/drawing/2014/main" id="{8DF66267-4CD3-C709-3C48-FFD0E0FFF5CA}"/>
              </a:ext>
            </a:extLst>
          </p:cNvPr>
          <p:cNvSpPr txBox="1"/>
          <p:nvPr/>
        </p:nvSpPr>
        <p:spPr>
          <a:xfrm>
            <a:off x="485987" y="1122539"/>
            <a:ext cx="2162669" cy="224676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28600" indent="-228600">
              <a:buFont typeface=""/>
              <a:buChar char="•"/>
            </a:pPr>
            <a:r>
              <a:rPr lang="en-US" b="1">
                <a:solidFill>
                  <a:schemeClr val="tx2"/>
                </a:solidFill>
              </a:rPr>
              <a:t>Steps:</a:t>
            </a:r>
          </a:p>
          <a:p>
            <a:pPr marL="342900" lvl="1" indent="-342900">
              <a:buAutoNum type="arabicPeriod"/>
            </a:pPr>
            <a:r>
              <a:rPr lang="en-US">
                <a:solidFill>
                  <a:schemeClr val="tx2"/>
                </a:solidFill>
              </a:rPr>
              <a:t>Imported datasets for each year (2011–2015) using read.csv.</a:t>
            </a:r>
          </a:p>
          <a:p>
            <a:pPr marL="342900" lvl="1" indent="-342900">
              <a:buAutoNum type="arabicPeriod"/>
            </a:pPr>
            <a:r>
              <a:rPr lang="en-US">
                <a:solidFill>
                  <a:schemeClr val="tx2"/>
                </a:solidFill>
              </a:rPr>
              <a:t>Combined them into a single dataset using </a:t>
            </a:r>
            <a:r>
              <a:rPr lang="en-US" err="1">
                <a:solidFill>
                  <a:schemeClr val="tx2"/>
                </a:solidFill>
              </a:rPr>
              <a:t>rbind</a:t>
            </a:r>
            <a:r>
              <a:rPr lang="en-US">
                <a:solidFill>
                  <a:schemeClr val="tx2"/>
                </a:solidFill>
              </a:rPr>
              <a:t>.</a:t>
            </a:r>
          </a:p>
          <a:p>
            <a:pPr marL="342900" lvl="1" indent="-342900">
              <a:buAutoNum type="arabicPeriod"/>
            </a:pPr>
            <a:r>
              <a:rPr lang="en-US">
                <a:solidFill>
                  <a:schemeClr val="tx2"/>
                </a:solidFill>
              </a:rPr>
              <a:t>Checked for missing values:</a:t>
            </a:r>
          </a:p>
        </p:txBody>
      </p:sp>
      <p:pic>
        <p:nvPicPr>
          <p:cNvPr id="11" name="Image 10" descr="Une image contenant texte, capture d’écran, Police, document&#10;&#10;Description générée automatiquement">
            <a:extLst>
              <a:ext uri="{FF2B5EF4-FFF2-40B4-BE49-F238E27FC236}">
                <a16:creationId xmlns:a16="http://schemas.microsoft.com/office/drawing/2014/main" id="{D2D2D43F-1AFF-1FFA-684D-D06B86CC321C}"/>
              </a:ext>
            </a:extLst>
          </p:cNvPr>
          <p:cNvPicPr>
            <a:picLocks noChangeAspect="1"/>
          </p:cNvPicPr>
          <p:nvPr/>
        </p:nvPicPr>
        <p:blipFill>
          <a:blip r:embed="rId3"/>
          <a:stretch>
            <a:fillRect/>
          </a:stretch>
        </p:blipFill>
        <p:spPr>
          <a:xfrm>
            <a:off x="3077632" y="1120950"/>
            <a:ext cx="4745567" cy="3155596"/>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numéro de diapositive 5">
            <a:extLst>
              <a:ext uri="{FF2B5EF4-FFF2-40B4-BE49-F238E27FC236}">
                <a16:creationId xmlns:a16="http://schemas.microsoft.com/office/drawing/2014/main" id="{D5890E75-A193-A790-8B71-30242F40E3B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fr-FR"/>
              <a:t>11</a:t>
            </a:fld>
            <a:endParaRPr lang="fr-FR"/>
          </a:p>
        </p:txBody>
      </p:sp>
      <p:sp>
        <p:nvSpPr>
          <p:cNvPr id="10" name="ZoneTexte 9">
            <a:extLst>
              <a:ext uri="{FF2B5EF4-FFF2-40B4-BE49-F238E27FC236}">
                <a16:creationId xmlns:a16="http://schemas.microsoft.com/office/drawing/2014/main" id="{8CACFAFF-88A0-B7DD-70FC-7EF4A7292934}"/>
              </a:ext>
            </a:extLst>
          </p:cNvPr>
          <p:cNvSpPr txBox="1"/>
          <p:nvPr/>
        </p:nvSpPr>
        <p:spPr>
          <a:xfrm>
            <a:off x="3701153" y="3067022"/>
            <a:ext cx="5247922" cy="107721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lvl="2"/>
            <a:r>
              <a:rPr lang="en-US" sz="1600" b="1">
                <a:solidFill>
                  <a:schemeClr val="tx1"/>
                </a:solidFill>
              </a:rPr>
              <a:t>Summary Statistics:</a:t>
            </a:r>
            <a:r>
              <a:rPr lang="en-US" sz="1600">
                <a:solidFill>
                  <a:schemeClr val="tx1"/>
                </a:solidFill>
              </a:rPr>
              <a:t>​​</a:t>
            </a:r>
          </a:p>
          <a:p>
            <a:pPr marL="228600" lvl="1" indent="-228600">
              <a:buFont typeface=""/>
              <a:buAutoNum type="arabicPeriod"/>
            </a:pPr>
            <a:r>
              <a:rPr lang="en-US" sz="1600">
                <a:solidFill>
                  <a:srgbClr val="240C27"/>
                </a:solidFill>
              </a:rPr>
              <a:t>Variables had varying ranges, means, and standard deviations.​</a:t>
            </a:r>
            <a:r>
              <a:rPr lang="en-US" sz="1600">
                <a:solidFill>
                  <a:srgbClr val="F0A74D"/>
                </a:solidFill>
              </a:rPr>
              <a:t>​</a:t>
            </a:r>
          </a:p>
          <a:p>
            <a:pPr marL="228600" lvl="1" indent="-228600">
              <a:buFont typeface=""/>
              <a:buAutoNum type="arabicPeriod"/>
            </a:pPr>
            <a:r>
              <a:rPr lang="en-US" sz="1600">
                <a:solidFill>
                  <a:srgbClr val="240C27"/>
                </a:solidFill>
              </a:rPr>
              <a:t>Structure (str()) confirmed consistent data types.​</a:t>
            </a:r>
            <a:r>
              <a:rPr lang="en-US" sz="1600">
                <a:solidFill>
                  <a:srgbClr val="F0A74D"/>
                </a:solidFill>
              </a:rPr>
              <a:t>​</a:t>
            </a:r>
          </a:p>
        </p:txBody>
      </p:sp>
      <p:sp>
        <p:nvSpPr>
          <p:cNvPr id="13" name="Rectangle 12">
            <a:extLst>
              <a:ext uri="{FF2B5EF4-FFF2-40B4-BE49-F238E27FC236}">
                <a16:creationId xmlns:a16="http://schemas.microsoft.com/office/drawing/2014/main" id="{6E55E803-7D4F-5498-9E35-7F0026AD12CC}"/>
              </a:ext>
            </a:extLst>
          </p:cNvPr>
          <p:cNvSpPr/>
          <p:nvPr/>
        </p:nvSpPr>
        <p:spPr>
          <a:xfrm>
            <a:off x="440973" y="996952"/>
            <a:ext cx="2932287" cy="349673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 name="Image 13" descr="Une image contenant texte, capture d’écran, Police, diagramme&#10;&#10;Description générée automatiquement">
            <a:extLst>
              <a:ext uri="{FF2B5EF4-FFF2-40B4-BE49-F238E27FC236}">
                <a16:creationId xmlns:a16="http://schemas.microsoft.com/office/drawing/2014/main" id="{F2EA2E0C-BFC5-1DC2-9617-81501D3BC1E2}"/>
              </a:ext>
            </a:extLst>
          </p:cNvPr>
          <p:cNvPicPr>
            <a:picLocks noChangeAspect="1"/>
          </p:cNvPicPr>
          <p:nvPr/>
        </p:nvPicPr>
        <p:blipFill>
          <a:blip r:embed="rId2"/>
          <a:stretch>
            <a:fillRect/>
          </a:stretch>
        </p:blipFill>
        <p:spPr>
          <a:xfrm>
            <a:off x="708730" y="1967359"/>
            <a:ext cx="2343150" cy="2286000"/>
          </a:xfrm>
          <a:prstGeom prst="rect">
            <a:avLst/>
          </a:prstGeom>
        </p:spPr>
      </p:pic>
      <p:sp>
        <p:nvSpPr>
          <p:cNvPr id="15" name="ZoneTexte 14">
            <a:extLst>
              <a:ext uri="{FF2B5EF4-FFF2-40B4-BE49-F238E27FC236}">
                <a16:creationId xmlns:a16="http://schemas.microsoft.com/office/drawing/2014/main" id="{FF2F9BBE-8549-C522-EB8C-85922CD97974}"/>
              </a:ext>
            </a:extLst>
          </p:cNvPr>
          <p:cNvSpPr txBox="1"/>
          <p:nvPr/>
        </p:nvSpPr>
        <p:spPr>
          <a:xfrm>
            <a:off x="547510" y="1112824"/>
            <a:ext cx="2665589" cy="73866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b="1">
                <a:solidFill>
                  <a:schemeClr val="tx2"/>
                </a:solidFill>
              </a:rPr>
              <a:t>Graphically:</a:t>
            </a:r>
            <a:r>
              <a:rPr lang="en-US">
                <a:solidFill>
                  <a:schemeClr val="tx2"/>
                </a:solidFill>
              </a:rPr>
              <a:t> Used </a:t>
            </a:r>
            <a:r>
              <a:rPr lang="en-US" err="1">
                <a:solidFill>
                  <a:schemeClr val="tx2"/>
                </a:solidFill>
              </a:rPr>
              <a:t>vis_miss</a:t>
            </a:r>
            <a:r>
              <a:rPr lang="en-US">
                <a:solidFill>
                  <a:schemeClr val="tx2"/>
                </a:solidFill>
              </a:rPr>
              <a:t>() for a visual check, confirmed no missing data.</a:t>
            </a:r>
          </a:p>
        </p:txBody>
      </p:sp>
      <p:sp>
        <p:nvSpPr>
          <p:cNvPr id="16" name="Rectangle 15">
            <a:extLst>
              <a:ext uri="{FF2B5EF4-FFF2-40B4-BE49-F238E27FC236}">
                <a16:creationId xmlns:a16="http://schemas.microsoft.com/office/drawing/2014/main" id="{E45B6842-50D7-C817-EC59-C2395262E28C}"/>
              </a:ext>
            </a:extLst>
          </p:cNvPr>
          <p:cNvSpPr/>
          <p:nvPr/>
        </p:nvSpPr>
        <p:spPr>
          <a:xfrm>
            <a:off x="3701153" y="995267"/>
            <a:ext cx="4703231" cy="154234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7" name="Image 16">
            <a:extLst>
              <a:ext uri="{FF2B5EF4-FFF2-40B4-BE49-F238E27FC236}">
                <a16:creationId xmlns:a16="http://schemas.microsoft.com/office/drawing/2014/main" id="{25CDE649-D86A-D496-9154-5A108D992BF9}"/>
              </a:ext>
            </a:extLst>
          </p:cNvPr>
          <p:cNvPicPr>
            <a:picLocks noChangeAspect="1"/>
          </p:cNvPicPr>
          <p:nvPr/>
        </p:nvPicPr>
        <p:blipFill>
          <a:blip r:embed="rId3"/>
          <a:stretch>
            <a:fillRect/>
          </a:stretch>
        </p:blipFill>
        <p:spPr>
          <a:xfrm>
            <a:off x="4932089" y="1968893"/>
            <a:ext cx="2305050" cy="390525"/>
          </a:xfrm>
          <a:prstGeom prst="rect">
            <a:avLst/>
          </a:prstGeom>
        </p:spPr>
      </p:pic>
      <p:sp>
        <p:nvSpPr>
          <p:cNvPr id="18" name="ZoneTexte 17">
            <a:extLst>
              <a:ext uri="{FF2B5EF4-FFF2-40B4-BE49-F238E27FC236}">
                <a16:creationId xmlns:a16="http://schemas.microsoft.com/office/drawing/2014/main" id="{67CAC744-6C48-2690-2DC4-4FACDB6BA940}"/>
              </a:ext>
            </a:extLst>
          </p:cNvPr>
          <p:cNvSpPr txBox="1"/>
          <p:nvPr/>
        </p:nvSpPr>
        <p:spPr>
          <a:xfrm>
            <a:off x="3891042" y="1166994"/>
            <a:ext cx="4387143" cy="52322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b="1">
                <a:solidFill>
                  <a:schemeClr val="tx2"/>
                </a:solidFill>
              </a:rPr>
              <a:t>Numerically:</a:t>
            </a:r>
            <a:r>
              <a:rPr lang="en-US">
                <a:solidFill>
                  <a:schemeClr val="tx2"/>
                </a:solidFill>
              </a:rPr>
              <a:t> Used mean(is.na(data)), returning 0, further confirming no missing values.</a:t>
            </a:r>
          </a:p>
        </p:txBody>
      </p:sp>
      <p:sp>
        <p:nvSpPr>
          <p:cNvPr id="19" name="Google Shape;2430;p46">
            <a:extLst>
              <a:ext uri="{FF2B5EF4-FFF2-40B4-BE49-F238E27FC236}">
                <a16:creationId xmlns:a16="http://schemas.microsoft.com/office/drawing/2014/main" id="{D347555D-2F44-E08C-5C7B-A71662433BA4}"/>
              </a:ext>
            </a:extLst>
          </p:cNvPr>
          <p:cNvSpPr txBox="1">
            <a:spLocks noGrp="1"/>
          </p:cNvSpPr>
          <p:nvPr>
            <p:ph type="title"/>
          </p:nvPr>
        </p:nvSpPr>
        <p:spPr>
          <a:xfrm>
            <a:off x="720000" y="329589"/>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Check for missing values</a:t>
            </a:r>
          </a:p>
        </p:txBody>
      </p:sp>
    </p:spTree>
    <p:extLst>
      <p:ext uri="{BB962C8B-B14F-4D97-AF65-F5344CB8AC3E}">
        <p14:creationId xmlns:p14="http://schemas.microsoft.com/office/powerpoint/2010/main" val="25264931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442"/>
        <p:cNvGrpSpPr/>
        <p:nvPr/>
      </p:nvGrpSpPr>
      <p:grpSpPr>
        <a:xfrm>
          <a:off x="0" y="0"/>
          <a:ext cx="0" cy="0"/>
          <a:chOff x="0" y="0"/>
          <a:chExt cx="0" cy="0"/>
        </a:xfrm>
      </p:grpSpPr>
      <p:sp>
        <p:nvSpPr>
          <p:cNvPr id="2447" name="Google Shape;2447;p4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12</a:t>
            </a:fld>
            <a:endParaRPr/>
          </a:p>
        </p:txBody>
      </p:sp>
      <p:sp>
        <p:nvSpPr>
          <p:cNvPr id="2448" name="Google Shape;2448;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Outliers and Imputation</a:t>
            </a:r>
            <a:endParaRPr/>
          </a:p>
        </p:txBody>
      </p:sp>
      <p:sp>
        <p:nvSpPr>
          <p:cNvPr id="14" name="ZoneTexte 13">
            <a:extLst>
              <a:ext uri="{FF2B5EF4-FFF2-40B4-BE49-F238E27FC236}">
                <a16:creationId xmlns:a16="http://schemas.microsoft.com/office/drawing/2014/main" id="{CB347175-F194-27E8-9C94-F2A317B987D2}"/>
              </a:ext>
            </a:extLst>
          </p:cNvPr>
          <p:cNvSpPr txBox="1"/>
          <p:nvPr/>
        </p:nvSpPr>
        <p:spPr>
          <a:xfrm>
            <a:off x="933056" y="1428750"/>
            <a:ext cx="2545080" cy="258532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28600" indent="-228600">
              <a:buFont typeface=""/>
              <a:buChar char="•"/>
            </a:pPr>
            <a:r>
              <a:rPr lang="en-US" sz="1800" b="1">
                <a:solidFill>
                  <a:schemeClr val="tx2"/>
                </a:solidFill>
              </a:rPr>
              <a:t>Outliers Detected:</a:t>
            </a:r>
          </a:p>
          <a:p>
            <a:pPr lvl="1"/>
            <a:r>
              <a:rPr lang="en-US" sz="1800">
                <a:solidFill>
                  <a:schemeClr val="tx2"/>
                </a:solidFill>
              </a:rPr>
              <a:t>Boxplots of scaled data (scale()) showed outliers in nearly every variable.</a:t>
            </a:r>
          </a:p>
          <a:p>
            <a:pPr lvl="1"/>
            <a:endParaRPr lang="en-US" sz="1800">
              <a:solidFill>
                <a:schemeClr val="tx2"/>
              </a:solidFill>
            </a:endParaRPr>
          </a:p>
          <a:p>
            <a:pPr lvl="1"/>
            <a:r>
              <a:rPr lang="en-US" sz="1800">
                <a:solidFill>
                  <a:schemeClr val="tx2"/>
                </a:solidFill>
              </a:rPr>
              <a:t>The graph proves that every single variable has outliers </a:t>
            </a:r>
          </a:p>
        </p:txBody>
      </p:sp>
      <p:sp>
        <p:nvSpPr>
          <p:cNvPr id="16" name="Rectangle 15">
            <a:extLst>
              <a:ext uri="{FF2B5EF4-FFF2-40B4-BE49-F238E27FC236}">
                <a16:creationId xmlns:a16="http://schemas.microsoft.com/office/drawing/2014/main" id="{5A5900B0-0815-2D07-0509-93B84832E254}"/>
              </a:ext>
            </a:extLst>
          </p:cNvPr>
          <p:cNvSpPr/>
          <p:nvPr/>
        </p:nvSpPr>
        <p:spPr>
          <a:xfrm>
            <a:off x="3999300" y="1230417"/>
            <a:ext cx="3427587" cy="335195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7" name="Image 16" descr="Une image contenant diagramme, Dessin technique, Plan&#10;&#10;Description générée automatiquement">
            <a:extLst>
              <a:ext uri="{FF2B5EF4-FFF2-40B4-BE49-F238E27FC236}">
                <a16:creationId xmlns:a16="http://schemas.microsoft.com/office/drawing/2014/main" id="{77EB50BD-78C1-2112-C87F-20373234B3F4}"/>
              </a:ext>
            </a:extLst>
          </p:cNvPr>
          <p:cNvPicPr>
            <a:picLocks noChangeAspect="1"/>
          </p:cNvPicPr>
          <p:nvPr/>
        </p:nvPicPr>
        <p:blipFill>
          <a:blip r:embed="rId3"/>
          <a:stretch>
            <a:fillRect/>
          </a:stretch>
        </p:blipFill>
        <p:spPr>
          <a:xfrm>
            <a:off x="4159911" y="1371600"/>
            <a:ext cx="3140658" cy="3055055"/>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numéro de diapositive 5">
            <a:extLst>
              <a:ext uri="{FF2B5EF4-FFF2-40B4-BE49-F238E27FC236}">
                <a16:creationId xmlns:a16="http://schemas.microsoft.com/office/drawing/2014/main" id="{A61AF291-9879-0826-6B77-56D1EAB07F08}"/>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fr-FR"/>
              <a:t>13</a:t>
            </a:fld>
            <a:endParaRPr lang="fr-FR"/>
          </a:p>
        </p:txBody>
      </p:sp>
      <p:sp>
        <p:nvSpPr>
          <p:cNvPr id="10" name="ZoneTexte 9">
            <a:extLst>
              <a:ext uri="{FF2B5EF4-FFF2-40B4-BE49-F238E27FC236}">
                <a16:creationId xmlns:a16="http://schemas.microsoft.com/office/drawing/2014/main" id="{07B4489C-2ABD-E94D-ACA6-6BFB0DC3897C}"/>
              </a:ext>
            </a:extLst>
          </p:cNvPr>
          <p:cNvSpPr txBox="1"/>
          <p:nvPr/>
        </p:nvSpPr>
        <p:spPr>
          <a:xfrm>
            <a:off x="323294" y="1140589"/>
            <a:ext cx="3332859" cy="267765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28600" indent="-228600">
              <a:buFont typeface="Arial"/>
              <a:buChar char="•"/>
            </a:pPr>
            <a:endParaRPr lang="en-US" sz="1200"/>
          </a:p>
          <a:p>
            <a:pPr marL="228600" indent="-228600">
              <a:buFont typeface="Arial"/>
              <a:buChar char="•"/>
            </a:pPr>
            <a:endParaRPr lang="en-US" sz="1200"/>
          </a:p>
          <a:p>
            <a:pPr marL="228600" indent="-228600">
              <a:buFont typeface="Arial"/>
              <a:buChar char="•"/>
            </a:pPr>
            <a:endParaRPr lang="en-US" sz="1200"/>
          </a:p>
          <a:p>
            <a:pPr marL="171450" indent="-171450">
              <a:buChar char="•"/>
            </a:pPr>
            <a:r>
              <a:rPr lang="en-US" sz="1200">
                <a:solidFill>
                  <a:schemeClr val="tx2"/>
                </a:solidFill>
              </a:rPr>
              <a:t>Developed a function (</a:t>
            </a:r>
            <a:r>
              <a:rPr lang="en-US" sz="1200" err="1">
                <a:solidFill>
                  <a:schemeClr val="tx2"/>
                </a:solidFill>
              </a:rPr>
              <a:t>flag_outliers_na</a:t>
            </a:r>
            <a:r>
              <a:rPr lang="en-US" sz="1200">
                <a:solidFill>
                  <a:schemeClr val="tx2"/>
                </a:solidFill>
              </a:rPr>
              <a:t>) to replace outliers with NA using the interquartile range (IQR) method:</a:t>
            </a:r>
          </a:p>
          <a:p>
            <a:pPr marL="228600" indent="-228600">
              <a:buFont typeface="Arial"/>
              <a:buChar char="•"/>
            </a:pPr>
            <a:endParaRPr lang="en-US" sz="1200">
              <a:solidFill>
                <a:schemeClr val="tx2"/>
              </a:solidFill>
            </a:endParaRPr>
          </a:p>
          <a:p>
            <a:pPr marL="171450" lvl="1" indent="-171450">
              <a:buFont typeface="Arial" panose="020B0604020202020204" pitchFamily="34" charset="0"/>
              <a:buChar char="•"/>
            </a:pPr>
            <a:r>
              <a:rPr lang="en-US" sz="1200">
                <a:solidFill>
                  <a:schemeClr val="tx2"/>
                </a:solidFill>
              </a:rPr>
              <a:t>Lower bound = Q1 - 1.5 × IQR.</a:t>
            </a:r>
          </a:p>
          <a:p>
            <a:pPr marL="171450" lvl="1" indent="-171450">
              <a:buFont typeface="Arial" panose="020B0604020202020204" pitchFamily="34" charset="0"/>
              <a:buChar char="•"/>
            </a:pPr>
            <a:r>
              <a:rPr lang="en-US" sz="1200">
                <a:solidFill>
                  <a:schemeClr val="tx2"/>
                </a:solidFill>
              </a:rPr>
              <a:t>Upper bound = Q3 + 1.5 × IQR.</a:t>
            </a:r>
          </a:p>
          <a:p>
            <a:pPr lvl="1"/>
            <a:endParaRPr lang="en-US" sz="1200">
              <a:solidFill>
                <a:schemeClr val="tx2"/>
              </a:solidFill>
            </a:endParaRPr>
          </a:p>
          <a:p>
            <a:pPr marL="171450" indent="-171450">
              <a:buChar char="•"/>
            </a:pPr>
            <a:r>
              <a:rPr lang="en-US" sz="1200">
                <a:solidFill>
                  <a:schemeClr val="tx2"/>
                </a:solidFill>
              </a:rPr>
              <a:t>Applied the function across all columns.</a:t>
            </a:r>
          </a:p>
          <a:p>
            <a:endParaRPr lang="en-US" sz="1200">
              <a:solidFill>
                <a:schemeClr val="tx2"/>
              </a:solidFill>
            </a:endParaRPr>
          </a:p>
          <a:p>
            <a:pPr marL="171450" lvl="2" indent="-171450">
              <a:buChar char="•"/>
            </a:pPr>
            <a:r>
              <a:rPr lang="en-US" sz="1200">
                <a:solidFill>
                  <a:schemeClr val="tx2"/>
                </a:solidFill>
              </a:rPr>
              <a:t>Used KNN (by default 5) imputation to fill NA values, preserving data relationships.</a:t>
            </a:r>
            <a:endParaRPr lang="en-US">
              <a:solidFill>
                <a:schemeClr val="tx2"/>
              </a:solidFill>
            </a:endParaRPr>
          </a:p>
        </p:txBody>
      </p:sp>
      <p:sp>
        <p:nvSpPr>
          <p:cNvPr id="12" name="Rectangle 11">
            <a:extLst>
              <a:ext uri="{FF2B5EF4-FFF2-40B4-BE49-F238E27FC236}">
                <a16:creationId xmlns:a16="http://schemas.microsoft.com/office/drawing/2014/main" id="{84CDB229-9DD5-9381-85DA-B2B35B9E76F9}"/>
              </a:ext>
            </a:extLst>
          </p:cNvPr>
          <p:cNvSpPr/>
          <p:nvPr/>
        </p:nvSpPr>
        <p:spPr>
          <a:xfrm>
            <a:off x="3656153" y="1530881"/>
            <a:ext cx="4933523" cy="2650912"/>
          </a:xfrm>
          <a:prstGeom prst="rect">
            <a:avLst/>
          </a:prstGeom>
          <a:solidFill>
            <a:schemeClr val="accent4"/>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3" name="Image 12" descr="Une image contenant texte, capture d’écran, Police, nombre&#10;&#10;Description générée automatiquement">
            <a:extLst>
              <a:ext uri="{FF2B5EF4-FFF2-40B4-BE49-F238E27FC236}">
                <a16:creationId xmlns:a16="http://schemas.microsoft.com/office/drawing/2014/main" id="{3ED05193-2F71-7E38-03EB-5581FA658D2C}"/>
              </a:ext>
            </a:extLst>
          </p:cNvPr>
          <p:cNvPicPr>
            <a:picLocks noChangeAspect="1"/>
          </p:cNvPicPr>
          <p:nvPr/>
        </p:nvPicPr>
        <p:blipFill>
          <a:blip r:embed="rId2"/>
          <a:srcRect l="-1146" r="5000" b="-4"/>
          <a:stretch/>
        </p:blipFill>
        <p:spPr>
          <a:xfrm>
            <a:off x="3777271" y="1655687"/>
            <a:ext cx="4646729" cy="2401299"/>
          </a:xfrm>
          <a:prstGeom prst="rect">
            <a:avLst/>
          </a:prstGeom>
        </p:spPr>
      </p:pic>
      <p:sp>
        <p:nvSpPr>
          <p:cNvPr id="11" name="Google Shape;2448;p47">
            <a:extLst>
              <a:ext uri="{FF2B5EF4-FFF2-40B4-BE49-F238E27FC236}">
                <a16:creationId xmlns:a16="http://schemas.microsoft.com/office/drawing/2014/main" id="{4A165FDC-1E0E-03B1-9D68-45C065E13B6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r>
              <a:rPr lang="en-US" sz="2800" b="1">
                <a:solidFill>
                  <a:schemeClr val="tx1"/>
                </a:solidFill>
              </a:rPr>
              <a:t>Imputation Process:</a:t>
            </a:r>
          </a:p>
        </p:txBody>
      </p:sp>
    </p:spTree>
    <p:extLst>
      <p:ext uri="{BB962C8B-B14F-4D97-AF65-F5344CB8AC3E}">
        <p14:creationId xmlns:p14="http://schemas.microsoft.com/office/powerpoint/2010/main" val="41926547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numéro de diapositive 5">
            <a:extLst>
              <a:ext uri="{FF2B5EF4-FFF2-40B4-BE49-F238E27FC236}">
                <a16:creationId xmlns:a16="http://schemas.microsoft.com/office/drawing/2014/main" id="{917283CC-98A9-6420-EF6A-7394CF3E2A54}"/>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fr-FR"/>
              <a:t>14</a:t>
            </a:fld>
            <a:endParaRPr lang="fr-FR"/>
          </a:p>
        </p:txBody>
      </p:sp>
      <p:sp>
        <p:nvSpPr>
          <p:cNvPr id="7" name="Titre 6">
            <a:extLst>
              <a:ext uri="{FF2B5EF4-FFF2-40B4-BE49-F238E27FC236}">
                <a16:creationId xmlns:a16="http://schemas.microsoft.com/office/drawing/2014/main" id="{17518E49-977D-CE85-5DD2-D6F5C4B35D32}"/>
              </a:ext>
            </a:extLst>
          </p:cNvPr>
          <p:cNvSpPr>
            <a:spLocks noGrp="1"/>
          </p:cNvSpPr>
          <p:nvPr>
            <p:ph type="title"/>
          </p:nvPr>
        </p:nvSpPr>
        <p:spPr/>
        <p:txBody>
          <a:bodyPr/>
          <a:lstStyle/>
          <a:p>
            <a:r>
              <a:rPr lang="fr-FR" err="1"/>
              <a:t>Let's</a:t>
            </a:r>
            <a:r>
              <a:rPr lang="fr-FR"/>
              <a:t> check the </a:t>
            </a:r>
            <a:r>
              <a:rPr lang="fr-FR" err="1"/>
              <a:t>cleaned</a:t>
            </a:r>
            <a:r>
              <a:rPr lang="fr-FR"/>
              <a:t> Data</a:t>
            </a:r>
          </a:p>
        </p:txBody>
      </p:sp>
      <p:pic>
        <p:nvPicPr>
          <p:cNvPr id="10" name="Image 9" descr="Une image contenant texte, capture d’écran, Police, nombre&#10;&#10;Description générée automatiquement">
            <a:extLst>
              <a:ext uri="{FF2B5EF4-FFF2-40B4-BE49-F238E27FC236}">
                <a16:creationId xmlns:a16="http://schemas.microsoft.com/office/drawing/2014/main" id="{4EB41106-2D08-8C81-D9D4-E7EFDB8EE9F7}"/>
              </a:ext>
            </a:extLst>
          </p:cNvPr>
          <p:cNvPicPr>
            <a:picLocks noChangeAspect="1"/>
          </p:cNvPicPr>
          <p:nvPr/>
        </p:nvPicPr>
        <p:blipFill>
          <a:blip r:embed="rId2"/>
          <a:stretch>
            <a:fillRect/>
          </a:stretch>
        </p:blipFill>
        <p:spPr>
          <a:xfrm>
            <a:off x="1823685" y="1019351"/>
            <a:ext cx="5665964" cy="3789187"/>
          </a:xfrm>
          <a:prstGeom prst="rect">
            <a:avLst/>
          </a:prstGeom>
        </p:spPr>
      </p:pic>
    </p:spTree>
    <p:extLst>
      <p:ext uri="{BB962C8B-B14F-4D97-AF65-F5344CB8AC3E}">
        <p14:creationId xmlns:p14="http://schemas.microsoft.com/office/powerpoint/2010/main" val="17155318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504"/>
        <p:cNvGrpSpPr/>
        <p:nvPr/>
      </p:nvGrpSpPr>
      <p:grpSpPr>
        <a:xfrm>
          <a:off x="0" y="0"/>
          <a:ext cx="0" cy="0"/>
          <a:chOff x="0" y="0"/>
          <a:chExt cx="0" cy="0"/>
        </a:xfrm>
      </p:grpSpPr>
      <p:sp>
        <p:nvSpPr>
          <p:cNvPr id="2505" name="Google Shape;2505;p49"/>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Correlation Analysis</a:t>
            </a:r>
            <a:endParaRPr/>
          </a:p>
        </p:txBody>
      </p:sp>
      <p:sp>
        <p:nvSpPr>
          <p:cNvPr id="2506" name="Google Shape;2506;p4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15</a:t>
            </a:fld>
            <a:endParaRPr/>
          </a:p>
        </p:txBody>
      </p:sp>
      <p:sp>
        <p:nvSpPr>
          <p:cNvPr id="27" name="Google Shape;2513;p49"/>
          <p:cNvSpPr txBox="1">
            <a:spLocks/>
          </p:cNvSpPr>
          <p:nvPr/>
        </p:nvSpPr>
        <p:spPr>
          <a:xfrm>
            <a:off x="935471" y="2937713"/>
            <a:ext cx="7468913" cy="498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accent4"/>
              </a:buClr>
              <a:buSzPts val="2400"/>
              <a:buFont typeface="Bowlby One SC"/>
              <a:buNone/>
              <a:defRPr sz="2400" b="0" i="0" u="none" strike="noStrike" cap="none">
                <a:solidFill>
                  <a:schemeClr val="accent4"/>
                </a:solidFill>
                <a:latin typeface="Poppins ExtraBold"/>
                <a:ea typeface="Poppins ExtraBold"/>
                <a:cs typeface="Poppins ExtraBold"/>
                <a:sym typeface="Poppins ExtraBold"/>
              </a:defRPr>
            </a:lvl1pPr>
            <a:lvl2pPr marL="914400" marR="0" lvl="1"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2pPr>
            <a:lvl3pPr marL="1371600" marR="0" lvl="2"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3pPr>
            <a:lvl4pPr marL="1828800" marR="0" lvl="3"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4pPr>
            <a:lvl5pPr marL="2286000" marR="0" lvl="4"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5pPr>
            <a:lvl6pPr marL="2743200" marR="0" lvl="5"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6pPr>
            <a:lvl7pPr marL="3200400" marR="0" lvl="6"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7pPr>
            <a:lvl8pPr marL="3657600" marR="0" lvl="7"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8pPr>
            <a:lvl9pPr marL="4114800" marR="0" lvl="8" indent="-317500" algn="ctr" rtl="0">
              <a:lnSpc>
                <a:spcPct val="100000"/>
              </a:lnSpc>
              <a:spcBef>
                <a:spcPts val="0"/>
              </a:spcBef>
              <a:spcAft>
                <a:spcPts val="0"/>
              </a:spcAft>
              <a:buClr>
                <a:schemeClr val="accent4"/>
              </a:buClr>
              <a:buSzPts val="2400"/>
              <a:buFont typeface="Bowlby One SC"/>
              <a:buNone/>
              <a:defRPr sz="2400" b="1" i="0" u="none" strike="noStrike" cap="none">
                <a:solidFill>
                  <a:schemeClr val="accent4"/>
                </a:solidFill>
                <a:latin typeface="Bowlby One SC"/>
                <a:ea typeface="Bowlby One SC"/>
                <a:cs typeface="Bowlby One SC"/>
                <a:sym typeface="Bowlby One SC"/>
              </a:defRPr>
            </a:lvl9pPr>
          </a:lstStyle>
          <a:p>
            <a:pPr marL="0" indent="0"/>
            <a:r>
              <a:rPr lang="en-US"/>
              <a:t>We will check relationships and correlation between variables with our cleaned data in order to understand the linearity</a:t>
            </a:r>
          </a:p>
        </p:txBody>
      </p:sp>
      <p:grpSp>
        <p:nvGrpSpPr>
          <p:cNvPr id="28" name="Google Shape;2519;p49"/>
          <p:cNvGrpSpPr/>
          <p:nvPr/>
        </p:nvGrpSpPr>
        <p:grpSpPr>
          <a:xfrm>
            <a:off x="4375122" y="1503474"/>
            <a:ext cx="393755" cy="393801"/>
            <a:chOff x="1294150" y="391300"/>
            <a:chExt cx="4971650" cy="4972225"/>
          </a:xfrm>
        </p:grpSpPr>
        <p:sp>
          <p:nvSpPr>
            <p:cNvPr id="29" name="Google Shape;2520;p49"/>
            <p:cNvSpPr/>
            <p:nvPr/>
          </p:nvSpPr>
          <p:spPr>
            <a:xfrm>
              <a:off x="1294150" y="3423025"/>
              <a:ext cx="1939900" cy="1940500"/>
            </a:xfrm>
            <a:custGeom>
              <a:avLst/>
              <a:gdLst/>
              <a:ahLst/>
              <a:cxnLst/>
              <a:rect l="l" t="t" r="r" b="b"/>
              <a:pathLst>
                <a:path w="77596" h="77620" fill="none" extrusionOk="0">
                  <a:moveTo>
                    <a:pt x="57082" y="3211"/>
                  </a:moveTo>
                  <a:lnTo>
                    <a:pt x="74410" y="20539"/>
                  </a:lnTo>
                  <a:cubicBezTo>
                    <a:pt x="77596" y="23725"/>
                    <a:pt x="77596" y="28896"/>
                    <a:pt x="74410" y="32083"/>
                  </a:cubicBezTo>
                  <a:lnTo>
                    <a:pt x="36862" y="69630"/>
                  </a:lnTo>
                  <a:cubicBezTo>
                    <a:pt x="28872" y="77620"/>
                    <a:pt x="15956" y="77620"/>
                    <a:pt x="7966" y="69630"/>
                  </a:cubicBezTo>
                  <a:cubicBezTo>
                    <a:pt x="1" y="61665"/>
                    <a:pt x="1" y="48724"/>
                    <a:pt x="7966" y="40759"/>
                  </a:cubicBezTo>
                  <a:lnTo>
                    <a:pt x="45514" y="3211"/>
                  </a:lnTo>
                  <a:cubicBezTo>
                    <a:pt x="48700" y="1"/>
                    <a:pt x="53871" y="1"/>
                    <a:pt x="57082" y="3211"/>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2521;p49"/>
            <p:cNvSpPr/>
            <p:nvPr/>
          </p:nvSpPr>
          <p:spPr>
            <a:xfrm>
              <a:off x="2721175" y="2768025"/>
              <a:ext cx="1168500" cy="1168475"/>
            </a:xfrm>
            <a:custGeom>
              <a:avLst/>
              <a:gdLst/>
              <a:ahLst/>
              <a:cxnLst/>
              <a:rect l="l" t="t" r="r" b="b"/>
              <a:pathLst>
                <a:path w="46740" h="46739" fill="none" extrusionOk="0">
                  <a:moveTo>
                    <a:pt x="29411" y="1"/>
                  </a:moveTo>
                  <a:lnTo>
                    <a:pt x="1" y="29411"/>
                  </a:lnTo>
                  <a:lnTo>
                    <a:pt x="17329" y="46739"/>
                  </a:lnTo>
                  <a:lnTo>
                    <a:pt x="46739" y="17328"/>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2522;p49"/>
            <p:cNvSpPr/>
            <p:nvPr/>
          </p:nvSpPr>
          <p:spPr>
            <a:xfrm>
              <a:off x="4121250" y="2331775"/>
              <a:ext cx="25" cy="306375"/>
            </a:xfrm>
            <a:custGeom>
              <a:avLst/>
              <a:gdLst/>
              <a:ahLst/>
              <a:cxnLst/>
              <a:rect l="l" t="t" r="r" b="b"/>
              <a:pathLst>
                <a:path w="1" h="12255" fill="none" extrusionOk="0">
                  <a:moveTo>
                    <a:pt x="0" y="0"/>
                  </a:moveTo>
                  <a:lnTo>
                    <a:pt x="0" y="12255"/>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2523;p49"/>
            <p:cNvSpPr/>
            <p:nvPr/>
          </p:nvSpPr>
          <p:spPr>
            <a:xfrm>
              <a:off x="4733975" y="2025425"/>
              <a:ext cx="25" cy="612725"/>
            </a:xfrm>
            <a:custGeom>
              <a:avLst/>
              <a:gdLst/>
              <a:ahLst/>
              <a:cxnLst/>
              <a:rect l="l" t="t" r="r" b="b"/>
              <a:pathLst>
                <a:path w="1" h="24509" fill="none" extrusionOk="0">
                  <a:moveTo>
                    <a:pt x="0" y="0"/>
                  </a:moveTo>
                  <a:lnTo>
                    <a:pt x="0" y="24509"/>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2524;p49"/>
            <p:cNvSpPr/>
            <p:nvPr/>
          </p:nvSpPr>
          <p:spPr>
            <a:xfrm>
              <a:off x="5346700" y="1719050"/>
              <a:ext cx="0" cy="919100"/>
            </a:xfrm>
            <a:custGeom>
              <a:avLst/>
              <a:gdLst/>
              <a:ahLst/>
              <a:cxnLst/>
              <a:rect l="l" t="t" r="r" b="b"/>
              <a:pathLst>
                <a:path h="36764" fill="none" extrusionOk="0">
                  <a:moveTo>
                    <a:pt x="0" y="1"/>
                  </a:moveTo>
                  <a:lnTo>
                    <a:pt x="0" y="36764"/>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2525;p49"/>
            <p:cNvSpPr/>
            <p:nvPr/>
          </p:nvSpPr>
          <p:spPr>
            <a:xfrm>
              <a:off x="3202175" y="391300"/>
              <a:ext cx="3063625" cy="3063625"/>
            </a:xfrm>
            <a:custGeom>
              <a:avLst/>
              <a:gdLst/>
              <a:ahLst/>
              <a:cxnLst/>
              <a:rect l="l" t="t" r="r" b="b"/>
              <a:pathLst>
                <a:path w="122545" h="122545" fill="none" extrusionOk="0">
                  <a:moveTo>
                    <a:pt x="0" y="61272"/>
                  </a:moveTo>
                  <a:cubicBezTo>
                    <a:pt x="0" y="27426"/>
                    <a:pt x="27450" y="0"/>
                    <a:pt x="61272" y="0"/>
                  </a:cubicBezTo>
                  <a:cubicBezTo>
                    <a:pt x="95119" y="0"/>
                    <a:pt x="122544" y="27426"/>
                    <a:pt x="122544" y="61272"/>
                  </a:cubicBezTo>
                  <a:cubicBezTo>
                    <a:pt x="122544" y="95119"/>
                    <a:pt x="95119" y="122544"/>
                    <a:pt x="61272" y="122544"/>
                  </a:cubicBezTo>
                  <a:cubicBezTo>
                    <a:pt x="27450" y="122544"/>
                    <a:pt x="0" y="95119"/>
                    <a:pt x="0" y="61272"/>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2526;p49"/>
            <p:cNvSpPr/>
            <p:nvPr/>
          </p:nvSpPr>
          <p:spPr>
            <a:xfrm>
              <a:off x="4019550" y="1004000"/>
              <a:ext cx="714450" cy="715075"/>
            </a:xfrm>
            <a:custGeom>
              <a:avLst/>
              <a:gdLst/>
              <a:ahLst/>
              <a:cxnLst/>
              <a:rect l="l" t="t" r="r" b="b"/>
              <a:pathLst>
                <a:path w="28578" h="28603" fill="none" extrusionOk="0">
                  <a:moveTo>
                    <a:pt x="0" y="28603"/>
                  </a:moveTo>
                  <a:lnTo>
                    <a:pt x="28577"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2527;p49"/>
            <p:cNvSpPr/>
            <p:nvPr/>
          </p:nvSpPr>
          <p:spPr>
            <a:xfrm>
              <a:off x="4274425" y="1004000"/>
              <a:ext cx="459575" cy="459575"/>
            </a:xfrm>
            <a:custGeom>
              <a:avLst/>
              <a:gdLst/>
              <a:ahLst/>
              <a:cxnLst/>
              <a:rect l="l" t="t" r="r" b="b"/>
              <a:pathLst>
                <a:path w="18383" h="18383" fill="none" extrusionOk="0">
                  <a:moveTo>
                    <a:pt x="18382" y="18383"/>
                  </a:moveTo>
                  <a:lnTo>
                    <a:pt x="18382" y="1"/>
                  </a:ln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619EE60C-FB91-41E8-6562-0C818BFBD3D2}"/>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F9661D84-12DE-8DB4-A148-50C9EBDCC604}"/>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Ambient Temperature</a:t>
            </a:r>
            <a:endParaRPr sz="2000"/>
          </a:p>
        </p:txBody>
      </p:sp>
      <p:sp>
        <p:nvSpPr>
          <p:cNvPr id="2506" name="Google Shape;2506;p49">
            <a:extLst>
              <a:ext uri="{FF2B5EF4-FFF2-40B4-BE49-F238E27FC236}">
                <a16:creationId xmlns:a16="http://schemas.microsoft.com/office/drawing/2014/main" id="{D5CF7850-A0F4-820D-F72C-41A1DBCAFD17}"/>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16</a:t>
            </a:fld>
            <a:endParaRPr/>
          </a:p>
        </p:txBody>
      </p:sp>
      <p:pic>
        <p:nvPicPr>
          <p:cNvPr id="3" name="Picture 2" descr="A graph of a graph showing the temperature of co&#10;&#10;Description automatically generated with medium confidence">
            <a:extLst>
              <a:ext uri="{FF2B5EF4-FFF2-40B4-BE49-F238E27FC236}">
                <a16:creationId xmlns:a16="http://schemas.microsoft.com/office/drawing/2014/main" id="{23DA3E4C-B821-7B5B-7D22-503F8CD797D3}"/>
              </a:ext>
            </a:extLst>
          </p:cNvPr>
          <p:cNvPicPr>
            <a:picLocks noChangeAspect="1"/>
          </p:cNvPicPr>
          <p:nvPr/>
        </p:nvPicPr>
        <p:blipFill>
          <a:blip r:embed="rId3"/>
          <a:stretch>
            <a:fillRect/>
          </a:stretch>
        </p:blipFill>
        <p:spPr>
          <a:xfrm>
            <a:off x="1015721" y="1332186"/>
            <a:ext cx="3556279" cy="3172810"/>
          </a:xfrm>
          <a:prstGeom prst="rect">
            <a:avLst/>
          </a:prstGeom>
        </p:spPr>
      </p:pic>
      <p:sp>
        <p:nvSpPr>
          <p:cNvPr id="4" name="Google Shape;2505;p49">
            <a:extLst>
              <a:ext uri="{FF2B5EF4-FFF2-40B4-BE49-F238E27FC236}">
                <a16:creationId xmlns:a16="http://schemas.microsoft.com/office/drawing/2014/main" id="{C03B4343-08BC-887E-2F6B-B081FC3DB2CF}"/>
              </a:ext>
            </a:extLst>
          </p:cNvPr>
          <p:cNvSpPr txBox="1">
            <a:spLocks/>
          </p:cNvSpPr>
          <p:nvPr/>
        </p:nvSpPr>
        <p:spPr>
          <a:xfrm>
            <a:off x="4682358" y="2094985"/>
            <a:ext cx="3803390" cy="150236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We can tell CO and AT aren't related because the points are loosely scattered</a:t>
            </a:r>
          </a:p>
        </p:txBody>
      </p:sp>
    </p:spTree>
    <p:extLst>
      <p:ext uri="{BB962C8B-B14F-4D97-AF65-F5344CB8AC3E}">
        <p14:creationId xmlns:p14="http://schemas.microsoft.com/office/powerpoint/2010/main" val="402177179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075650E8-2B77-FB4B-AC60-1817D60D5D96}"/>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9E4DA64D-8AD2-AA70-5A15-790D3030BD92}"/>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Ambient Pressure</a:t>
            </a:r>
            <a:endParaRPr sz="2000"/>
          </a:p>
        </p:txBody>
      </p:sp>
      <p:sp>
        <p:nvSpPr>
          <p:cNvPr id="2506" name="Google Shape;2506;p49">
            <a:extLst>
              <a:ext uri="{FF2B5EF4-FFF2-40B4-BE49-F238E27FC236}">
                <a16:creationId xmlns:a16="http://schemas.microsoft.com/office/drawing/2014/main" id="{CB85D703-89E6-7FF6-68E1-76775E4E61EA}"/>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17</a:t>
            </a:fld>
            <a:endParaRPr/>
          </a:p>
        </p:txBody>
      </p:sp>
      <p:pic>
        <p:nvPicPr>
          <p:cNvPr id="3" name="Picture 2">
            <a:extLst>
              <a:ext uri="{FF2B5EF4-FFF2-40B4-BE49-F238E27FC236}">
                <a16:creationId xmlns:a16="http://schemas.microsoft.com/office/drawing/2014/main" id="{984E3705-9469-5334-C529-892DC4CEC9D1}"/>
              </a:ext>
            </a:extLst>
          </p:cNvPr>
          <p:cNvPicPr>
            <a:picLocks noChangeAspect="1"/>
          </p:cNvPicPr>
          <p:nvPr/>
        </p:nvPicPr>
        <p:blipFill>
          <a:blip r:embed="rId3"/>
          <a:srcRect/>
          <a:stretch/>
        </p:blipFill>
        <p:spPr>
          <a:xfrm>
            <a:off x="1022683" y="1332186"/>
            <a:ext cx="3542355" cy="3172810"/>
          </a:xfrm>
          <a:prstGeom prst="rect">
            <a:avLst/>
          </a:prstGeom>
        </p:spPr>
      </p:pic>
      <p:sp>
        <p:nvSpPr>
          <p:cNvPr id="4" name="Google Shape;2505;p49">
            <a:extLst>
              <a:ext uri="{FF2B5EF4-FFF2-40B4-BE49-F238E27FC236}">
                <a16:creationId xmlns:a16="http://schemas.microsoft.com/office/drawing/2014/main" id="{BCBA659C-0014-1505-72A4-6E04B4A066E1}"/>
              </a:ext>
            </a:extLst>
          </p:cNvPr>
          <p:cNvSpPr txBox="1">
            <a:spLocks/>
          </p:cNvSpPr>
          <p:nvPr/>
        </p:nvSpPr>
        <p:spPr>
          <a:xfrm>
            <a:off x="4682358" y="2094985"/>
            <a:ext cx="3803390" cy="150236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We can tell CO and AP aren't related because the points are loosely scattered</a:t>
            </a:r>
          </a:p>
        </p:txBody>
      </p:sp>
    </p:spTree>
    <p:extLst>
      <p:ext uri="{BB962C8B-B14F-4D97-AF65-F5344CB8AC3E}">
        <p14:creationId xmlns:p14="http://schemas.microsoft.com/office/powerpoint/2010/main" val="147181252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364825BC-B339-599F-7BB1-570783976B04}"/>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CE5FD855-4E11-C28D-D7FA-BE5192B7A468}"/>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Ambient Humidity</a:t>
            </a:r>
            <a:endParaRPr sz="2000"/>
          </a:p>
        </p:txBody>
      </p:sp>
      <p:sp>
        <p:nvSpPr>
          <p:cNvPr id="2506" name="Google Shape;2506;p49">
            <a:extLst>
              <a:ext uri="{FF2B5EF4-FFF2-40B4-BE49-F238E27FC236}">
                <a16:creationId xmlns:a16="http://schemas.microsoft.com/office/drawing/2014/main" id="{FCB80A5B-B489-7A00-5E06-950330AE6D07}"/>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18</a:t>
            </a:fld>
            <a:endParaRPr/>
          </a:p>
        </p:txBody>
      </p:sp>
      <p:pic>
        <p:nvPicPr>
          <p:cNvPr id="3" name="Picture 2">
            <a:extLst>
              <a:ext uri="{FF2B5EF4-FFF2-40B4-BE49-F238E27FC236}">
                <a16:creationId xmlns:a16="http://schemas.microsoft.com/office/drawing/2014/main" id="{0B25BB15-5053-80BD-28D4-4D8701160A9C}"/>
              </a:ext>
            </a:extLst>
          </p:cNvPr>
          <p:cNvPicPr>
            <a:picLocks noChangeAspect="1"/>
          </p:cNvPicPr>
          <p:nvPr/>
        </p:nvPicPr>
        <p:blipFill>
          <a:blip r:embed="rId3"/>
          <a:srcRect/>
          <a:stretch/>
        </p:blipFill>
        <p:spPr>
          <a:xfrm>
            <a:off x="1030896" y="1332186"/>
            <a:ext cx="3525929" cy="3172810"/>
          </a:xfrm>
          <a:prstGeom prst="rect">
            <a:avLst/>
          </a:prstGeom>
        </p:spPr>
      </p:pic>
      <p:sp>
        <p:nvSpPr>
          <p:cNvPr id="4" name="Google Shape;2505;p49">
            <a:extLst>
              <a:ext uri="{FF2B5EF4-FFF2-40B4-BE49-F238E27FC236}">
                <a16:creationId xmlns:a16="http://schemas.microsoft.com/office/drawing/2014/main" id="{24144A5C-94F9-9910-55AC-F2E4DD633223}"/>
              </a:ext>
            </a:extLst>
          </p:cNvPr>
          <p:cNvSpPr txBox="1">
            <a:spLocks/>
          </p:cNvSpPr>
          <p:nvPr/>
        </p:nvSpPr>
        <p:spPr>
          <a:xfrm>
            <a:off x="4682358" y="2094985"/>
            <a:ext cx="3803390" cy="150236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 We can tell CO and AH aren't related because the points are loosely scattered</a:t>
            </a:r>
          </a:p>
        </p:txBody>
      </p:sp>
    </p:spTree>
    <p:extLst>
      <p:ext uri="{BB962C8B-B14F-4D97-AF65-F5344CB8AC3E}">
        <p14:creationId xmlns:p14="http://schemas.microsoft.com/office/powerpoint/2010/main" val="373592868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8928B785-BFBD-4C14-DEA0-CC6E907F48C2}"/>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9632DF76-0D2E-4182-B996-46ABD321EBC4}"/>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Air Filter Difference Pressure</a:t>
            </a:r>
            <a:br>
              <a:rPr lang="en-US" sz="2000"/>
            </a:br>
            <a:endParaRPr sz="2000"/>
          </a:p>
        </p:txBody>
      </p:sp>
      <p:sp>
        <p:nvSpPr>
          <p:cNvPr id="2506" name="Google Shape;2506;p49">
            <a:extLst>
              <a:ext uri="{FF2B5EF4-FFF2-40B4-BE49-F238E27FC236}">
                <a16:creationId xmlns:a16="http://schemas.microsoft.com/office/drawing/2014/main" id="{EE534566-A2A0-B0F4-B19E-B7AD55AEFFBB}"/>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19</a:t>
            </a:fld>
            <a:endParaRPr/>
          </a:p>
        </p:txBody>
      </p:sp>
      <p:pic>
        <p:nvPicPr>
          <p:cNvPr id="3" name="Picture 2">
            <a:extLst>
              <a:ext uri="{FF2B5EF4-FFF2-40B4-BE49-F238E27FC236}">
                <a16:creationId xmlns:a16="http://schemas.microsoft.com/office/drawing/2014/main" id="{98A966C4-856B-2DB3-0E2A-FF54A4D4C079}"/>
              </a:ext>
            </a:extLst>
          </p:cNvPr>
          <p:cNvPicPr>
            <a:picLocks noChangeAspect="1"/>
          </p:cNvPicPr>
          <p:nvPr/>
        </p:nvPicPr>
        <p:blipFill>
          <a:blip r:embed="rId3"/>
          <a:srcRect/>
          <a:stretch/>
        </p:blipFill>
        <p:spPr>
          <a:xfrm>
            <a:off x="973757" y="1414955"/>
            <a:ext cx="3449842" cy="3172810"/>
          </a:xfrm>
          <a:prstGeom prst="rect">
            <a:avLst/>
          </a:prstGeom>
        </p:spPr>
      </p:pic>
      <p:sp>
        <p:nvSpPr>
          <p:cNvPr id="4" name="Google Shape;2505;p49">
            <a:extLst>
              <a:ext uri="{FF2B5EF4-FFF2-40B4-BE49-F238E27FC236}">
                <a16:creationId xmlns:a16="http://schemas.microsoft.com/office/drawing/2014/main" id="{E035ADAE-BEF5-F748-1132-87A6583807C4}"/>
              </a:ext>
            </a:extLst>
          </p:cNvPr>
          <p:cNvSpPr txBox="1">
            <a:spLocks/>
          </p:cNvSpPr>
          <p:nvPr/>
        </p:nvSpPr>
        <p:spPr>
          <a:xfrm>
            <a:off x="4682358" y="2094985"/>
            <a:ext cx="3803390" cy="150236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As the x-axis variable increases, the y-axis variable decreases.</a:t>
            </a:r>
          </a:p>
          <a:p>
            <a:r>
              <a:rPr lang="en-US" sz="2000">
                <a:solidFill>
                  <a:schemeClr val="tx2"/>
                </a:solidFill>
              </a:rPr>
              <a:t> We can tell CO and AFDP have a negative relationship</a:t>
            </a:r>
          </a:p>
        </p:txBody>
      </p:sp>
    </p:spTree>
    <p:extLst>
      <p:ext uri="{BB962C8B-B14F-4D97-AF65-F5344CB8AC3E}">
        <p14:creationId xmlns:p14="http://schemas.microsoft.com/office/powerpoint/2010/main" val="5089341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0E6595B4-70D0-C1FC-9840-F31EC2B8497F}"/>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0C274AD8-B2E3-0047-F938-578A017FF1DD}"/>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Turbine Exhaust Pressure</a:t>
            </a:r>
            <a:br>
              <a:rPr lang="en-US" sz="2000"/>
            </a:br>
            <a:endParaRPr sz="2000"/>
          </a:p>
        </p:txBody>
      </p:sp>
      <p:sp>
        <p:nvSpPr>
          <p:cNvPr id="2506" name="Google Shape;2506;p49">
            <a:extLst>
              <a:ext uri="{FF2B5EF4-FFF2-40B4-BE49-F238E27FC236}">
                <a16:creationId xmlns:a16="http://schemas.microsoft.com/office/drawing/2014/main" id="{086B54E0-FA50-E59B-5F57-1C7E90F785D5}"/>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20</a:t>
            </a:fld>
            <a:endParaRPr/>
          </a:p>
        </p:txBody>
      </p:sp>
      <p:pic>
        <p:nvPicPr>
          <p:cNvPr id="3" name="Picture 2">
            <a:extLst>
              <a:ext uri="{FF2B5EF4-FFF2-40B4-BE49-F238E27FC236}">
                <a16:creationId xmlns:a16="http://schemas.microsoft.com/office/drawing/2014/main" id="{E08994B3-0A79-4724-A3DF-83F9B4AF14FD}"/>
              </a:ext>
            </a:extLst>
          </p:cNvPr>
          <p:cNvPicPr>
            <a:picLocks noChangeAspect="1"/>
          </p:cNvPicPr>
          <p:nvPr/>
        </p:nvPicPr>
        <p:blipFill>
          <a:blip r:embed="rId3"/>
          <a:srcRect/>
          <a:stretch/>
        </p:blipFill>
        <p:spPr>
          <a:xfrm>
            <a:off x="973757" y="1459502"/>
            <a:ext cx="3449842" cy="3083715"/>
          </a:xfrm>
          <a:prstGeom prst="rect">
            <a:avLst/>
          </a:prstGeom>
        </p:spPr>
      </p:pic>
      <p:sp>
        <p:nvSpPr>
          <p:cNvPr id="4" name="Google Shape;2505;p49">
            <a:extLst>
              <a:ext uri="{FF2B5EF4-FFF2-40B4-BE49-F238E27FC236}">
                <a16:creationId xmlns:a16="http://schemas.microsoft.com/office/drawing/2014/main" id="{A700A2E0-1243-5FFF-BDF1-3F090A19DCA8}"/>
              </a:ext>
            </a:extLst>
          </p:cNvPr>
          <p:cNvSpPr txBox="1">
            <a:spLocks/>
          </p:cNvSpPr>
          <p:nvPr/>
        </p:nvSpPr>
        <p:spPr>
          <a:xfrm>
            <a:off x="4682358" y="2094984"/>
            <a:ext cx="3803390" cy="19961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As the x-axis variable increases, the y-axis variable decreases.</a:t>
            </a:r>
          </a:p>
          <a:p>
            <a:r>
              <a:rPr lang="en-US" sz="2000">
                <a:solidFill>
                  <a:schemeClr val="tx2"/>
                </a:solidFill>
              </a:rPr>
              <a:t>We can tell CO and GTEP have a negative relationship</a:t>
            </a:r>
          </a:p>
        </p:txBody>
      </p:sp>
    </p:spTree>
    <p:extLst>
      <p:ext uri="{BB962C8B-B14F-4D97-AF65-F5344CB8AC3E}">
        <p14:creationId xmlns:p14="http://schemas.microsoft.com/office/powerpoint/2010/main" val="300046100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9CABA2A0-A589-77A4-D233-237C8F37F55F}"/>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21AA884F-8CBE-3079-9E5B-550AFC6A980B}"/>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Turbine Inlet Temperature</a:t>
            </a:r>
            <a:br>
              <a:rPr lang="en-US" sz="2000"/>
            </a:br>
            <a:endParaRPr sz="2000"/>
          </a:p>
        </p:txBody>
      </p:sp>
      <p:sp>
        <p:nvSpPr>
          <p:cNvPr id="2506" name="Google Shape;2506;p49">
            <a:extLst>
              <a:ext uri="{FF2B5EF4-FFF2-40B4-BE49-F238E27FC236}">
                <a16:creationId xmlns:a16="http://schemas.microsoft.com/office/drawing/2014/main" id="{0131CCB6-F23C-8C7B-C04D-E9EF557B77D2}"/>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21</a:t>
            </a:fld>
            <a:endParaRPr/>
          </a:p>
        </p:txBody>
      </p:sp>
      <p:pic>
        <p:nvPicPr>
          <p:cNvPr id="3" name="Picture 2">
            <a:extLst>
              <a:ext uri="{FF2B5EF4-FFF2-40B4-BE49-F238E27FC236}">
                <a16:creationId xmlns:a16="http://schemas.microsoft.com/office/drawing/2014/main" id="{1B18623B-34E3-E909-8013-F21044B74296}"/>
              </a:ext>
            </a:extLst>
          </p:cNvPr>
          <p:cNvPicPr>
            <a:picLocks noChangeAspect="1"/>
          </p:cNvPicPr>
          <p:nvPr/>
        </p:nvPicPr>
        <p:blipFill>
          <a:blip r:embed="rId3"/>
          <a:srcRect/>
          <a:stretch/>
        </p:blipFill>
        <p:spPr>
          <a:xfrm>
            <a:off x="978317" y="1459502"/>
            <a:ext cx="3440722" cy="3083715"/>
          </a:xfrm>
          <a:prstGeom prst="rect">
            <a:avLst/>
          </a:prstGeom>
        </p:spPr>
      </p:pic>
      <p:sp>
        <p:nvSpPr>
          <p:cNvPr id="4" name="Google Shape;2505;p49">
            <a:extLst>
              <a:ext uri="{FF2B5EF4-FFF2-40B4-BE49-F238E27FC236}">
                <a16:creationId xmlns:a16="http://schemas.microsoft.com/office/drawing/2014/main" id="{D906AD67-7C67-89D1-C017-BC435B882391}"/>
              </a:ext>
            </a:extLst>
          </p:cNvPr>
          <p:cNvSpPr txBox="1">
            <a:spLocks/>
          </p:cNvSpPr>
          <p:nvPr/>
        </p:nvSpPr>
        <p:spPr>
          <a:xfrm>
            <a:off x="4682358" y="2094984"/>
            <a:ext cx="3803390" cy="19961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As the x-axis variable increases, the y-axis variable decreases.</a:t>
            </a:r>
          </a:p>
          <a:p>
            <a:r>
              <a:rPr lang="en-US" sz="2000">
                <a:solidFill>
                  <a:schemeClr val="tx2"/>
                </a:solidFill>
              </a:rPr>
              <a:t>We can tell CO and TIT have a negative relationship</a:t>
            </a:r>
          </a:p>
        </p:txBody>
      </p:sp>
    </p:spTree>
    <p:extLst>
      <p:ext uri="{BB962C8B-B14F-4D97-AF65-F5344CB8AC3E}">
        <p14:creationId xmlns:p14="http://schemas.microsoft.com/office/powerpoint/2010/main" val="324234403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2DD689F0-DBA0-3726-BDF8-B78BE38B718E}"/>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827B5A81-393A-C4C8-4FC9-F04416AC8D7D}"/>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Turbine After Temperature</a:t>
            </a:r>
            <a:br>
              <a:rPr lang="en-US" sz="2000"/>
            </a:br>
            <a:endParaRPr sz="2000"/>
          </a:p>
        </p:txBody>
      </p:sp>
      <p:sp>
        <p:nvSpPr>
          <p:cNvPr id="2506" name="Google Shape;2506;p49">
            <a:extLst>
              <a:ext uri="{FF2B5EF4-FFF2-40B4-BE49-F238E27FC236}">
                <a16:creationId xmlns:a16="http://schemas.microsoft.com/office/drawing/2014/main" id="{446CD584-5293-FB5C-1FEB-EAC2D7986254}"/>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22</a:t>
            </a:fld>
            <a:endParaRPr/>
          </a:p>
        </p:txBody>
      </p:sp>
      <p:pic>
        <p:nvPicPr>
          <p:cNvPr id="3" name="Picture 2">
            <a:extLst>
              <a:ext uri="{FF2B5EF4-FFF2-40B4-BE49-F238E27FC236}">
                <a16:creationId xmlns:a16="http://schemas.microsoft.com/office/drawing/2014/main" id="{DEA1424B-F928-8B42-5564-4048DC29A37D}"/>
              </a:ext>
            </a:extLst>
          </p:cNvPr>
          <p:cNvPicPr>
            <a:picLocks noChangeAspect="1"/>
          </p:cNvPicPr>
          <p:nvPr/>
        </p:nvPicPr>
        <p:blipFill>
          <a:blip r:embed="rId3"/>
          <a:srcRect/>
          <a:stretch/>
        </p:blipFill>
        <p:spPr>
          <a:xfrm>
            <a:off x="992356" y="1459502"/>
            <a:ext cx="3412644" cy="3083715"/>
          </a:xfrm>
          <a:prstGeom prst="rect">
            <a:avLst/>
          </a:prstGeom>
        </p:spPr>
      </p:pic>
      <p:sp>
        <p:nvSpPr>
          <p:cNvPr id="4" name="Google Shape;2505;p49">
            <a:extLst>
              <a:ext uri="{FF2B5EF4-FFF2-40B4-BE49-F238E27FC236}">
                <a16:creationId xmlns:a16="http://schemas.microsoft.com/office/drawing/2014/main" id="{4554AE8B-C68A-4768-676F-0F79A785FC70}"/>
              </a:ext>
            </a:extLst>
          </p:cNvPr>
          <p:cNvSpPr txBox="1">
            <a:spLocks/>
          </p:cNvSpPr>
          <p:nvPr/>
        </p:nvSpPr>
        <p:spPr>
          <a:xfrm>
            <a:off x="4682358" y="2094984"/>
            <a:ext cx="3803390" cy="19961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We can tell CO and TAT aren't related because the points are loosely scattered</a:t>
            </a:r>
          </a:p>
        </p:txBody>
      </p:sp>
    </p:spTree>
    <p:extLst>
      <p:ext uri="{BB962C8B-B14F-4D97-AF65-F5344CB8AC3E}">
        <p14:creationId xmlns:p14="http://schemas.microsoft.com/office/powerpoint/2010/main" val="338550217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42C1D30C-3C38-9306-780F-4ABF80D22E46}"/>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40412F81-4679-1C1E-61D5-A29E192AEC5A}"/>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Compressor Discharge Pressure</a:t>
            </a:r>
            <a:br>
              <a:rPr lang="en-US" sz="2000"/>
            </a:br>
            <a:endParaRPr sz="2000"/>
          </a:p>
        </p:txBody>
      </p:sp>
      <p:sp>
        <p:nvSpPr>
          <p:cNvPr id="2506" name="Google Shape;2506;p49">
            <a:extLst>
              <a:ext uri="{FF2B5EF4-FFF2-40B4-BE49-F238E27FC236}">
                <a16:creationId xmlns:a16="http://schemas.microsoft.com/office/drawing/2014/main" id="{3E7C2682-ED5E-E040-D779-77F6F0DC80FB}"/>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23</a:t>
            </a:fld>
            <a:endParaRPr/>
          </a:p>
        </p:txBody>
      </p:sp>
      <p:pic>
        <p:nvPicPr>
          <p:cNvPr id="3" name="Picture 2">
            <a:extLst>
              <a:ext uri="{FF2B5EF4-FFF2-40B4-BE49-F238E27FC236}">
                <a16:creationId xmlns:a16="http://schemas.microsoft.com/office/drawing/2014/main" id="{92C2768C-B3CB-CE5B-42A6-53856BEE1648}"/>
              </a:ext>
            </a:extLst>
          </p:cNvPr>
          <p:cNvPicPr>
            <a:picLocks noChangeAspect="1"/>
          </p:cNvPicPr>
          <p:nvPr/>
        </p:nvPicPr>
        <p:blipFill>
          <a:blip r:embed="rId3"/>
          <a:srcRect/>
          <a:stretch/>
        </p:blipFill>
        <p:spPr>
          <a:xfrm>
            <a:off x="992356" y="1463084"/>
            <a:ext cx="3412644" cy="3076550"/>
          </a:xfrm>
          <a:prstGeom prst="rect">
            <a:avLst/>
          </a:prstGeom>
        </p:spPr>
      </p:pic>
      <p:sp>
        <p:nvSpPr>
          <p:cNvPr id="4" name="Google Shape;2505;p49">
            <a:extLst>
              <a:ext uri="{FF2B5EF4-FFF2-40B4-BE49-F238E27FC236}">
                <a16:creationId xmlns:a16="http://schemas.microsoft.com/office/drawing/2014/main" id="{F14AED74-A24E-B1D8-5307-30D4A5E19EB2}"/>
              </a:ext>
            </a:extLst>
          </p:cNvPr>
          <p:cNvSpPr txBox="1">
            <a:spLocks/>
          </p:cNvSpPr>
          <p:nvPr/>
        </p:nvSpPr>
        <p:spPr>
          <a:xfrm>
            <a:off x="4682358" y="2094984"/>
            <a:ext cx="3803390" cy="19961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As the x-axis variable increases, the y-axis variable decreases.</a:t>
            </a:r>
          </a:p>
          <a:p>
            <a:r>
              <a:rPr lang="en-US" sz="2000">
                <a:solidFill>
                  <a:schemeClr val="tx2"/>
                </a:solidFill>
              </a:rPr>
              <a:t>We can tell CO and CDP have a negative relationship</a:t>
            </a:r>
          </a:p>
        </p:txBody>
      </p:sp>
    </p:spTree>
    <p:extLst>
      <p:ext uri="{BB962C8B-B14F-4D97-AF65-F5344CB8AC3E}">
        <p14:creationId xmlns:p14="http://schemas.microsoft.com/office/powerpoint/2010/main" val="155472570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504">
          <a:extLst>
            <a:ext uri="{FF2B5EF4-FFF2-40B4-BE49-F238E27FC236}">
              <a16:creationId xmlns:a16="http://schemas.microsoft.com/office/drawing/2014/main" id="{4463D8B7-91AA-4FD0-299D-F1D5744F1402}"/>
            </a:ext>
          </a:extLst>
        </p:cNvPr>
        <p:cNvGrpSpPr/>
        <p:nvPr/>
      </p:nvGrpSpPr>
      <p:grpSpPr>
        <a:xfrm>
          <a:off x="0" y="0"/>
          <a:ext cx="0" cy="0"/>
          <a:chOff x="0" y="0"/>
          <a:chExt cx="0" cy="0"/>
        </a:xfrm>
      </p:grpSpPr>
      <p:sp>
        <p:nvSpPr>
          <p:cNvPr id="2505" name="Google Shape;2505;p49">
            <a:extLst>
              <a:ext uri="{FF2B5EF4-FFF2-40B4-BE49-F238E27FC236}">
                <a16:creationId xmlns:a16="http://schemas.microsoft.com/office/drawing/2014/main" id="{E0497E2F-A727-2FAD-0FB0-BF25FAD41206}"/>
              </a:ext>
            </a:extLst>
          </p:cNvPr>
          <p:cNvSpPr txBox="1">
            <a:spLocks noGrp="1"/>
          </p:cNvSpPr>
          <p:nvPr>
            <p:ph type="title"/>
          </p:nvPr>
        </p:nvSpPr>
        <p:spPr>
          <a:xfrm>
            <a:off x="720000" y="44598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000"/>
              <a:t>Check relation between </a:t>
            </a:r>
            <a:r>
              <a:rPr lang="en-US" sz="2000" err="1"/>
              <a:t>independant</a:t>
            </a:r>
            <a:r>
              <a:rPr lang="en-US" sz="2000"/>
              <a:t> variables and target CO graphically CO and Compressor Discharge Pressure</a:t>
            </a:r>
            <a:br>
              <a:rPr lang="en-US" sz="2000"/>
            </a:br>
            <a:endParaRPr sz="2000"/>
          </a:p>
        </p:txBody>
      </p:sp>
      <p:sp>
        <p:nvSpPr>
          <p:cNvPr id="2506" name="Google Shape;2506;p49">
            <a:extLst>
              <a:ext uri="{FF2B5EF4-FFF2-40B4-BE49-F238E27FC236}">
                <a16:creationId xmlns:a16="http://schemas.microsoft.com/office/drawing/2014/main" id="{E19B7CDE-FA75-AAF5-DA77-97C5D4B8CFD0}"/>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24</a:t>
            </a:fld>
            <a:endParaRPr/>
          </a:p>
        </p:txBody>
      </p:sp>
      <p:pic>
        <p:nvPicPr>
          <p:cNvPr id="3" name="Picture 2">
            <a:extLst>
              <a:ext uri="{FF2B5EF4-FFF2-40B4-BE49-F238E27FC236}">
                <a16:creationId xmlns:a16="http://schemas.microsoft.com/office/drawing/2014/main" id="{FD6DB389-CC83-135C-9D29-AB32CCBB9BCB}"/>
              </a:ext>
            </a:extLst>
          </p:cNvPr>
          <p:cNvPicPr>
            <a:picLocks noChangeAspect="1"/>
          </p:cNvPicPr>
          <p:nvPr/>
        </p:nvPicPr>
        <p:blipFill>
          <a:blip r:embed="rId3"/>
          <a:srcRect/>
          <a:stretch/>
        </p:blipFill>
        <p:spPr>
          <a:xfrm>
            <a:off x="992356" y="1463084"/>
            <a:ext cx="3412644" cy="3076550"/>
          </a:xfrm>
          <a:prstGeom prst="rect">
            <a:avLst/>
          </a:prstGeom>
        </p:spPr>
      </p:pic>
      <p:sp>
        <p:nvSpPr>
          <p:cNvPr id="4" name="Google Shape;2505;p49">
            <a:extLst>
              <a:ext uri="{FF2B5EF4-FFF2-40B4-BE49-F238E27FC236}">
                <a16:creationId xmlns:a16="http://schemas.microsoft.com/office/drawing/2014/main" id="{9541B433-AF2E-8262-1BB2-AEFE53BCC09B}"/>
              </a:ext>
            </a:extLst>
          </p:cNvPr>
          <p:cNvSpPr txBox="1">
            <a:spLocks/>
          </p:cNvSpPr>
          <p:nvPr/>
        </p:nvSpPr>
        <p:spPr>
          <a:xfrm>
            <a:off x="4682358" y="2094984"/>
            <a:ext cx="3803390" cy="19961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As the x-axis variable increases, the y-axis variable decreases.</a:t>
            </a:r>
          </a:p>
          <a:p>
            <a:r>
              <a:rPr lang="en-US" sz="2000">
                <a:solidFill>
                  <a:schemeClr val="tx2"/>
                </a:solidFill>
              </a:rPr>
              <a:t>We can tell CO and CDP have a negative relationship</a:t>
            </a:r>
          </a:p>
        </p:txBody>
      </p:sp>
    </p:spTree>
    <p:extLst>
      <p:ext uri="{BB962C8B-B14F-4D97-AF65-F5344CB8AC3E}">
        <p14:creationId xmlns:p14="http://schemas.microsoft.com/office/powerpoint/2010/main" val="23080609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AE5E12AC-B06C-599A-BAA3-162C8F4CC0E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B251B52-D289-F83B-01D1-1DAFF1F2AC02}"/>
              </a:ext>
            </a:extLst>
          </p:cNvPr>
          <p:cNvSpPr/>
          <p:nvPr/>
        </p:nvSpPr>
        <p:spPr>
          <a:xfrm>
            <a:off x="1050078" y="1202194"/>
            <a:ext cx="4034364" cy="3676507"/>
          </a:xfrm>
          <a:prstGeom prst="rect">
            <a:avLst/>
          </a:prstGeom>
          <a:solidFill>
            <a:srgbClr val="49194F"/>
          </a:solidFill>
          <a:ln>
            <a:solidFill>
              <a:srgbClr val="F7ECF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1" name="Google Shape;2491;p48">
            <a:extLst>
              <a:ext uri="{FF2B5EF4-FFF2-40B4-BE49-F238E27FC236}">
                <a16:creationId xmlns:a16="http://schemas.microsoft.com/office/drawing/2014/main" id="{250EA431-D909-1C61-BF28-A27D344C39E7}"/>
              </a:ext>
            </a:extLst>
          </p:cNvPr>
          <p:cNvSpPr txBox="1">
            <a:spLocks noGrp="1"/>
          </p:cNvSpPr>
          <p:nvPr>
            <p:ph type="subTitle" idx="1"/>
          </p:nvPr>
        </p:nvSpPr>
        <p:spPr>
          <a:xfrm>
            <a:off x="2225858" y="1727719"/>
            <a:ext cx="23520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492" name="Google Shape;2492;p48">
            <a:extLst>
              <a:ext uri="{FF2B5EF4-FFF2-40B4-BE49-F238E27FC236}">
                <a16:creationId xmlns:a16="http://schemas.microsoft.com/office/drawing/2014/main" id="{84EE6E25-9353-602E-4DD8-5E86948E0868}"/>
              </a:ext>
            </a:extLst>
          </p:cNvPr>
          <p:cNvSpPr txBox="1">
            <a:spLocks noGrp="1"/>
          </p:cNvSpPr>
          <p:nvPr>
            <p:ph type="subTitle" idx="2"/>
          </p:nvPr>
        </p:nvSpPr>
        <p:spPr>
          <a:xfrm>
            <a:off x="2225858" y="2300419"/>
            <a:ext cx="2352000" cy="65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494" name="Google Shape;2494;p48">
            <a:extLst>
              <a:ext uri="{FF2B5EF4-FFF2-40B4-BE49-F238E27FC236}">
                <a16:creationId xmlns:a16="http://schemas.microsoft.com/office/drawing/2014/main" id="{68AB6B61-DD3E-94EC-E38B-76983717534B}"/>
              </a:ext>
            </a:extLst>
          </p:cNvPr>
          <p:cNvSpPr txBox="1">
            <a:spLocks noGrp="1"/>
          </p:cNvSpPr>
          <p:nvPr>
            <p:ph type="subTitle" idx="4"/>
          </p:nvPr>
        </p:nvSpPr>
        <p:spPr>
          <a:xfrm>
            <a:off x="2225858" y="3690344"/>
            <a:ext cx="2352000" cy="65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2496" name="Google Shape;2496;p48">
            <a:extLst>
              <a:ext uri="{FF2B5EF4-FFF2-40B4-BE49-F238E27FC236}">
                <a16:creationId xmlns:a16="http://schemas.microsoft.com/office/drawing/2014/main" id="{5E2F9D08-2077-960B-A086-54EF504C527F}"/>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25</a:t>
            </a:fld>
            <a:endParaRPr/>
          </a:p>
        </p:txBody>
      </p:sp>
      <p:sp>
        <p:nvSpPr>
          <p:cNvPr id="2497" name="Google Shape;2497;p48">
            <a:extLst>
              <a:ext uri="{FF2B5EF4-FFF2-40B4-BE49-F238E27FC236}">
                <a16:creationId xmlns:a16="http://schemas.microsoft.com/office/drawing/2014/main" id="{91130FD7-157D-3825-6888-FF61AE728FC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Variable normality test</a:t>
            </a:r>
            <a:endParaRPr/>
          </a:p>
        </p:txBody>
      </p:sp>
      <p:sp>
        <p:nvSpPr>
          <p:cNvPr id="2498" name="Google Shape;2498;p48">
            <a:extLst>
              <a:ext uri="{FF2B5EF4-FFF2-40B4-BE49-F238E27FC236}">
                <a16:creationId xmlns:a16="http://schemas.microsoft.com/office/drawing/2014/main" id="{20428003-E8FE-A6FF-1FB2-D0EE223D2052}"/>
              </a:ext>
            </a:extLst>
          </p:cNvPr>
          <p:cNvSpPr txBox="1">
            <a:spLocks noGrp="1"/>
          </p:cNvSpPr>
          <p:nvPr>
            <p:ph type="subTitle" idx="6"/>
          </p:nvPr>
        </p:nvSpPr>
        <p:spPr>
          <a:xfrm>
            <a:off x="2225858" y="3117644"/>
            <a:ext cx="23520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499" name="Google Shape;2499;p48">
            <a:extLst>
              <a:ext uri="{FF2B5EF4-FFF2-40B4-BE49-F238E27FC236}">
                <a16:creationId xmlns:a16="http://schemas.microsoft.com/office/drawing/2014/main" id="{59303FD6-F3E3-0A66-C125-38B2AE9213F3}"/>
              </a:ext>
            </a:extLst>
          </p:cNvPr>
          <p:cNvSpPr txBox="1">
            <a:spLocks noGrp="1"/>
          </p:cNvSpPr>
          <p:nvPr>
            <p:ph type="subTitle" idx="7"/>
          </p:nvPr>
        </p:nvSpPr>
        <p:spPr>
          <a:xfrm>
            <a:off x="5401879" y="1971736"/>
            <a:ext cx="3281851" cy="2043025"/>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a:solidFill>
                  <a:schemeClr val="tx2"/>
                </a:solidFill>
              </a:rPr>
              <a:t>We can remark that all of our variables don't follow a normal distribution</a:t>
            </a:r>
          </a:p>
        </p:txBody>
      </p:sp>
      <p:pic>
        <p:nvPicPr>
          <p:cNvPr id="3" name="Picture 2">
            <a:extLst>
              <a:ext uri="{FF2B5EF4-FFF2-40B4-BE49-F238E27FC236}">
                <a16:creationId xmlns:a16="http://schemas.microsoft.com/office/drawing/2014/main" id="{C3C430AB-B751-2596-ED58-B41FC0283273}"/>
              </a:ext>
            </a:extLst>
          </p:cNvPr>
          <p:cNvPicPr>
            <a:picLocks noChangeAspect="1"/>
          </p:cNvPicPr>
          <p:nvPr/>
        </p:nvPicPr>
        <p:blipFill>
          <a:blip r:embed="rId3"/>
          <a:stretch>
            <a:fillRect/>
          </a:stretch>
        </p:blipFill>
        <p:spPr>
          <a:xfrm>
            <a:off x="1143333" y="1301882"/>
            <a:ext cx="3844805" cy="3454499"/>
          </a:xfrm>
          <a:prstGeom prst="rect">
            <a:avLst/>
          </a:prstGeom>
        </p:spPr>
      </p:pic>
    </p:spTree>
    <p:extLst>
      <p:ext uri="{BB962C8B-B14F-4D97-AF65-F5344CB8AC3E}">
        <p14:creationId xmlns:p14="http://schemas.microsoft.com/office/powerpoint/2010/main" val="306582254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0F584AC4-A2DC-8BE4-0E3E-58CD2C5BE2CA}"/>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1523A7B4-1AC5-37B3-BB3C-789D4008818D}"/>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26</a:t>
            </a:fld>
            <a:endParaRPr/>
          </a:p>
        </p:txBody>
      </p:sp>
      <p:sp>
        <p:nvSpPr>
          <p:cNvPr id="2497" name="Google Shape;2497;p48">
            <a:extLst>
              <a:ext uri="{FF2B5EF4-FFF2-40B4-BE49-F238E27FC236}">
                <a16:creationId xmlns:a16="http://schemas.microsoft.com/office/drawing/2014/main" id="{7C2B928F-5FB3-6DDF-FB53-C7F20D0F5F96}"/>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Skewness and Kurtosis tests</a:t>
            </a:r>
            <a:endParaRPr/>
          </a:p>
        </p:txBody>
      </p:sp>
      <p:sp>
        <p:nvSpPr>
          <p:cNvPr id="2499" name="Google Shape;2499;p48">
            <a:extLst>
              <a:ext uri="{FF2B5EF4-FFF2-40B4-BE49-F238E27FC236}">
                <a16:creationId xmlns:a16="http://schemas.microsoft.com/office/drawing/2014/main" id="{17A4BE12-FDC1-57E0-C3C7-A27A7E85C130}"/>
              </a:ext>
            </a:extLst>
          </p:cNvPr>
          <p:cNvSpPr txBox="1">
            <a:spLocks noGrp="1"/>
          </p:cNvSpPr>
          <p:nvPr>
            <p:ph type="subTitle" idx="7"/>
          </p:nvPr>
        </p:nvSpPr>
        <p:spPr>
          <a:xfrm>
            <a:off x="5289330" y="1184759"/>
            <a:ext cx="3281851" cy="332185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2000">
                <a:solidFill>
                  <a:schemeClr val="tx2"/>
                </a:solidFill>
              </a:rPr>
              <a:t>-Most of our variables are close to symmetric (~0) or have mild skewness except TAT </a:t>
            </a:r>
          </a:p>
          <a:p>
            <a:pPr marL="0" lvl="0" indent="0" algn="l" rtl="0">
              <a:spcBef>
                <a:spcPts val="0"/>
              </a:spcBef>
              <a:spcAft>
                <a:spcPts val="0"/>
              </a:spcAft>
              <a:buNone/>
            </a:pPr>
            <a:endParaRPr lang="en-US" sz="2000">
              <a:solidFill>
                <a:schemeClr val="tx2"/>
              </a:solidFill>
            </a:endParaRPr>
          </a:p>
          <a:p>
            <a:pPr marL="0" lvl="0" indent="0" algn="l" rtl="0">
              <a:spcBef>
                <a:spcPts val="0"/>
              </a:spcBef>
              <a:spcAft>
                <a:spcPts val="0"/>
              </a:spcAft>
              <a:buNone/>
            </a:pPr>
            <a:r>
              <a:rPr lang="en-US" sz="2000">
                <a:solidFill>
                  <a:schemeClr val="tx2"/>
                </a:solidFill>
              </a:rPr>
              <a:t>-Most of our variables have low kurtosis &lt; 3 except TAT who's kurtosis &gt; 4</a:t>
            </a:r>
          </a:p>
          <a:p>
            <a:pPr marL="0" lvl="0" indent="0" algn="l" rtl="0">
              <a:spcBef>
                <a:spcPts val="0"/>
              </a:spcBef>
              <a:spcAft>
                <a:spcPts val="0"/>
              </a:spcAft>
              <a:buNone/>
            </a:pPr>
            <a:endParaRPr lang="en-US" sz="2000">
              <a:solidFill>
                <a:schemeClr val="tx2"/>
              </a:solidFill>
            </a:endParaRPr>
          </a:p>
        </p:txBody>
      </p:sp>
      <p:pic>
        <p:nvPicPr>
          <p:cNvPr id="3" name="Picture 2">
            <a:extLst>
              <a:ext uri="{FF2B5EF4-FFF2-40B4-BE49-F238E27FC236}">
                <a16:creationId xmlns:a16="http://schemas.microsoft.com/office/drawing/2014/main" id="{001D442C-B396-4B08-EE95-0E855BA58405}"/>
              </a:ext>
            </a:extLst>
          </p:cNvPr>
          <p:cNvPicPr>
            <a:picLocks noChangeAspect="1"/>
          </p:cNvPicPr>
          <p:nvPr/>
        </p:nvPicPr>
        <p:blipFill>
          <a:blip r:embed="rId3"/>
          <a:srcRect/>
          <a:stretch/>
        </p:blipFill>
        <p:spPr>
          <a:xfrm>
            <a:off x="700877" y="1927205"/>
            <a:ext cx="4383502" cy="1557591"/>
          </a:xfrm>
          <a:prstGeom prst="rect">
            <a:avLst/>
          </a:prstGeom>
        </p:spPr>
      </p:pic>
    </p:spTree>
    <p:extLst>
      <p:ext uri="{BB962C8B-B14F-4D97-AF65-F5344CB8AC3E}">
        <p14:creationId xmlns:p14="http://schemas.microsoft.com/office/powerpoint/2010/main" val="232645405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011F536D-E39C-3956-0DE3-E181CD69CAE2}"/>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469F3FEB-46C3-CAF3-5EE0-BBABF09E1B97}"/>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27</a:t>
            </a:fld>
            <a:endParaRPr/>
          </a:p>
        </p:txBody>
      </p:sp>
      <p:sp>
        <p:nvSpPr>
          <p:cNvPr id="2497" name="Google Shape;2497;p48">
            <a:extLst>
              <a:ext uri="{FF2B5EF4-FFF2-40B4-BE49-F238E27FC236}">
                <a16:creationId xmlns:a16="http://schemas.microsoft.com/office/drawing/2014/main" id="{D26FC8A8-59D0-E6F9-88C7-B2C70190A598}"/>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Skewness and Kurtosis tests</a:t>
            </a:r>
            <a:endParaRPr/>
          </a:p>
        </p:txBody>
      </p:sp>
      <p:sp>
        <p:nvSpPr>
          <p:cNvPr id="2499" name="Google Shape;2499;p48">
            <a:extLst>
              <a:ext uri="{FF2B5EF4-FFF2-40B4-BE49-F238E27FC236}">
                <a16:creationId xmlns:a16="http://schemas.microsoft.com/office/drawing/2014/main" id="{B5AE0F56-809E-F414-F1B2-7C37C98E262A}"/>
              </a:ext>
            </a:extLst>
          </p:cNvPr>
          <p:cNvSpPr txBox="1">
            <a:spLocks noGrp="1"/>
          </p:cNvSpPr>
          <p:nvPr>
            <p:ph type="subTitle" idx="7"/>
          </p:nvPr>
        </p:nvSpPr>
        <p:spPr>
          <a:xfrm>
            <a:off x="5273564" y="1509549"/>
            <a:ext cx="3281851" cy="224032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2000">
                <a:solidFill>
                  <a:schemeClr val="tx2"/>
                </a:solidFill>
              </a:rPr>
              <a:t>In conclusion, given the very small p-values (all &lt; 2.2e-16), none of the variables  in our dataset follow a normal distribution.</a:t>
            </a:r>
          </a:p>
        </p:txBody>
      </p:sp>
      <p:pic>
        <p:nvPicPr>
          <p:cNvPr id="3" name="Picture 2">
            <a:extLst>
              <a:ext uri="{FF2B5EF4-FFF2-40B4-BE49-F238E27FC236}">
                <a16:creationId xmlns:a16="http://schemas.microsoft.com/office/drawing/2014/main" id="{39341CBA-9155-63BC-8C24-CA388E28FC0A}"/>
              </a:ext>
            </a:extLst>
          </p:cNvPr>
          <p:cNvPicPr>
            <a:picLocks noChangeAspect="1"/>
          </p:cNvPicPr>
          <p:nvPr/>
        </p:nvPicPr>
        <p:blipFill>
          <a:blip r:embed="rId3"/>
          <a:srcRect/>
          <a:stretch/>
        </p:blipFill>
        <p:spPr>
          <a:xfrm>
            <a:off x="955317" y="1446486"/>
            <a:ext cx="3400490" cy="2451537"/>
          </a:xfrm>
          <a:prstGeom prst="rect">
            <a:avLst/>
          </a:prstGeom>
        </p:spPr>
      </p:pic>
    </p:spTree>
    <p:extLst>
      <p:ext uri="{BB962C8B-B14F-4D97-AF65-F5344CB8AC3E}">
        <p14:creationId xmlns:p14="http://schemas.microsoft.com/office/powerpoint/2010/main" val="427666211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846A6FD9-238B-E5C2-B65B-93667BF19F9D}"/>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1BD79AAA-7085-B059-5F9B-2F531619B558}"/>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28</a:t>
            </a:fld>
            <a:endParaRPr/>
          </a:p>
        </p:txBody>
      </p:sp>
      <p:sp>
        <p:nvSpPr>
          <p:cNvPr id="2497" name="Google Shape;2497;p48">
            <a:extLst>
              <a:ext uri="{FF2B5EF4-FFF2-40B4-BE49-F238E27FC236}">
                <a16:creationId xmlns:a16="http://schemas.microsoft.com/office/drawing/2014/main" id="{BC999AE8-1B11-6A10-F853-0EBDD25B0D2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We will use Spearman instead of Pearson because it doesn't need normality.</a:t>
            </a:r>
          </a:p>
        </p:txBody>
      </p:sp>
      <p:sp>
        <p:nvSpPr>
          <p:cNvPr id="2499" name="Google Shape;2499;p48">
            <a:extLst>
              <a:ext uri="{FF2B5EF4-FFF2-40B4-BE49-F238E27FC236}">
                <a16:creationId xmlns:a16="http://schemas.microsoft.com/office/drawing/2014/main" id="{8A23F527-8C0D-B42D-48DD-C6D748DC640D}"/>
              </a:ext>
            </a:extLst>
          </p:cNvPr>
          <p:cNvSpPr txBox="1">
            <a:spLocks noGrp="1"/>
          </p:cNvSpPr>
          <p:nvPr>
            <p:ph type="subTitle" idx="7"/>
          </p:nvPr>
        </p:nvSpPr>
        <p:spPr>
          <a:xfrm>
            <a:off x="4760561" y="1868389"/>
            <a:ext cx="3948567" cy="219499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1400">
                <a:solidFill>
                  <a:schemeClr val="tx2"/>
                </a:solidFill>
              </a:rPr>
              <a:t>As a matter of fact, TIT has the strongest relationship with CO (-0.59) followed by CDP, TEY, GTEP and AFDP, whereas NOX only has a strong  relationship with AT (-0.6) meaning as temperature decreases, NOX increases.</a:t>
            </a:r>
          </a:p>
          <a:p>
            <a:pPr marL="0" lvl="0" indent="0" algn="l" rtl="0">
              <a:spcBef>
                <a:spcPts val="0"/>
              </a:spcBef>
              <a:spcAft>
                <a:spcPts val="0"/>
              </a:spcAft>
              <a:buNone/>
            </a:pPr>
            <a:r>
              <a:rPr lang="en-US" sz="1400">
                <a:solidFill>
                  <a:schemeClr val="tx2"/>
                </a:solidFill>
              </a:rPr>
              <a:t>However, GTEP, TIT, TEY and CDP have strong relationships with each other They provide the same information and we need to remove some variables.</a:t>
            </a:r>
          </a:p>
        </p:txBody>
      </p:sp>
      <p:pic>
        <p:nvPicPr>
          <p:cNvPr id="3" name="Picture 2">
            <a:extLst>
              <a:ext uri="{FF2B5EF4-FFF2-40B4-BE49-F238E27FC236}">
                <a16:creationId xmlns:a16="http://schemas.microsoft.com/office/drawing/2014/main" id="{416B5DC5-3384-B152-3D11-4CD3F062ABFE}"/>
              </a:ext>
            </a:extLst>
          </p:cNvPr>
          <p:cNvPicPr>
            <a:picLocks noChangeAspect="1"/>
          </p:cNvPicPr>
          <p:nvPr/>
        </p:nvPicPr>
        <p:blipFill>
          <a:blip r:embed="rId3"/>
          <a:srcRect/>
          <a:stretch/>
        </p:blipFill>
        <p:spPr>
          <a:xfrm>
            <a:off x="1114938" y="1446486"/>
            <a:ext cx="3389434" cy="3038804"/>
          </a:xfrm>
          <a:prstGeom prst="rect">
            <a:avLst/>
          </a:prstGeom>
        </p:spPr>
      </p:pic>
    </p:spTree>
    <p:extLst>
      <p:ext uri="{BB962C8B-B14F-4D97-AF65-F5344CB8AC3E}">
        <p14:creationId xmlns:p14="http://schemas.microsoft.com/office/powerpoint/2010/main" val="237409411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693478A2-DBB9-076F-821E-D9B3B7273BFE}"/>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8598C12A-40E2-3D4E-EC85-266A4B4C5BC3}"/>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29</a:t>
            </a:fld>
            <a:endParaRPr/>
          </a:p>
        </p:txBody>
      </p:sp>
      <p:sp>
        <p:nvSpPr>
          <p:cNvPr id="2497" name="Google Shape;2497;p48">
            <a:extLst>
              <a:ext uri="{FF2B5EF4-FFF2-40B4-BE49-F238E27FC236}">
                <a16:creationId xmlns:a16="http://schemas.microsoft.com/office/drawing/2014/main" id="{B72D08AE-C850-3320-AAEE-5377B2E998E1}"/>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We will use Spearman instead of Pearson because it doesn't need normality.</a:t>
            </a:r>
          </a:p>
        </p:txBody>
      </p:sp>
      <p:sp>
        <p:nvSpPr>
          <p:cNvPr id="2499" name="Google Shape;2499;p48">
            <a:extLst>
              <a:ext uri="{FF2B5EF4-FFF2-40B4-BE49-F238E27FC236}">
                <a16:creationId xmlns:a16="http://schemas.microsoft.com/office/drawing/2014/main" id="{6C834A81-6AAE-CDB0-A1C1-A5DA3FE96181}"/>
              </a:ext>
            </a:extLst>
          </p:cNvPr>
          <p:cNvSpPr txBox="1">
            <a:spLocks noGrp="1"/>
          </p:cNvSpPr>
          <p:nvPr>
            <p:ph type="subTitle" idx="7"/>
          </p:nvPr>
        </p:nvSpPr>
        <p:spPr>
          <a:xfrm>
            <a:off x="4730167" y="2215055"/>
            <a:ext cx="3948567" cy="1320186"/>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en-US" sz="1800">
                <a:solidFill>
                  <a:schemeClr val="tx2"/>
                </a:solidFill>
              </a:rPr>
              <a:t>We remove CDP and TEY because they have the strongest </a:t>
            </a:r>
            <a:r>
              <a:rPr lang="en-US" sz="1800" err="1">
                <a:solidFill>
                  <a:schemeClr val="tx2"/>
                </a:solidFill>
              </a:rPr>
              <a:t>multicolinearility</a:t>
            </a:r>
            <a:r>
              <a:rPr lang="en-US" sz="1800">
                <a:solidFill>
                  <a:schemeClr val="tx2"/>
                </a:solidFill>
              </a:rPr>
              <a:t> problem.</a:t>
            </a:r>
          </a:p>
        </p:txBody>
      </p:sp>
      <p:pic>
        <p:nvPicPr>
          <p:cNvPr id="3" name="Picture 2">
            <a:extLst>
              <a:ext uri="{FF2B5EF4-FFF2-40B4-BE49-F238E27FC236}">
                <a16:creationId xmlns:a16="http://schemas.microsoft.com/office/drawing/2014/main" id="{957CA9A2-2E7E-E412-8090-4D91B6EA5A7C}"/>
              </a:ext>
            </a:extLst>
          </p:cNvPr>
          <p:cNvPicPr>
            <a:picLocks noChangeAspect="1"/>
          </p:cNvPicPr>
          <p:nvPr/>
        </p:nvPicPr>
        <p:blipFill>
          <a:blip r:embed="rId3"/>
          <a:srcRect/>
          <a:stretch/>
        </p:blipFill>
        <p:spPr>
          <a:xfrm>
            <a:off x="1118054" y="1446486"/>
            <a:ext cx="3383201" cy="3038804"/>
          </a:xfrm>
          <a:prstGeom prst="rect">
            <a:avLst/>
          </a:prstGeom>
        </p:spPr>
      </p:pic>
    </p:spTree>
    <p:extLst>
      <p:ext uri="{BB962C8B-B14F-4D97-AF65-F5344CB8AC3E}">
        <p14:creationId xmlns:p14="http://schemas.microsoft.com/office/powerpoint/2010/main" val="190030957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25CF8822-D783-EC63-C272-BF9CF941930B}"/>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B82E9D96-A9AB-930F-976C-759A9CCCBEC5}"/>
              </a:ext>
            </a:extLst>
          </p:cNvPr>
          <p:cNvSpPr txBox="1">
            <a:spLocks noGrp="1"/>
          </p:cNvSpPr>
          <p:nvPr>
            <p:ph type="sldNum" idx="12"/>
          </p:nvPr>
        </p:nvSpPr>
        <p:spPr>
          <a:xfrm>
            <a:off x="8542332" y="4669709"/>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30</a:t>
            </a:fld>
            <a:endParaRPr/>
          </a:p>
        </p:txBody>
      </p:sp>
      <p:sp>
        <p:nvSpPr>
          <p:cNvPr id="2497" name="Google Shape;2497;p48">
            <a:extLst>
              <a:ext uri="{FF2B5EF4-FFF2-40B4-BE49-F238E27FC236}">
                <a16:creationId xmlns:a16="http://schemas.microsoft.com/office/drawing/2014/main" id="{BB356EAF-6E05-E87F-1258-9CABAB25C8D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Regression Analysis</a:t>
            </a:r>
            <a:endParaRPr/>
          </a:p>
        </p:txBody>
      </p:sp>
      <p:sp>
        <p:nvSpPr>
          <p:cNvPr id="20" name="Google Shape;2492;p48">
            <a:extLst>
              <a:ext uri="{FF2B5EF4-FFF2-40B4-BE49-F238E27FC236}">
                <a16:creationId xmlns:a16="http://schemas.microsoft.com/office/drawing/2014/main" id="{435E355D-12C1-A420-F5DC-A8B403B2E0BE}"/>
              </a:ext>
            </a:extLst>
          </p:cNvPr>
          <p:cNvSpPr txBox="1">
            <a:spLocks/>
          </p:cNvSpPr>
          <p:nvPr/>
        </p:nvSpPr>
        <p:spPr>
          <a:xfrm>
            <a:off x="5672959" y="1654352"/>
            <a:ext cx="2352000" cy="224219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sz="1800" b="1"/>
              <a:t>We will normalize our dataset (using Z-score)</a:t>
            </a:r>
          </a:p>
          <a:p>
            <a:pPr marL="0" indent="0"/>
            <a:r>
              <a:rPr lang="en-US" sz="1800" b="1"/>
              <a:t>Then render the Full model with all predictors</a:t>
            </a:r>
          </a:p>
          <a:p>
            <a:pPr marL="0" indent="0"/>
            <a:endParaRPr lang="en-US"/>
          </a:p>
        </p:txBody>
      </p:sp>
      <p:pic>
        <p:nvPicPr>
          <p:cNvPr id="22" name="Picture 21">
            <a:extLst>
              <a:ext uri="{FF2B5EF4-FFF2-40B4-BE49-F238E27FC236}">
                <a16:creationId xmlns:a16="http://schemas.microsoft.com/office/drawing/2014/main" id="{B5E4DC52-79E3-BDC9-35BF-E81649CF8B38}"/>
              </a:ext>
            </a:extLst>
          </p:cNvPr>
          <p:cNvPicPr>
            <a:picLocks noChangeAspect="1"/>
          </p:cNvPicPr>
          <p:nvPr/>
        </p:nvPicPr>
        <p:blipFill>
          <a:blip r:embed="rId3"/>
          <a:stretch>
            <a:fillRect/>
          </a:stretch>
        </p:blipFill>
        <p:spPr>
          <a:xfrm>
            <a:off x="1024446" y="1218735"/>
            <a:ext cx="4006249" cy="3113427"/>
          </a:xfrm>
          <a:prstGeom prst="rect">
            <a:avLst/>
          </a:prstGeom>
        </p:spPr>
      </p:pic>
    </p:spTree>
    <p:extLst>
      <p:ext uri="{BB962C8B-B14F-4D97-AF65-F5344CB8AC3E}">
        <p14:creationId xmlns:p14="http://schemas.microsoft.com/office/powerpoint/2010/main" val="414439936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E56C73F7-4F4C-A9E1-C46B-297F40D59737}"/>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CDB7B244-8C66-FB54-570E-30847BD1A4EA}"/>
              </a:ext>
            </a:extLst>
          </p:cNvPr>
          <p:cNvSpPr txBox="1">
            <a:spLocks noGrp="1"/>
          </p:cNvSpPr>
          <p:nvPr>
            <p:ph type="sldNum" idx="12"/>
          </p:nvPr>
        </p:nvSpPr>
        <p:spPr>
          <a:xfrm>
            <a:off x="8542332" y="4669709"/>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31</a:t>
            </a:fld>
            <a:endParaRPr/>
          </a:p>
        </p:txBody>
      </p:sp>
      <p:sp>
        <p:nvSpPr>
          <p:cNvPr id="2497" name="Google Shape;2497;p48">
            <a:extLst>
              <a:ext uri="{FF2B5EF4-FFF2-40B4-BE49-F238E27FC236}">
                <a16:creationId xmlns:a16="http://schemas.microsoft.com/office/drawing/2014/main" id="{30684D74-FE52-3553-AB98-8366F9C3788B}"/>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Perform stepwise regression</a:t>
            </a:r>
            <a:endParaRPr/>
          </a:p>
        </p:txBody>
      </p:sp>
      <p:sp>
        <p:nvSpPr>
          <p:cNvPr id="20" name="Google Shape;2492;p48">
            <a:extLst>
              <a:ext uri="{FF2B5EF4-FFF2-40B4-BE49-F238E27FC236}">
                <a16:creationId xmlns:a16="http://schemas.microsoft.com/office/drawing/2014/main" id="{9754D0CE-ADD3-15C6-D201-3D165EB7B87B}"/>
              </a:ext>
            </a:extLst>
          </p:cNvPr>
          <p:cNvSpPr txBox="1">
            <a:spLocks/>
          </p:cNvSpPr>
          <p:nvPr/>
        </p:nvSpPr>
        <p:spPr>
          <a:xfrm>
            <a:off x="5092262" y="1654352"/>
            <a:ext cx="2932697" cy="224219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sz="1800" b="1"/>
              <a:t>We selected the most statistically significant variables while removing those that do not contribute much to the predictive power.</a:t>
            </a:r>
          </a:p>
          <a:p>
            <a:pPr marL="0" indent="0"/>
            <a:r>
              <a:rPr lang="en-US" sz="1800" b="1"/>
              <a:t>AP was removed </a:t>
            </a:r>
            <a:endParaRPr lang="en-US" sz="1100" b="1"/>
          </a:p>
        </p:txBody>
      </p:sp>
      <p:pic>
        <p:nvPicPr>
          <p:cNvPr id="22" name="Picture 21">
            <a:extLst>
              <a:ext uri="{FF2B5EF4-FFF2-40B4-BE49-F238E27FC236}">
                <a16:creationId xmlns:a16="http://schemas.microsoft.com/office/drawing/2014/main" id="{A6106295-E6EB-E3E1-689F-2D7A476D6CFC}"/>
              </a:ext>
            </a:extLst>
          </p:cNvPr>
          <p:cNvPicPr>
            <a:picLocks noChangeAspect="1"/>
          </p:cNvPicPr>
          <p:nvPr/>
        </p:nvPicPr>
        <p:blipFill>
          <a:blip r:embed="rId3"/>
          <a:srcRect/>
          <a:stretch/>
        </p:blipFill>
        <p:spPr>
          <a:xfrm>
            <a:off x="1119041" y="1069313"/>
            <a:ext cx="3281160" cy="3629162"/>
          </a:xfrm>
          <a:prstGeom prst="rect">
            <a:avLst/>
          </a:prstGeom>
        </p:spPr>
      </p:pic>
    </p:spTree>
    <p:extLst>
      <p:ext uri="{BB962C8B-B14F-4D97-AF65-F5344CB8AC3E}">
        <p14:creationId xmlns:p14="http://schemas.microsoft.com/office/powerpoint/2010/main" val="16036832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2D56C9B5-B94D-0D41-DBE7-8CC8AFEE6BB4}"/>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197B5B5B-89F7-D773-23FC-BAFD142770A8}"/>
              </a:ext>
            </a:extLst>
          </p:cNvPr>
          <p:cNvSpPr txBox="1">
            <a:spLocks noGrp="1"/>
          </p:cNvSpPr>
          <p:nvPr>
            <p:ph type="sldNum" idx="12"/>
          </p:nvPr>
        </p:nvSpPr>
        <p:spPr>
          <a:xfrm>
            <a:off x="8542332" y="4669709"/>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32</a:t>
            </a:fld>
            <a:endParaRPr/>
          </a:p>
        </p:txBody>
      </p:sp>
      <p:sp>
        <p:nvSpPr>
          <p:cNvPr id="2497" name="Google Shape;2497;p48">
            <a:extLst>
              <a:ext uri="{FF2B5EF4-FFF2-40B4-BE49-F238E27FC236}">
                <a16:creationId xmlns:a16="http://schemas.microsoft.com/office/drawing/2014/main" id="{15A69680-C655-9222-1991-10B4B1E2B67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Residuals </a:t>
            </a:r>
            <a:endParaRPr/>
          </a:p>
        </p:txBody>
      </p:sp>
      <p:sp>
        <p:nvSpPr>
          <p:cNvPr id="20" name="Google Shape;2492;p48">
            <a:extLst>
              <a:ext uri="{FF2B5EF4-FFF2-40B4-BE49-F238E27FC236}">
                <a16:creationId xmlns:a16="http://schemas.microsoft.com/office/drawing/2014/main" id="{0524B846-3800-DE83-5B8E-55E65A7D12E7}"/>
              </a:ext>
            </a:extLst>
          </p:cNvPr>
          <p:cNvSpPr txBox="1">
            <a:spLocks/>
          </p:cNvSpPr>
          <p:nvPr/>
        </p:nvSpPr>
        <p:spPr>
          <a:xfrm>
            <a:off x="903192" y="4157127"/>
            <a:ext cx="7259716" cy="224219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sz="1800" b="1"/>
              <a:t>The residuals seem to not follow a normal distribution</a:t>
            </a:r>
          </a:p>
        </p:txBody>
      </p:sp>
      <p:pic>
        <p:nvPicPr>
          <p:cNvPr id="22" name="Picture 21">
            <a:extLst>
              <a:ext uri="{FF2B5EF4-FFF2-40B4-BE49-F238E27FC236}">
                <a16:creationId xmlns:a16="http://schemas.microsoft.com/office/drawing/2014/main" id="{D1394FAE-DD6C-5DD6-02CD-5A0BA23AE863}"/>
              </a:ext>
            </a:extLst>
          </p:cNvPr>
          <p:cNvPicPr>
            <a:picLocks noChangeAspect="1"/>
          </p:cNvPicPr>
          <p:nvPr/>
        </p:nvPicPr>
        <p:blipFill>
          <a:blip r:embed="rId3"/>
          <a:srcRect/>
          <a:stretch/>
        </p:blipFill>
        <p:spPr>
          <a:xfrm>
            <a:off x="765243" y="1098175"/>
            <a:ext cx="3354122" cy="3012684"/>
          </a:xfrm>
          <a:prstGeom prst="rect">
            <a:avLst/>
          </a:prstGeom>
        </p:spPr>
      </p:pic>
      <p:pic>
        <p:nvPicPr>
          <p:cNvPr id="5" name="Picture 4">
            <a:extLst>
              <a:ext uri="{FF2B5EF4-FFF2-40B4-BE49-F238E27FC236}">
                <a16:creationId xmlns:a16="http://schemas.microsoft.com/office/drawing/2014/main" id="{2F180638-294F-B1FE-35B4-ACAADE2D9E1A}"/>
              </a:ext>
            </a:extLst>
          </p:cNvPr>
          <p:cNvPicPr>
            <a:picLocks noChangeAspect="1"/>
          </p:cNvPicPr>
          <p:nvPr/>
        </p:nvPicPr>
        <p:blipFill>
          <a:blip r:embed="rId4"/>
          <a:stretch>
            <a:fillRect/>
          </a:stretch>
        </p:blipFill>
        <p:spPr>
          <a:xfrm>
            <a:off x="5035846" y="1098176"/>
            <a:ext cx="3342911" cy="3012684"/>
          </a:xfrm>
          <a:prstGeom prst="rect">
            <a:avLst/>
          </a:prstGeom>
        </p:spPr>
      </p:pic>
    </p:spTree>
    <p:extLst>
      <p:ext uri="{BB962C8B-B14F-4D97-AF65-F5344CB8AC3E}">
        <p14:creationId xmlns:p14="http://schemas.microsoft.com/office/powerpoint/2010/main" val="225783391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4D00264A-F247-0E11-E512-AE19DAAAF802}"/>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DFFDFA02-17AE-5F61-B561-16C17931F90B}"/>
              </a:ext>
            </a:extLst>
          </p:cNvPr>
          <p:cNvSpPr txBox="1">
            <a:spLocks noGrp="1"/>
          </p:cNvSpPr>
          <p:nvPr>
            <p:ph type="sldNum" idx="12"/>
          </p:nvPr>
        </p:nvSpPr>
        <p:spPr>
          <a:xfrm>
            <a:off x="8542332" y="4669709"/>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33</a:t>
            </a:fld>
            <a:endParaRPr/>
          </a:p>
        </p:txBody>
      </p:sp>
      <p:sp>
        <p:nvSpPr>
          <p:cNvPr id="2497" name="Google Shape;2497;p48">
            <a:extLst>
              <a:ext uri="{FF2B5EF4-FFF2-40B4-BE49-F238E27FC236}">
                <a16:creationId xmlns:a16="http://schemas.microsoft.com/office/drawing/2014/main" id="{D8BE5063-3483-CE73-1BDE-649DC740BA4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Skewness and Kurtosis</a:t>
            </a:r>
            <a:endParaRPr/>
          </a:p>
        </p:txBody>
      </p:sp>
      <p:sp>
        <p:nvSpPr>
          <p:cNvPr id="2443" name="Google Shape;2443;p47">
            <a:extLst>
              <a:ext uri="{FF2B5EF4-FFF2-40B4-BE49-F238E27FC236}">
                <a16:creationId xmlns:a16="http://schemas.microsoft.com/office/drawing/2014/main" id="{041172F2-A923-7691-B423-2E9FAD888448}"/>
              </a:ext>
            </a:extLst>
          </p:cNvPr>
          <p:cNvSpPr txBox="1">
            <a:spLocks noGrp="1"/>
          </p:cNvSpPr>
          <p:nvPr>
            <p:ph type="subTitle" idx="1"/>
          </p:nvPr>
        </p:nvSpPr>
        <p:spPr>
          <a:xfrm>
            <a:off x="539679" y="1330533"/>
            <a:ext cx="3746617" cy="105229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Skewness =-0.3155165</a:t>
            </a:r>
          </a:p>
          <a:p>
            <a:pPr marL="0" lvl="0" indent="0" algn="ctr" rtl="0">
              <a:spcBef>
                <a:spcPts val="0"/>
              </a:spcBef>
              <a:spcAft>
                <a:spcPts val="0"/>
              </a:spcAft>
              <a:buNone/>
            </a:pPr>
            <a:endParaRPr/>
          </a:p>
        </p:txBody>
      </p:sp>
      <p:sp>
        <p:nvSpPr>
          <p:cNvPr id="2444" name="Google Shape;2444;p47">
            <a:extLst>
              <a:ext uri="{FF2B5EF4-FFF2-40B4-BE49-F238E27FC236}">
                <a16:creationId xmlns:a16="http://schemas.microsoft.com/office/drawing/2014/main" id="{6EDEAF1E-516E-F8C6-69D5-7CE8C43816AC}"/>
              </a:ext>
            </a:extLst>
          </p:cNvPr>
          <p:cNvSpPr txBox="1">
            <a:spLocks noGrp="1"/>
          </p:cNvSpPr>
          <p:nvPr>
            <p:ph type="subTitle" idx="2"/>
          </p:nvPr>
        </p:nvSpPr>
        <p:spPr>
          <a:xfrm>
            <a:off x="1132817" y="2191728"/>
            <a:ext cx="2560339" cy="113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400" b="1"/>
              <a:t>it's close to 0 meaning it's symmetric</a:t>
            </a:r>
          </a:p>
        </p:txBody>
      </p:sp>
      <p:grpSp>
        <p:nvGrpSpPr>
          <p:cNvPr id="2460" name="Google Shape;2460;p47">
            <a:extLst>
              <a:ext uri="{FF2B5EF4-FFF2-40B4-BE49-F238E27FC236}">
                <a16:creationId xmlns:a16="http://schemas.microsoft.com/office/drawing/2014/main" id="{D0A60AF1-E47A-B93E-23B4-A355E41FEEF2}"/>
              </a:ext>
            </a:extLst>
          </p:cNvPr>
          <p:cNvGrpSpPr/>
          <p:nvPr/>
        </p:nvGrpSpPr>
        <p:grpSpPr>
          <a:xfrm>
            <a:off x="4375120" y="3800913"/>
            <a:ext cx="393760" cy="467600"/>
            <a:chOff x="1343800" y="391300"/>
            <a:chExt cx="4922000" cy="4922000"/>
          </a:xfrm>
        </p:grpSpPr>
        <p:sp>
          <p:nvSpPr>
            <p:cNvPr id="2461" name="Google Shape;2461;p47">
              <a:extLst>
                <a:ext uri="{FF2B5EF4-FFF2-40B4-BE49-F238E27FC236}">
                  <a16:creationId xmlns:a16="http://schemas.microsoft.com/office/drawing/2014/main" id="{CA487CE2-CC75-3853-A289-766ADBBBEC8E}"/>
                </a:ext>
              </a:extLst>
            </p:cNvPr>
            <p:cNvSpPr/>
            <p:nvPr/>
          </p:nvSpPr>
          <p:spPr>
            <a:xfrm>
              <a:off x="3805075" y="3046200"/>
              <a:ext cx="25" cy="1654375"/>
            </a:xfrm>
            <a:custGeom>
              <a:avLst/>
              <a:gdLst/>
              <a:ahLst/>
              <a:cxnLst/>
              <a:rect l="l" t="t" r="r" b="b"/>
              <a:pathLst>
                <a:path w="1" h="66175" fill="none" extrusionOk="0">
                  <a:moveTo>
                    <a:pt x="1" y="66174"/>
                  </a:move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7">
              <a:extLst>
                <a:ext uri="{FF2B5EF4-FFF2-40B4-BE49-F238E27FC236}">
                  <a16:creationId xmlns:a16="http://schemas.microsoft.com/office/drawing/2014/main" id="{16E23256-9F4F-2E21-55C5-23759C5FCEEA}"/>
                </a:ext>
              </a:extLst>
            </p:cNvPr>
            <p:cNvSpPr/>
            <p:nvPr/>
          </p:nvSpPr>
          <p:spPr>
            <a:xfrm>
              <a:off x="2170975" y="4087825"/>
              <a:ext cx="25" cy="612750"/>
            </a:xfrm>
            <a:custGeom>
              <a:avLst/>
              <a:gdLst/>
              <a:ahLst/>
              <a:cxnLst/>
              <a:rect l="l" t="t" r="r" b="b"/>
              <a:pathLst>
                <a:path w="1" h="24510" fill="none" extrusionOk="0">
                  <a:moveTo>
                    <a:pt x="0" y="24509"/>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7">
              <a:extLst>
                <a:ext uri="{FF2B5EF4-FFF2-40B4-BE49-F238E27FC236}">
                  <a16:creationId xmlns:a16="http://schemas.microsoft.com/office/drawing/2014/main" id="{5DA0070A-54B2-EAB0-2608-35D34D85ED20}"/>
                </a:ext>
              </a:extLst>
            </p:cNvPr>
            <p:cNvSpPr/>
            <p:nvPr/>
          </p:nvSpPr>
          <p:spPr>
            <a:xfrm>
              <a:off x="5438600" y="4087825"/>
              <a:ext cx="25" cy="612750"/>
            </a:xfrm>
            <a:custGeom>
              <a:avLst/>
              <a:gdLst/>
              <a:ahLst/>
              <a:cxnLst/>
              <a:rect l="l" t="t" r="r" b="b"/>
              <a:pathLst>
                <a:path w="1" h="24510" fill="none" extrusionOk="0">
                  <a:moveTo>
                    <a:pt x="0" y="24509"/>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7">
              <a:extLst>
                <a:ext uri="{FF2B5EF4-FFF2-40B4-BE49-F238E27FC236}">
                  <a16:creationId xmlns:a16="http://schemas.microsoft.com/office/drawing/2014/main" id="{1880F59F-75F3-98D3-EB9B-C903C07C494F}"/>
                </a:ext>
              </a:extLst>
            </p:cNvPr>
            <p:cNvSpPr/>
            <p:nvPr/>
          </p:nvSpPr>
          <p:spPr>
            <a:xfrm>
              <a:off x="2643975" y="391300"/>
              <a:ext cx="2321625" cy="2654925"/>
            </a:xfrm>
            <a:custGeom>
              <a:avLst/>
              <a:gdLst/>
              <a:ahLst/>
              <a:cxnLst/>
              <a:rect l="l" t="t" r="r" b="b"/>
              <a:pathLst>
                <a:path w="92865" h="106197" fill="none" extrusionOk="0">
                  <a:moveTo>
                    <a:pt x="46445" y="0"/>
                  </a:moveTo>
                  <a:lnTo>
                    <a:pt x="46445" y="0"/>
                  </a:lnTo>
                  <a:cubicBezTo>
                    <a:pt x="75267" y="0"/>
                    <a:pt x="92865" y="31690"/>
                    <a:pt x="77620" y="56174"/>
                  </a:cubicBezTo>
                  <a:lnTo>
                    <a:pt x="46445" y="106197"/>
                  </a:lnTo>
                  <a:lnTo>
                    <a:pt x="15245" y="56174"/>
                  </a:lnTo>
                  <a:cubicBezTo>
                    <a:pt x="1" y="31690"/>
                    <a:pt x="17598" y="0"/>
                    <a:pt x="46445"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7">
              <a:extLst>
                <a:ext uri="{FF2B5EF4-FFF2-40B4-BE49-F238E27FC236}">
                  <a16:creationId xmlns:a16="http://schemas.microsoft.com/office/drawing/2014/main" id="{2A0D6BB7-07AD-CB85-47F9-E88F37492782}"/>
                </a:ext>
              </a:extLst>
            </p:cNvPr>
            <p:cNvSpPr/>
            <p:nvPr/>
          </p:nvSpPr>
          <p:spPr>
            <a:xfrm>
              <a:off x="3498725" y="1004000"/>
              <a:ext cx="612750" cy="612750"/>
            </a:xfrm>
            <a:custGeom>
              <a:avLst/>
              <a:gdLst/>
              <a:ahLst/>
              <a:cxnLst/>
              <a:rect l="l" t="t" r="r" b="b"/>
              <a:pathLst>
                <a:path w="24510" h="24510" fill="none" extrusionOk="0">
                  <a:moveTo>
                    <a:pt x="1" y="12255"/>
                  </a:moveTo>
                  <a:cubicBezTo>
                    <a:pt x="1" y="5491"/>
                    <a:pt x="5491" y="1"/>
                    <a:pt x="12255" y="1"/>
                  </a:cubicBezTo>
                  <a:cubicBezTo>
                    <a:pt x="19019" y="1"/>
                    <a:pt x="24509" y="5491"/>
                    <a:pt x="24509" y="12255"/>
                  </a:cubicBezTo>
                  <a:cubicBezTo>
                    <a:pt x="24509" y="19020"/>
                    <a:pt x="19019" y="24510"/>
                    <a:pt x="12255" y="24510"/>
                  </a:cubicBezTo>
                  <a:cubicBezTo>
                    <a:pt x="5491" y="24510"/>
                    <a:pt x="1" y="19020"/>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7">
              <a:extLst>
                <a:ext uri="{FF2B5EF4-FFF2-40B4-BE49-F238E27FC236}">
                  <a16:creationId xmlns:a16="http://schemas.microsoft.com/office/drawing/2014/main" id="{CD9F5D36-4811-3588-0BF4-031326A8616F}"/>
                </a:ext>
              </a:extLst>
            </p:cNvPr>
            <p:cNvSpPr/>
            <p:nvPr/>
          </p:nvSpPr>
          <p:spPr>
            <a:xfrm>
              <a:off x="4667175" y="2249675"/>
              <a:ext cx="1542850" cy="1838175"/>
            </a:xfrm>
            <a:custGeom>
              <a:avLst/>
              <a:gdLst/>
              <a:ahLst/>
              <a:cxnLst/>
              <a:rect l="l" t="t" r="r" b="b"/>
              <a:pathLst>
                <a:path w="61714" h="73527" fill="none" extrusionOk="0">
                  <a:moveTo>
                    <a:pt x="30857" y="0"/>
                  </a:moveTo>
                  <a:lnTo>
                    <a:pt x="30857" y="0"/>
                  </a:lnTo>
                  <a:cubicBezTo>
                    <a:pt x="11863" y="0"/>
                    <a:pt x="1" y="20637"/>
                    <a:pt x="9584" y="37058"/>
                  </a:cubicBezTo>
                  <a:lnTo>
                    <a:pt x="30857" y="73527"/>
                  </a:lnTo>
                  <a:lnTo>
                    <a:pt x="52155" y="37058"/>
                  </a:lnTo>
                  <a:cubicBezTo>
                    <a:pt x="61714" y="20637"/>
                    <a:pt x="49876" y="0"/>
                    <a:pt x="30857"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7">
              <a:extLst>
                <a:ext uri="{FF2B5EF4-FFF2-40B4-BE49-F238E27FC236}">
                  <a16:creationId xmlns:a16="http://schemas.microsoft.com/office/drawing/2014/main" id="{EB4C3DC2-F8A3-624B-C83B-5801AEB7CE5E}"/>
                </a:ext>
              </a:extLst>
            </p:cNvPr>
            <p:cNvSpPr/>
            <p:nvPr/>
          </p:nvSpPr>
          <p:spPr>
            <a:xfrm>
              <a:off x="5285425" y="2709200"/>
              <a:ext cx="306375" cy="306400"/>
            </a:xfrm>
            <a:custGeom>
              <a:avLst/>
              <a:gdLst/>
              <a:ahLst/>
              <a:cxnLst/>
              <a:rect l="l" t="t" r="r" b="b"/>
              <a:pathLst>
                <a:path w="12255" h="12256" extrusionOk="0">
                  <a:moveTo>
                    <a:pt x="6127" y="1"/>
                  </a:moveTo>
                  <a:cubicBezTo>
                    <a:pt x="2745" y="1"/>
                    <a:pt x="0" y="2746"/>
                    <a:pt x="0" y="6128"/>
                  </a:cubicBezTo>
                  <a:cubicBezTo>
                    <a:pt x="0" y="9510"/>
                    <a:pt x="2745" y="12255"/>
                    <a:pt x="6127" y="12255"/>
                  </a:cubicBezTo>
                  <a:cubicBezTo>
                    <a:pt x="9510" y="12255"/>
                    <a:pt x="12255" y="9510"/>
                    <a:pt x="12255" y="6128"/>
                  </a:cubicBezTo>
                  <a:cubicBezTo>
                    <a:pt x="12255" y="2746"/>
                    <a:pt x="9510" y="1"/>
                    <a:pt x="6127" y="1"/>
                  </a:cubicBezTo>
                  <a:close/>
                </a:path>
              </a:pathLst>
            </a:custGeom>
            <a:solidFill>
              <a:srgbClr val="000000"/>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7">
              <a:extLst>
                <a:ext uri="{FF2B5EF4-FFF2-40B4-BE49-F238E27FC236}">
                  <a16:creationId xmlns:a16="http://schemas.microsoft.com/office/drawing/2014/main" id="{C4E0791A-BCAC-F601-7A76-AB1816D3D698}"/>
                </a:ext>
              </a:extLst>
            </p:cNvPr>
            <p:cNvSpPr/>
            <p:nvPr/>
          </p:nvSpPr>
          <p:spPr>
            <a:xfrm>
              <a:off x="1399550" y="2249675"/>
              <a:ext cx="1542850" cy="1838175"/>
            </a:xfrm>
            <a:custGeom>
              <a:avLst/>
              <a:gdLst/>
              <a:ahLst/>
              <a:cxnLst/>
              <a:rect l="l" t="t" r="r" b="b"/>
              <a:pathLst>
                <a:path w="61714" h="73527" fill="none" extrusionOk="0">
                  <a:moveTo>
                    <a:pt x="30857" y="0"/>
                  </a:moveTo>
                  <a:lnTo>
                    <a:pt x="30857" y="0"/>
                  </a:lnTo>
                  <a:cubicBezTo>
                    <a:pt x="49876" y="0"/>
                    <a:pt x="61714" y="20637"/>
                    <a:pt x="52131" y="37058"/>
                  </a:cubicBezTo>
                  <a:lnTo>
                    <a:pt x="30857" y="73527"/>
                  </a:lnTo>
                  <a:lnTo>
                    <a:pt x="9583" y="37058"/>
                  </a:lnTo>
                  <a:cubicBezTo>
                    <a:pt x="0" y="20637"/>
                    <a:pt x="11838" y="0"/>
                    <a:pt x="30857"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7">
              <a:extLst>
                <a:ext uri="{FF2B5EF4-FFF2-40B4-BE49-F238E27FC236}">
                  <a16:creationId xmlns:a16="http://schemas.microsoft.com/office/drawing/2014/main" id="{C0E7A769-9D3C-16AB-B47E-8E39E02CE850}"/>
                </a:ext>
              </a:extLst>
            </p:cNvPr>
            <p:cNvSpPr/>
            <p:nvPr/>
          </p:nvSpPr>
          <p:spPr>
            <a:xfrm>
              <a:off x="2017775" y="2709200"/>
              <a:ext cx="306400" cy="306400"/>
            </a:xfrm>
            <a:custGeom>
              <a:avLst/>
              <a:gdLst/>
              <a:ahLst/>
              <a:cxnLst/>
              <a:rect l="l" t="t" r="r" b="b"/>
              <a:pathLst>
                <a:path w="12256" h="12256" extrusionOk="0">
                  <a:moveTo>
                    <a:pt x="6128" y="1"/>
                  </a:moveTo>
                  <a:cubicBezTo>
                    <a:pt x="2746" y="1"/>
                    <a:pt x="1" y="2746"/>
                    <a:pt x="1" y="6128"/>
                  </a:cubicBezTo>
                  <a:cubicBezTo>
                    <a:pt x="1" y="9510"/>
                    <a:pt x="2746" y="12255"/>
                    <a:pt x="6128" y="12255"/>
                  </a:cubicBezTo>
                  <a:cubicBezTo>
                    <a:pt x="9510" y="12255"/>
                    <a:pt x="12255" y="9510"/>
                    <a:pt x="12255" y="6128"/>
                  </a:cubicBezTo>
                  <a:cubicBezTo>
                    <a:pt x="12255" y="2746"/>
                    <a:pt x="9510" y="1"/>
                    <a:pt x="6128" y="1"/>
                  </a:cubicBezTo>
                  <a:close/>
                </a:path>
              </a:pathLst>
            </a:custGeom>
            <a:solidFill>
              <a:srgbClr val="000000"/>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7">
              <a:extLst>
                <a:ext uri="{FF2B5EF4-FFF2-40B4-BE49-F238E27FC236}">
                  <a16:creationId xmlns:a16="http://schemas.microsoft.com/office/drawing/2014/main" id="{4A5D6AAC-A500-E7C3-BFA7-CC9152BC80A8}"/>
                </a:ext>
              </a:extLst>
            </p:cNvPr>
            <p:cNvSpPr/>
            <p:nvPr/>
          </p:nvSpPr>
          <p:spPr>
            <a:xfrm>
              <a:off x="3498725" y="4700550"/>
              <a:ext cx="612750" cy="612750"/>
            </a:xfrm>
            <a:custGeom>
              <a:avLst/>
              <a:gdLst/>
              <a:ahLst/>
              <a:cxnLst/>
              <a:rect l="l" t="t" r="r" b="b"/>
              <a:pathLst>
                <a:path w="24510" h="24510" fill="none" extrusionOk="0">
                  <a:moveTo>
                    <a:pt x="1" y="12255"/>
                  </a:moveTo>
                  <a:cubicBezTo>
                    <a:pt x="1" y="5490"/>
                    <a:pt x="5491" y="0"/>
                    <a:pt x="12255" y="0"/>
                  </a:cubicBezTo>
                  <a:cubicBezTo>
                    <a:pt x="19019" y="0"/>
                    <a:pt x="24509" y="5490"/>
                    <a:pt x="24509" y="12255"/>
                  </a:cubicBezTo>
                  <a:cubicBezTo>
                    <a:pt x="24509" y="19019"/>
                    <a:pt x="19019" y="24509"/>
                    <a:pt x="12255" y="24509"/>
                  </a:cubicBezTo>
                  <a:cubicBezTo>
                    <a:pt x="5491" y="24509"/>
                    <a:pt x="1" y="19019"/>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7">
              <a:extLst>
                <a:ext uri="{FF2B5EF4-FFF2-40B4-BE49-F238E27FC236}">
                  <a16:creationId xmlns:a16="http://schemas.microsoft.com/office/drawing/2014/main" id="{8810990A-C609-4E5E-EDCA-A9FC0C6FDE73}"/>
                </a:ext>
              </a:extLst>
            </p:cNvPr>
            <p:cNvSpPr/>
            <p:nvPr/>
          </p:nvSpPr>
          <p:spPr>
            <a:xfrm>
              <a:off x="1864600" y="4700550"/>
              <a:ext cx="612750" cy="612750"/>
            </a:xfrm>
            <a:custGeom>
              <a:avLst/>
              <a:gdLst/>
              <a:ahLst/>
              <a:cxnLst/>
              <a:rect l="l" t="t" r="r" b="b"/>
              <a:pathLst>
                <a:path w="24510" h="24510" fill="none" extrusionOk="0">
                  <a:moveTo>
                    <a:pt x="1" y="12255"/>
                  </a:moveTo>
                  <a:cubicBezTo>
                    <a:pt x="1" y="5490"/>
                    <a:pt x="5491" y="0"/>
                    <a:pt x="12255" y="0"/>
                  </a:cubicBezTo>
                  <a:cubicBezTo>
                    <a:pt x="19019" y="0"/>
                    <a:pt x="24509" y="5490"/>
                    <a:pt x="24509" y="12255"/>
                  </a:cubicBezTo>
                  <a:cubicBezTo>
                    <a:pt x="24509" y="19019"/>
                    <a:pt x="19019" y="24509"/>
                    <a:pt x="12255" y="24509"/>
                  </a:cubicBezTo>
                  <a:cubicBezTo>
                    <a:pt x="5491" y="24509"/>
                    <a:pt x="1" y="19019"/>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7">
              <a:extLst>
                <a:ext uri="{FF2B5EF4-FFF2-40B4-BE49-F238E27FC236}">
                  <a16:creationId xmlns:a16="http://schemas.microsoft.com/office/drawing/2014/main" id="{1D9F345C-0B73-03BF-AD1B-6D2452232C2E}"/>
                </a:ext>
              </a:extLst>
            </p:cNvPr>
            <p:cNvSpPr/>
            <p:nvPr/>
          </p:nvSpPr>
          <p:spPr>
            <a:xfrm>
              <a:off x="5132225" y="4700550"/>
              <a:ext cx="612750" cy="612750"/>
            </a:xfrm>
            <a:custGeom>
              <a:avLst/>
              <a:gdLst/>
              <a:ahLst/>
              <a:cxnLst/>
              <a:rect l="l" t="t" r="r" b="b"/>
              <a:pathLst>
                <a:path w="24510" h="24510" fill="none" extrusionOk="0">
                  <a:moveTo>
                    <a:pt x="24510" y="12255"/>
                  </a:moveTo>
                  <a:cubicBezTo>
                    <a:pt x="24510" y="5490"/>
                    <a:pt x="19020" y="0"/>
                    <a:pt x="12255" y="0"/>
                  </a:cubicBezTo>
                  <a:cubicBezTo>
                    <a:pt x="5491" y="0"/>
                    <a:pt x="1" y="5490"/>
                    <a:pt x="1" y="12255"/>
                  </a:cubicBezTo>
                  <a:cubicBezTo>
                    <a:pt x="1" y="19019"/>
                    <a:pt x="5491" y="24509"/>
                    <a:pt x="12255" y="24509"/>
                  </a:cubicBezTo>
                  <a:cubicBezTo>
                    <a:pt x="19020" y="24509"/>
                    <a:pt x="24510" y="19019"/>
                    <a:pt x="24510"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7">
              <a:extLst>
                <a:ext uri="{FF2B5EF4-FFF2-40B4-BE49-F238E27FC236}">
                  <a16:creationId xmlns:a16="http://schemas.microsoft.com/office/drawing/2014/main" id="{F903BDE3-2291-01C8-8138-1C07C1346117}"/>
                </a:ext>
              </a:extLst>
            </p:cNvPr>
            <p:cNvSpPr/>
            <p:nvPr/>
          </p:nvSpPr>
          <p:spPr>
            <a:xfrm>
              <a:off x="5744950" y="5006900"/>
              <a:ext cx="520850" cy="25"/>
            </a:xfrm>
            <a:custGeom>
              <a:avLst/>
              <a:gdLst/>
              <a:ahLst/>
              <a:cxnLst/>
              <a:rect l="l" t="t" r="r" b="b"/>
              <a:pathLst>
                <a:path w="20834" h="1" fill="none" extrusionOk="0">
                  <a:moveTo>
                    <a:pt x="20833" y="1"/>
                  </a:move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7">
              <a:extLst>
                <a:ext uri="{FF2B5EF4-FFF2-40B4-BE49-F238E27FC236}">
                  <a16:creationId xmlns:a16="http://schemas.microsoft.com/office/drawing/2014/main" id="{C23C5AC6-5386-668D-2046-832645DB2868}"/>
                </a:ext>
              </a:extLst>
            </p:cNvPr>
            <p:cNvSpPr/>
            <p:nvPr/>
          </p:nvSpPr>
          <p:spPr>
            <a:xfrm>
              <a:off x="4111450" y="5006900"/>
              <a:ext cx="1020800" cy="25"/>
            </a:xfrm>
            <a:custGeom>
              <a:avLst/>
              <a:gdLst/>
              <a:ahLst/>
              <a:cxnLst/>
              <a:rect l="l" t="t" r="r" b="b"/>
              <a:pathLst>
                <a:path w="40832" h="1" fill="none" extrusionOk="0">
                  <a:moveTo>
                    <a:pt x="40832"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7">
              <a:extLst>
                <a:ext uri="{FF2B5EF4-FFF2-40B4-BE49-F238E27FC236}">
                  <a16:creationId xmlns:a16="http://schemas.microsoft.com/office/drawing/2014/main" id="{DCF5406D-1D2C-5EB7-1966-01F5E039404F}"/>
                </a:ext>
              </a:extLst>
            </p:cNvPr>
            <p:cNvSpPr/>
            <p:nvPr/>
          </p:nvSpPr>
          <p:spPr>
            <a:xfrm>
              <a:off x="2477325" y="5006900"/>
              <a:ext cx="1021425" cy="25"/>
            </a:xfrm>
            <a:custGeom>
              <a:avLst/>
              <a:gdLst/>
              <a:ahLst/>
              <a:cxnLst/>
              <a:rect l="l" t="t" r="r" b="b"/>
              <a:pathLst>
                <a:path w="40857" h="1" fill="none" extrusionOk="0">
                  <a:moveTo>
                    <a:pt x="40857"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7">
              <a:extLst>
                <a:ext uri="{FF2B5EF4-FFF2-40B4-BE49-F238E27FC236}">
                  <a16:creationId xmlns:a16="http://schemas.microsoft.com/office/drawing/2014/main" id="{2385127B-317B-EA73-0698-A52FCCA77B35}"/>
                </a:ext>
              </a:extLst>
            </p:cNvPr>
            <p:cNvSpPr/>
            <p:nvPr/>
          </p:nvSpPr>
          <p:spPr>
            <a:xfrm>
              <a:off x="1343800" y="5006900"/>
              <a:ext cx="520825" cy="25"/>
            </a:xfrm>
            <a:custGeom>
              <a:avLst/>
              <a:gdLst/>
              <a:ahLst/>
              <a:cxnLst/>
              <a:rect l="l" t="t" r="r" b="b"/>
              <a:pathLst>
                <a:path w="20833" h="1" fill="none" extrusionOk="0">
                  <a:moveTo>
                    <a:pt x="20833"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2443;p47">
            <a:extLst>
              <a:ext uri="{FF2B5EF4-FFF2-40B4-BE49-F238E27FC236}">
                <a16:creationId xmlns:a16="http://schemas.microsoft.com/office/drawing/2014/main" id="{8F7CDA86-30EB-44E8-A65C-CA8D171429BF}"/>
              </a:ext>
            </a:extLst>
          </p:cNvPr>
          <p:cNvSpPr txBox="1">
            <a:spLocks/>
          </p:cNvSpPr>
          <p:nvPr/>
        </p:nvSpPr>
        <p:spPr>
          <a:xfrm>
            <a:off x="4677383" y="1325489"/>
            <a:ext cx="3746617" cy="6854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400" b="0" i="0" u="none" strike="noStrike" cap="none">
                <a:solidFill>
                  <a:schemeClr val="accent4"/>
                </a:solidFill>
                <a:latin typeface="Poppins ExtraBold"/>
                <a:ea typeface="Poppins ExtraBold"/>
                <a:cs typeface="Poppins ExtraBold"/>
                <a:sym typeface="Poppins ExtraBold"/>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GB"/>
              <a:t>Kurtosis = 2.849498</a:t>
            </a:r>
          </a:p>
        </p:txBody>
      </p:sp>
      <p:sp>
        <p:nvSpPr>
          <p:cNvPr id="3" name="Google Shape;2444;p47">
            <a:extLst>
              <a:ext uri="{FF2B5EF4-FFF2-40B4-BE49-F238E27FC236}">
                <a16:creationId xmlns:a16="http://schemas.microsoft.com/office/drawing/2014/main" id="{9DECD024-52BE-5BF8-8BAC-AF7868CFC16F}"/>
              </a:ext>
            </a:extLst>
          </p:cNvPr>
          <p:cNvSpPr txBox="1">
            <a:spLocks/>
          </p:cNvSpPr>
          <p:nvPr/>
        </p:nvSpPr>
        <p:spPr>
          <a:xfrm>
            <a:off x="5270521" y="2167260"/>
            <a:ext cx="2560339" cy="145092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sz="2400" b="1"/>
              <a:t>it's less than 3 meaning it's lightly tailed</a:t>
            </a:r>
          </a:p>
        </p:txBody>
      </p:sp>
    </p:spTree>
    <p:extLst>
      <p:ext uri="{BB962C8B-B14F-4D97-AF65-F5344CB8AC3E}">
        <p14:creationId xmlns:p14="http://schemas.microsoft.com/office/powerpoint/2010/main" val="15898376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DAA35AF9-299D-CB36-4272-E3F50613CF98}"/>
            </a:ext>
          </a:extLst>
        </p:cNvPr>
        <p:cNvGrpSpPr/>
        <p:nvPr/>
      </p:nvGrpSpPr>
      <p:grpSpPr>
        <a:xfrm>
          <a:off x="0" y="0"/>
          <a:ext cx="0" cy="0"/>
          <a:chOff x="0" y="0"/>
          <a:chExt cx="0" cy="0"/>
        </a:xfrm>
      </p:grpSpPr>
      <p:sp>
        <p:nvSpPr>
          <p:cNvPr id="2496" name="Google Shape;2496;p48">
            <a:extLst>
              <a:ext uri="{FF2B5EF4-FFF2-40B4-BE49-F238E27FC236}">
                <a16:creationId xmlns:a16="http://schemas.microsoft.com/office/drawing/2014/main" id="{AC7119FB-1C36-A4DA-912D-4AB9CF843405}"/>
              </a:ext>
            </a:extLst>
          </p:cNvPr>
          <p:cNvSpPr txBox="1">
            <a:spLocks noGrp="1"/>
          </p:cNvSpPr>
          <p:nvPr>
            <p:ph type="sldNum" idx="12"/>
          </p:nvPr>
        </p:nvSpPr>
        <p:spPr>
          <a:xfrm>
            <a:off x="8542332" y="4669709"/>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34</a:t>
            </a:fld>
            <a:endParaRPr/>
          </a:p>
        </p:txBody>
      </p:sp>
      <p:sp>
        <p:nvSpPr>
          <p:cNvPr id="2497" name="Google Shape;2497;p48">
            <a:extLst>
              <a:ext uri="{FF2B5EF4-FFF2-40B4-BE49-F238E27FC236}">
                <a16:creationId xmlns:a16="http://schemas.microsoft.com/office/drawing/2014/main" id="{792728D6-37CA-EE73-76AE-F2C2D7B356DE}"/>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R-squared </a:t>
            </a:r>
            <a:endParaRPr/>
          </a:p>
        </p:txBody>
      </p:sp>
      <p:sp>
        <p:nvSpPr>
          <p:cNvPr id="20" name="Google Shape;2492;p48">
            <a:extLst>
              <a:ext uri="{FF2B5EF4-FFF2-40B4-BE49-F238E27FC236}">
                <a16:creationId xmlns:a16="http://schemas.microsoft.com/office/drawing/2014/main" id="{D945BCD4-20D2-7349-7A32-93BE7F65EC44}"/>
              </a:ext>
            </a:extLst>
          </p:cNvPr>
          <p:cNvSpPr txBox="1">
            <a:spLocks/>
          </p:cNvSpPr>
          <p:nvPr/>
        </p:nvSpPr>
        <p:spPr>
          <a:xfrm>
            <a:off x="665754" y="1017725"/>
            <a:ext cx="4272303" cy="64329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a:t>R-squared = 0.5484 which means our model explains ~54% of the variance</a:t>
            </a:r>
          </a:p>
        </p:txBody>
      </p:sp>
      <p:pic>
        <p:nvPicPr>
          <p:cNvPr id="22" name="Picture 21">
            <a:extLst>
              <a:ext uri="{FF2B5EF4-FFF2-40B4-BE49-F238E27FC236}">
                <a16:creationId xmlns:a16="http://schemas.microsoft.com/office/drawing/2014/main" id="{FCB4E141-5FBF-7D0F-9C69-AF1B9375006D}"/>
              </a:ext>
            </a:extLst>
          </p:cNvPr>
          <p:cNvPicPr>
            <a:picLocks noChangeAspect="1"/>
          </p:cNvPicPr>
          <p:nvPr/>
        </p:nvPicPr>
        <p:blipFill>
          <a:blip r:embed="rId3"/>
          <a:srcRect/>
          <a:stretch/>
        </p:blipFill>
        <p:spPr>
          <a:xfrm>
            <a:off x="647002" y="1816861"/>
            <a:ext cx="4309809" cy="2082807"/>
          </a:xfrm>
          <a:prstGeom prst="rect">
            <a:avLst/>
          </a:prstGeom>
        </p:spPr>
      </p:pic>
      <p:pic>
        <p:nvPicPr>
          <p:cNvPr id="5" name="Picture 4">
            <a:extLst>
              <a:ext uri="{FF2B5EF4-FFF2-40B4-BE49-F238E27FC236}">
                <a16:creationId xmlns:a16="http://schemas.microsoft.com/office/drawing/2014/main" id="{30C4DCAF-8E0A-3166-FE0C-A44F699FFF82}"/>
              </a:ext>
            </a:extLst>
          </p:cNvPr>
          <p:cNvPicPr>
            <a:picLocks noChangeAspect="1"/>
          </p:cNvPicPr>
          <p:nvPr/>
        </p:nvPicPr>
        <p:blipFill>
          <a:blip r:embed="rId4"/>
          <a:srcRect/>
          <a:stretch/>
        </p:blipFill>
        <p:spPr>
          <a:xfrm>
            <a:off x="5154087" y="1091875"/>
            <a:ext cx="3342911" cy="2807793"/>
          </a:xfrm>
          <a:prstGeom prst="rect">
            <a:avLst/>
          </a:prstGeom>
        </p:spPr>
      </p:pic>
      <p:sp>
        <p:nvSpPr>
          <p:cNvPr id="2" name="Google Shape;2492;p48">
            <a:extLst>
              <a:ext uri="{FF2B5EF4-FFF2-40B4-BE49-F238E27FC236}">
                <a16:creationId xmlns:a16="http://schemas.microsoft.com/office/drawing/2014/main" id="{BD085EE1-C7F6-B8C4-4B0F-9C25CEE57963}"/>
              </a:ext>
            </a:extLst>
          </p:cNvPr>
          <p:cNvSpPr txBox="1">
            <a:spLocks/>
          </p:cNvSpPr>
          <p:nvPr/>
        </p:nvSpPr>
        <p:spPr>
          <a:xfrm>
            <a:off x="665754" y="4070833"/>
            <a:ext cx="7831243" cy="64329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15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lt2"/>
              </a:buClr>
              <a:buSzPts val="1400"/>
              <a:buFont typeface="Poppins"/>
              <a:buNone/>
              <a:defRPr sz="1400" b="0" i="0" u="none" strike="noStrike" cap="none">
                <a:solidFill>
                  <a:schemeClr val="lt2"/>
                </a:solidFill>
                <a:latin typeface="Poppins"/>
                <a:ea typeface="Poppins"/>
                <a:cs typeface="Poppins"/>
                <a:sym typeface="Poppins"/>
              </a:defRPr>
            </a:lvl9pPr>
          </a:lstStyle>
          <a:p>
            <a:pPr marL="0" indent="0"/>
            <a:r>
              <a:rPr lang="en-US"/>
              <a:t>The R-squared is considerably higher</a:t>
            </a:r>
          </a:p>
          <a:p>
            <a:pPr marL="0" indent="0"/>
            <a:r>
              <a:rPr lang="en-US"/>
              <a:t>This doesn't necessarily mean the model with outliers explained ~57% of CO variance since the extreme outliers impacted the results.</a:t>
            </a:r>
          </a:p>
        </p:txBody>
      </p:sp>
    </p:spTree>
    <p:extLst>
      <p:ext uri="{BB962C8B-B14F-4D97-AF65-F5344CB8AC3E}">
        <p14:creationId xmlns:p14="http://schemas.microsoft.com/office/powerpoint/2010/main" val="211271555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376">
          <a:extLst>
            <a:ext uri="{FF2B5EF4-FFF2-40B4-BE49-F238E27FC236}">
              <a16:creationId xmlns:a16="http://schemas.microsoft.com/office/drawing/2014/main" id="{83F73BD7-C77A-DA3A-3B4A-B5804880CC53}"/>
            </a:ext>
          </a:extLst>
        </p:cNvPr>
        <p:cNvGrpSpPr/>
        <p:nvPr/>
      </p:nvGrpSpPr>
      <p:grpSpPr>
        <a:xfrm>
          <a:off x="0" y="0"/>
          <a:ext cx="0" cy="0"/>
          <a:chOff x="0" y="0"/>
          <a:chExt cx="0" cy="0"/>
        </a:xfrm>
      </p:grpSpPr>
      <p:sp>
        <p:nvSpPr>
          <p:cNvPr id="2377" name="Google Shape;2377;p45">
            <a:extLst>
              <a:ext uri="{FF2B5EF4-FFF2-40B4-BE49-F238E27FC236}">
                <a16:creationId xmlns:a16="http://schemas.microsoft.com/office/drawing/2014/main" id="{4DD24E4D-C8EB-1BDA-6756-8AFEC7C77849}"/>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35</a:t>
            </a:fld>
            <a:endParaRPr/>
          </a:p>
        </p:txBody>
      </p:sp>
      <p:sp>
        <p:nvSpPr>
          <p:cNvPr id="2378" name="Google Shape;2378;p45">
            <a:extLst>
              <a:ext uri="{FF2B5EF4-FFF2-40B4-BE49-F238E27FC236}">
                <a16:creationId xmlns:a16="http://schemas.microsoft.com/office/drawing/2014/main" id="{9393B16F-A4E4-0B7D-7115-C4EFB2A14B92}"/>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Key Findings</a:t>
            </a:r>
            <a:endParaRPr/>
          </a:p>
        </p:txBody>
      </p:sp>
      <p:sp>
        <p:nvSpPr>
          <p:cNvPr id="2379" name="Google Shape;2379;p45">
            <a:extLst>
              <a:ext uri="{FF2B5EF4-FFF2-40B4-BE49-F238E27FC236}">
                <a16:creationId xmlns:a16="http://schemas.microsoft.com/office/drawing/2014/main" id="{14730D87-4CC4-D532-6B99-FDFE69865C25}"/>
              </a:ext>
            </a:extLst>
          </p:cNvPr>
          <p:cNvSpPr txBox="1">
            <a:spLocks noGrp="1"/>
          </p:cNvSpPr>
          <p:nvPr>
            <p:ph type="body" idx="1"/>
          </p:nvPr>
        </p:nvSpPr>
        <p:spPr>
          <a:xfrm>
            <a:off x="1114949" y="1412100"/>
            <a:ext cx="5626639" cy="231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a:solidFill>
                  <a:schemeClr val="lt2"/>
                </a:solidFill>
              </a:rPr>
              <a:t>In a nutshell, the decrease of certain factors (AFDP, GTEP, TIT, TAT) are key drivers of increased CO emissions in gas turbines.</a:t>
            </a:r>
          </a:p>
          <a:p>
            <a:pPr marL="0" lvl="0" indent="0" algn="l" rtl="0">
              <a:spcBef>
                <a:spcPts val="0"/>
              </a:spcBef>
              <a:spcAft>
                <a:spcPts val="0"/>
              </a:spcAft>
              <a:buClr>
                <a:schemeClr val="dk1"/>
              </a:buClr>
              <a:buSzPts val="1100"/>
              <a:buFont typeface="Arial"/>
              <a:buNone/>
            </a:pPr>
            <a:r>
              <a:rPr lang="en-US">
                <a:solidFill>
                  <a:schemeClr val="lt2"/>
                </a:solidFill>
              </a:rPr>
              <a:t> NOX emissions increase the lower Ambient Temperature is. </a:t>
            </a:r>
          </a:p>
          <a:p>
            <a:pPr marL="0" lvl="0" indent="0" algn="l" rtl="0">
              <a:spcBef>
                <a:spcPts val="0"/>
              </a:spcBef>
              <a:spcAft>
                <a:spcPts val="0"/>
              </a:spcAft>
              <a:buClr>
                <a:schemeClr val="dk1"/>
              </a:buClr>
              <a:buSzPts val="1100"/>
              <a:buFont typeface="Arial"/>
              <a:buNone/>
            </a:pPr>
            <a:r>
              <a:rPr lang="en-US">
                <a:solidFill>
                  <a:schemeClr val="lt2"/>
                </a:solidFill>
              </a:rPr>
              <a:t>Although the model only explains ~42% of the variance in CO emissions, further research could explore additional factors or refine the model to improve predictive accuracy.</a:t>
            </a:r>
          </a:p>
          <a:p>
            <a:pPr marL="0" lvl="0" indent="0" algn="l" rtl="0">
              <a:spcBef>
                <a:spcPts val="0"/>
              </a:spcBef>
              <a:spcAft>
                <a:spcPts val="0"/>
              </a:spcAft>
              <a:buClr>
                <a:schemeClr val="dk1"/>
              </a:buClr>
              <a:buSzPts val="1100"/>
              <a:buFont typeface="Arial"/>
              <a:buNone/>
            </a:pPr>
            <a:r>
              <a:rPr lang="en-US">
                <a:solidFill>
                  <a:schemeClr val="lt2"/>
                </a:solidFill>
              </a:rPr>
              <a:t>Outlier imputation was critical in obtaining more stable and realistic results.</a:t>
            </a:r>
          </a:p>
          <a:p>
            <a:pPr marL="0" lvl="0" indent="0" algn="l" rtl="0">
              <a:spcBef>
                <a:spcPts val="0"/>
              </a:spcBef>
              <a:spcAft>
                <a:spcPts val="0"/>
              </a:spcAft>
              <a:buClr>
                <a:schemeClr val="dk1"/>
              </a:buClr>
              <a:buSzPts val="1100"/>
              <a:buFont typeface="Arial"/>
              <a:buNone/>
            </a:pPr>
            <a:endParaRPr lang="en-US">
              <a:solidFill>
                <a:schemeClr val="lt2"/>
              </a:solidFill>
            </a:endParaRPr>
          </a:p>
        </p:txBody>
      </p:sp>
      <p:grpSp>
        <p:nvGrpSpPr>
          <p:cNvPr id="2380" name="Google Shape;2380;p45">
            <a:extLst>
              <a:ext uri="{FF2B5EF4-FFF2-40B4-BE49-F238E27FC236}">
                <a16:creationId xmlns:a16="http://schemas.microsoft.com/office/drawing/2014/main" id="{609687F7-D6EE-627C-D347-AEF1DEC938B4}"/>
              </a:ext>
            </a:extLst>
          </p:cNvPr>
          <p:cNvGrpSpPr/>
          <p:nvPr/>
        </p:nvGrpSpPr>
        <p:grpSpPr>
          <a:xfrm>
            <a:off x="6668567" y="3326148"/>
            <a:ext cx="1530341" cy="1510858"/>
            <a:chOff x="1422333" y="551900"/>
            <a:chExt cx="4651492" cy="4592275"/>
          </a:xfrm>
        </p:grpSpPr>
        <p:sp>
          <p:nvSpPr>
            <p:cNvPr id="2381" name="Google Shape;2381;p45">
              <a:extLst>
                <a:ext uri="{FF2B5EF4-FFF2-40B4-BE49-F238E27FC236}">
                  <a16:creationId xmlns:a16="http://schemas.microsoft.com/office/drawing/2014/main" id="{59216CF4-4A84-CEA8-7470-6953A311B2E5}"/>
                </a:ext>
              </a:extLst>
            </p:cNvPr>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5">
              <a:extLst>
                <a:ext uri="{FF2B5EF4-FFF2-40B4-BE49-F238E27FC236}">
                  <a16:creationId xmlns:a16="http://schemas.microsoft.com/office/drawing/2014/main" id="{9125A202-E4EA-A21C-78C2-F556C3B631B1}"/>
                </a:ext>
              </a:extLst>
            </p:cNvPr>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5">
              <a:extLst>
                <a:ext uri="{FF2B5EF4-FFF2-40B4-BE49-F238E27FC236}">
                  <a16:creationId xmlns:a16="http://schemas.microsoft.com/office/drawing/2014/main" id="{0FEEC58A-740D-EBFF-FFBE-73A9B2963A2A}"/>
                </a:ext>
              </a:extLst>
            </p:cNvPr>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a:extLst>
                <a:ext uri="{FF2B5EF4-FFF2-40B4-BE49-F238E27FC236}">
                  <a16:creationId xmlns:a16="http://schemas.microsoft.com/office/drawing/2014/main" id="{5328AA8A-9274-5D3E-88FC-1A276771F8F3}"/>
                </a:ext>
              </a:extLst>
            </p:cNvPr>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5">
              <a:extLst>
                <a:ext uri="{FF2B5EF4-FFF2-40B4-BE49-F238E27FC236}">
                  <a16:creationId xmlns:a16="http://schemas.microsoft.com/office/drawing/2014/main" id="{1CED4AEE-D41D-B5CE-5771-840CA8A4B54C}"/>
                </a:ext>
              </a:extLst>
            </p:cNvPr>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5">
              <a:extLst>
                <a:ext uri="{FF2B5EF4-FFF2-40B4-BE49-F238E27FC236}">
                  <a16:creationId xmlns:a16="http://schemas.microsoft.com/office/drawing/2014/main" id="{9D61B3E0-81A2-EFE0-4D28-B6761F503C68}"/>
                </a:ext>
              </a:extLst>
            </p:cNvPr>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a:extLst>
                <a:ext uri="{FF2B5EF4-FFF2-40B4-BE49-F238E27FC236}">
                  <a16:creationId xmlns:a16="http://schemas.microsoft.com/office/drawing/2014/main" id="{E61637D5-12D7-81D6-D1D8-B7C7266E7A9E}"/>
                </a:ext>
              </a:extLst>
            </p:cNvPr>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a:extLst>
                <a:ext uri="{FF2B5EF4-FFF2-40B4-BE49-F238E27FC236}">
                  <a16:creationId xmlns:a16="http://schemas.microsoft.com/office/drawing/2014/main" id="{5F5108D3-EB79-1976-0964-8030B4705304}"/>
                </a:ext>
              </a:extLst>
            </p:cNvPr>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5">
              <a:extLst>
                <a:ext uri="{FF2B5EF4-FFF2-40B4-BE49-F238E27FC236}">
                  <a16:creationId xmlns:a16="http://schemas.microsoft.com/office/drawing/2014/main" id="{046DA766-AB00-168A-9F2A-DEF68AD998B3}"/>
                </a:ext>
              </a:extLst>
            </p:cNvPr>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5">
              <a:extLst>
                <a:ext uri="{FF2B5EF4-FFF2-40B4-BE49-F238E27FC236}">
                  <a16:creationId xmlns:a16="http://schemas.microsoft.com/office/drawing/2014/main" id="{098CA9AC-D709-432C-98F4-C4B4B44B4F15}"/>
                </a:ext>
              </a:extLst>
            </p:cNvPr>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a:extLst>
                <a:ext uri="{FF2B5EF4-FFF2-40B4-BE49-F238E27FC236}">
                  <a16:creationId xmlns:a16="http://schemas.microsoft.com/office/drawing/2014/main" id="{B5726B9B-ABC7-3DF8-EB3D-C61F303DDA29}"/>
                </a:ext>
              </a:extLst>
            </p:cNvPr>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a:extLst>
                <a:ext uri="{FF2B5EF4-FFF2-40B4-BE49-F238E27FC236}">
                  <a16:creationId xmlns:a16="http://schemas.microsoft.com/office/drawing/2014/main" id="{A924C68D-AC85-528A-0D58-01A1EF6298CE}"/>
                </a:ext>
              </a:extLst>
            </p:cNvPr>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5">
              <a:extLst>
                <a:ext uri="{FF2B5EF4-FFF2-40B4-BE49-F238E27FC236}">
                  <a16:creationId xmlns:a16="http://schemas.microsoft.com/office/drawing/2014/main" id="{BCCFAA38-B103-8CD3-A031-C14A9652E4A0}"/>
                </a:ext>
              </a:extLst>
            </p:cNvPr>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5">
              <a:extLst>
                <a:ext uri="{FF2B5EF4-FFF2-40B4-BE49-F238E27FC236}">
                  <a16:creationId xmlns:a16="http://schemas.microsoft.com/office/drawing/2014/main" id="{BFF8B375-499F-77CA-4E2D-CF8945AD934F}"/>
                </a:ext>
              </a:extLst>
            </p:cNvPr>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a:extLst>
                <a:ext uri="{FF2B5EF4-FFF2-40B4-BE49-F238E27FC236}">
                  <a16:creationId xmlns:a16="http://schemas.microsoft.com/office/drawing/2014/main" id="{1F9E83D8-85F6-9B3F-561B-B56F5837022A}"/>
                </a:ext>
              </a:extLst>
            </p:cNvPr>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5">
              <a:extLst>
                <a:ext uri="{FF2B5EF4-FFF2-40B4-BE49-F238E27FC236}">
                  <a16:creationId xmlns:a16="http://schemas.microsoft.com/office/drawing/2014/main" id="{467467A4-99FE-00D6-84F8-EC145B7E8168}"/>
                </a:ext>
              </a:extLst>
            </p:cNvPr>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a:extLst>
                <a:ext uri="{FF2B5EF4-FFF2-40B4-BE49-F238E27FC236}">
                  <a16:creationId xmlns:a16="http://schemas.microsoft.com/office/drawing/2014/main" id="{49E2501F-5555-6A63-36AA-CAEFF3385F14}"/>
                </a:ext>
              </a:extLst>
            </p:cNvPr>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5">
              <a:extLst>
                <a:ext uri="{FF2B5EF4-FFF2-40B4-BE49-F238E27FC236}">
                  <a16:creationId xmlns:a16="http://schemas.microsoft.com/office/drawing/2014/main" id="{5E38D2E2-760D-9373-2CFB-82BABB528798}"/>
                </a:ext>
              </a:extLst>
            </p:cNvPr>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5">
              <a:extLst>
                <a:ext uri="{FF2B5EF4-FFF2-40B4-BE49-F238E27FC236}">
                  <a16:creationId xmlns:a16="http://schemas.microsoft.com/office/drawing/2014/main" id="{1665B8C6-8E8E-F563-6F7C-B90C7BA8AA3E}"/>
                </a:ext>
              </a:extLst>
            </p:cNvPr>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a:extLst>
                <a:ext uri="{FF2B5EF4-FFF2-40B4-BE49-F238E27FC236}">
                  <a16:creationId xmlns:a16="http://schemas.microsoft.com/office/drawing/2014/main" id="{A7764211-8D41-9C78-797D-226A6B5613BC}"/>
                </a:ext>
              </a:extLst>
            </p:cNvPr>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a:extLst>
                <a:ext uri="{FF2B5EF4-FFF2-40B4-BE49-F238E27FC236}">
                  <a16:creationId xmlns:a16="http://schemas.microsoft.com/office/drawing/2014/main" id="{30D63212-C682-1430-D477-6AEF237925A0}"/>
                </a:ext>
              </a:extLst>
            </p:cNvPr>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a:extLst>
                <a:ext uri="{FF2B5EF4-FFF2-40B4-BE49-F238E27FC236}">
                  <a16:creationId xmlns:a16="http://schemas.microsoft.com/office/drawing/2014/main" id="{7C2218C4-1FF3-58A2-8DC1-7C0D4F375E9F}"/>
                </a:ext>
              </a:extLst>
            </p:cNvPr>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5">
              <a:extLst>
                <a:ext uri="{FF2B5EF4-FFF2-40B4-BE49-F238E27FC236}">
                  <a16:creationId xmlns:a16="http://schemas.microsoft.com/office/drawing/2014/main" id="{3F7E3E98-E7FA-C1E9-D74E-7A09B2BAA712}"/>
                </a:ext>
              </a:extLst>
            </p:cNvPr>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5">
              <a:extLst>
                <a:ext uri="{FF2B5EF4-FFF2-40B4-BE49-F238E27FC236}">
                  <a16:creationId xmlns:a16="http://schemas.microsoft.com/office/drawing/2014/main" id="{39E1C08C-14E5-5DDE-38CF-E5C5E514DBA2}"/>
                </a:ext>
              </a:extLst>
            </p:cNvPr>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a:extLst>
                <a:ext uri="{FF2B5EF4-FFF2-40B4-BE49-F238E27FC236}">
                  <a16:creationId xmlns:a16="http://schemas.microsoft.com/office/drawing/2014/main" id="{B78FF4D5-0628-E4B8-E9CC-E57E96DE77A6}"/>
                </a:ext>
              </a:extLst>
            </p:cNvPr>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a:extLst>
                <a:ext uri="{FF2B5EF4-FFF2-40B4-BE49-F238E27FC236}">
                  <a16:creationId xmlns:a16="http://schemas.microsoft.com/office/drawing/2014/main" id="{1F62E070-C92B-4D6D-F95D-7BEE95861B17}"/>
                </a:ext>
              </a:extLst>
            </p:cNvPr>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5">
              <a:extLst>
                <a:ext uri="{FF2B5EF4-FFF2-40B4-BE49-F238E27FC236}">
                  <a16:creationId xmlns:a16="http://schemas.microsoft.com/office/drawing/2014/main" id="{1A4CC3FA-463D-B328-41F4-929EF3246668}"/>
                </a:ext>
              </a:extLst>
            </p:cNvPr>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5">
              <a:extLst>
                <a:ext uri="{FF2B5EF4-FFF2-40B4-BE49-F238E27FC236}">
                  <a16:creationId xmlns:a16="http://schemas.microsoft.com/office/drawing/2014/main" id="{04EBD1A8-E852-A7C5-8F26-610D4142541F}"/>
                </a:ext>
              </a:extLst>
            </p:cNvPr>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a:extLst>
                <a:ext uri="{FF2B5EF4-FFF2-40B4-BE49-F238E27FC236}">
                  <a16:creationId xmlns:a16="http://schemas.microsoft.com/office/drawing/2014/main" id="{B641F7BA-342B-BEF3-13C7-21DD59A060C2}"/>
                </a:ext>
              </a:extLst>
            </p:cNvPr>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a:extLst>
                <a:ext uri="{FF2B5EF4-FFF2-40B4-BE49-F238E27FC236}">
                  <a16:creationId xmlns:a16="http://schemas.microsoft.com/office/drawing/2014/main" id="{0C740197-EAF3-790D-87BA-FA4427813F26}"/>
                </a:ext>
              </a:extLst>
            </p:cNvPr>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a:extLst>
                <a:ext uri="{FF2B5EF4-FFF2-40B4-BE49-F238E27FC236}">
                  <a16:creationId xmlns:a16="http://schemas.microsoft.com/office/drawing/2014/main" id="{2AC6CBF1-DB7B-E0CA-E7F5-126F5C51C8E0}"/>
                </a:ext>
              </a:extLst>
            </p:cNvPr>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a:extLst>
                <a:ext uri="{FF2B5EF4-FFF2-40B4-BE49-F238E27FC236}">
                  <a16:creationId xmlns:a16="http://schemas.microsoft.com/office/drawing/2014/main" id="{C34D5F08-BEE1-84EB-DDB5-3A6AAFCDA030}"/>
                </a:ext>
              </a:extLst>
            </p:cNvPr>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a:extLst>
                <a:ext uri="{FF2B5EF4-FFF2-40B4-BE49-F238E27FC236}">
                  <a16:creationId xmlns:a16="http://schemas.microsoft.com/office/drawing/2014/main" id="{D727693C-BBEF-F8C1-6678-B8AC97A349CB}"/>
                </a:ext>
              </a:extLst>
            </p:cNvPr>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a:extLst>
                <a:ext uri="{FF2B5EF4-FFF2-40B4-BE49-F238E27FC236}">
                  <a16:creationId xmlns:a16="http://schemas.microsoft.com/office/drawing/2014/main" id="{F05A569B-B7B3-070A-D996-0447F7F287D9}"/>
                </a:ext>
              </a:extLst>
            </p:cNvPr>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a:extLst>
                <a:ext uri="{FF2B5EF4-FFF2-40B4-BE49-F238E27FC236}">
                  <a16:creationId xmlns:a16="http://schemas.microsoft.com/office/drawing/2014/main" id="{6A58722A-55A2-7138-B3F1-ECBA20079873}"/>
                </a:ext>
              </a:extLst>
            </p:cNvPr>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a:extLst>
                <a:ext uri="{FF2B5EF4-FFF2-40B4-BE49-F238E27FC236}">
                  <a16:creationId xmlns:a16="http://schemas.microsoft.com/office/drawing/2014/main" id="{8FB14E76-CF5C-CF6C-B647-1C118C64FA1F}"/>
                </a:ext>
              </a:extLst>
            </p:cNvPr>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5">
              <a:extLst>
                <a:ext uri="{FF2B5EF4-FFF2-40B4-BE49-F238E27FC236}">
                  <a16:creationId xmlns:a16="http://schemas.microsoft.com/office/drawing/2014/main" id="{9B3303E4-4753-921B-2950-BAB8227E62CB}"/>
                </a:ext>
              </a:extLst>
            </p:cNvPr>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5">
              <a:extLst>
                <a:ext uri="{FF2B5EF4-FFF2-40B4-BE49-F238E27FC236}">
                  <a16:creationId xmlns:a16="http://schemas.microsoft.com/office/drawing/2014/main" id="{D37A821A-D74B-FBA6-4E9F-87FB46DD431A}"/>
                </a:ext>
              </a:extLst>
            </p:cNvPr>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a:extLst>
                <a:ext uri="{FF2B5EF4-FFF2-40B4-BE49-F238E27FC236}">
                  <a16:creationId xmlns:a16="http://schemas.microsoft.com/office/drawing/2014/main" id="{24175B6C-5D91-8FC4-DA80-906C9EE31A70}"/>
                </a:ext>
              </a:extLst>
            </p:cNvPr>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a:extLst>
                <a:ext uri="{FF2B5EF4-FFF2-40B4-BE49-F238E27FC236}">
                  <a16:creationId xmlns:a16="http://schemas.microsoft.com/office/drawing/2014/main" id="{E52A7F6E-EC0E-5BA6-0358-8385435BD36C}"/>
                </a:ext>
              </a:extLst>
            </p:cNvPr>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3970592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261">
          <a:extLst>
            <a:ext uri="{FF2B5EF4-FFF2-40B4-BE49-F238E27FC236}">
              <a16:creationId xmlns:a16="http://schemas.microsoft.com/office/drawing/2014/main" id="{B2F0086F-D1E0-3B16-A0B4-735A5AFE28E7}"/>
            </a:ext>
          </a:extLst>
        </p:cNvPr>
        <p:cNvGrpSpPr/>
        <p:nvPr/>
      </p:nvGrpSpPr>
      <p:grpSpPr>
        <a:xfrm>
          <a:off x="0" y="0"/>
          <a:ext cx="0" cy="0"/>
          <a:chOff x="0" y="0"/>
          <a:chExt cx="0" cy="0"/>
        </a:xfrm>
      </p:grpSpPr>
      <p:sp>
        <p:nvSpPr>
          <p:cNvPr id="2262" name="Google Shape;2262;p43">
            <a:extLst>
              <a:ext uri="{FF2B5EF4-FFF2-40B4-BE49-F238E27FC236}">
                <a16:creationId xmlns:a16="http://schemas.microsoft.com/office/drawing/2014/main" id="{4087B2BA-22CF-3FA5-0F88-B1DE655B38A5}"/>
              </a:ext>
            </a:extLst>
          </p:cNvPr>
          <p:cNvSpPr txBox="1">
            <a:spLocks noGrp="1"/>
          </p:cNvSpPr>
          <p:nvPr>
            <p:ph type="title"/>
          </p:nvPr>
        </p:nvSpPr>
        <p:spPr>
          <a:xfrm>
            <a:off x="665787" y="2083343"/>
            <a:ext cx="77040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sz="4800"/>
              <a:t>AI4I Analysis</a:t>
            </a:r>
          </a:p>
        </p:txBody>
      </p:sp>
      <p:sp>
        <p:nvSpPr>
          <p:cNvPr id="2263" name="Google Shape;2263;p43">
            <a:extLst>
              <a:ext uri="{FF2B5EF4-FFF2-40B4-BE49-F238E27FC236}">
                <a16:creationId xmlns:a16="http://schemas.microsoft.com/office/drawing/2014/main" id="{038972FC-5FD3-8D08-F2D1-C6B40C9D855B}"/>
              </a:ext>
            </a:extLst>
          </p:cNvPr>
          <p:cNvSpPr txBox="1">
            <a:spLocks noGrp="1"/>
          </p:cNvSpPr>
          <p:nvPr>
            <p:ph type="title" idx="2"/>
          </p:nvPr>
        </p:nvSpPr>
        <p:spPr>
          <a:xfrm>
            <a:off x="2996550" y="830075"/>
            <a:ext cx="3150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a:t>
            </a:r>
            <a:endParaRPr/>
          </a:p>
        </p:txBody>
      </p:sp>
      <p:grpSp>
        <p:nvGrpSpPr>
          <p:cNvPr id="2265" name="Google Shape;2265;p43">
            <a:extLst>
              <a:ext uri="{FF2B5EF4-FFF2-40B4-BE49-F238E27FC236}">
                <a16:creationId xmlns:a16="http://schemas.microsoft.com/office/drawing/2014/main" id="{6AEC6D2D-819A-DC31-39B7-B99EC842F4B9}"/>
              </a:ext>
            </a:extLst>
          </p:cNvPr>
          <p:cNvGrpSpPr/>
          <p:nvPr/>
        </p:nvGrpSpPr>
        <p:grpSpPr>
          <a:xfrm flipH="1">
            <a:off x="7109324" y="3525778"/>
            <a:ext cx="1319580" cy="1041928"/>
            <a:chOff x="190037" y="3818872"/>
            <a:chExt cx="1346098" cy="1062867"/>
          </a:xfrm>
        </p:grpSpPr>
        <p:grpSp>
          <p:nvGrpSpPr>
            <p:cNvPr id="2266" name="Google Shape;2266;p43">
              <a:extLst>
                <a:ext uri="{FF2B5EF4-FFF2-40B4-BE49-F238E27FC236}">
                  <a16:creationId xmlns:a16="http://schemas.microsoft.com/office/drawing/2014/main" id="{0804E091-F83A-CE4A-9C33-ED0F28B90267}"/>
                </a:ext>
              </a:extLst>
            </p:cNvPr>
            <p:cNvGrpSpPr/>
            <p:nvPr/>
          </p:nvGrpSpPr>
          <p:grpSpPr>
            <a:xfrm rot="1802271">
              <a:off x="1120650" y="4476648"/>
              <a:ext cx="354500" cy="339089"/>
              <a:chOff x="1190625" y="346475"/>
              <a:chExt cx="5219200" cy="5002375"/>
            </a:xfrm>
          </p:grpSpPr>
          <p:sp>
            <p:nvSpPr>
              <p:cNvPr id="2267" name="Google Shape;2267;p43">
                <a:extLst>
                  <a:ext uri="{FF2B5EF4-FFF2-40B4-BE49-F238E27FC236}">
                    <a16:creationId xmlns:a16="http://schemas.microsoft.com/office/drawing/2014/main" id="{BAD58A67-BB64-0CD3-C13D-8CD112B99A1B}"/>
                  </a:ext>
                </a:extLst>
              </p:cNvPr>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3">
                <a:extLst>
                  <a:ext uri="{FF2B5EF4-FFF2-40B4-BE49-F238E27FC236}">
                    <a16:creationId xmlns:a16="http://schemas.microsoft.com/office/drawing/2014/main" id="{7B2D0F2F-1137-992F-41BA-6F5C950477CA}"/>
                  </a:ext>
                </a:extLst>
              </p:cNvPr>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 name="Google Shape;2269;p43">
              <a:extLst>
                <a:ext uri="{FF2B5EF4-FFF2-40B4-BE49-F238E27FC236}">
                  <a16:creationId xmlns:a16="http://schemas.microsoft.com/office/drawing/2014/main" id="{FF7CAD7D-BE76-97E5-DA0F-83DB9C79AF11}"/>
                </a:ext>
              </a:extLst>
            </p:cNvPr>
            <p:cNvGrpSpPr/>
            <p:nvPr/>
          </p:nvGrpSpPr>
          <p:grpSpPr>
            <a:xfrm rot="5400000">
              <a:off x="436382" y="4464318"/>
              <a:ext cx="380063" cy="363766"/>
              <a:chOff x="2057567" y="690970"/>
              <a:chExt cx="352891" cy="337790"/>
            </a:xfrm>
          </p:grpSpPr>
          <p:sp>
            <p:nvSpPr>
              <p:cNvPr id="2270" name="Google Shape;2270;p43">
                <a:extLst>
                  <a:ext uri="{FF2B5EF4-FFF2-40B4-BE49-F238E27FC236}">
                    <a16:creationId xmlns:a16="http://schemas.microsoft.com/office/drawing/2014/main" id="{2D146F8E-8A3E-D30A-D750-4FFD5626336E}"/>
                  </a:ext>
                </a:extLst>
              </p:cNvPr>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3">
                <a:extLst>
                  <a:ext uri="{FF2B5EF4-FFF2-40B4-BE49-F238E27FC236}">
                    <a16:creationId xmlns:a16="http://schemas.microsoft.com/office/drawing/2014/main" id="{3C5AAD9F-08D7-0DB5-CE63-69360593251E}"/>
                  </a:ext>
                </a:extLst>
              </p:cNvPr>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3">
                <a:extLst>
                  <a:ext uri="{FF2B5EF4-FFF2-40B4-BE49-F238E27FC236}">
                    <a16:creationId xmlns:a16="http://schemas.microsoft.com/office/drawing/2014/main" id="{1FBE1C31-BE70-BB11-9A90-A29A349CCDEC}"/>
                  </a:ext>
                </a:extLst>
              </p:cNvPr>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3">
                <a:extLst>
                  <a:ext uri="{FF2B5EF4-FFF2-40B4-BE49-F238E27FC236}">
                    <a16:creationId xmlns:a16="http://schemas.microsoft.com/office/drawing/2014/main" id="{3815A8CF-3591-BC5A-FD8E-E502B23744A5}"/>
                  </a:ext>
                </a:extLst>
              </p:cNvPr>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3">
                <a:extLst>
                  <a:ext uri="{FF2B5EF4-FFF2-40B4-BE49-F238E27FC236}">
                    <a16:creationId xmlns:a16="http://schemas.microsoft.com/office/drawing/2014/main" id="{D2DFFC6C-EE17-2576-CCCD-7415A2E89428}"/>
                  </a:ext>
                </a:extLst>
              </p:cNvPr>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3">
                <a:extLst>
                  <a:ext uri="{FF2B5EF4-FFF2-40B4-BE49-F238E27FC236}">
                    <a16:creationId xmlns:a16="http://schemas.microsoft.com/office/drawing/2014/main" id="{9161B300-52DB-4FC1-A560-DC538C84FE15}"/>
                  </a:ext>
                </a:extLst>
              </p:cNvPr>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3">
                <a:extLst>
                  <a:ext uri="{FF2B5EF4-FFF2-40B4-BE49-F238E27FC236}">
                    <a16:creationId xmlns:a16="http://schemas.microsoft.com/office/drawing/2014/main" id="{3C110959-B525-7E24-7D29-D18A06A21AB8}"/>
                  </a:ext>
                </a:extLst>
              </p:cNvPr>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3">
                <a:extLst>
                  <a:ext uri="{FF2B5EF4-FFF2-40B4-BE49-F238E27FC236}">
                    <a16:creationId xmlns:a16="http://schemas.microsoft.com/office/drawing/2014/main" id="{FA576017-CC40-85B6-0E7C-59CA4602124C}"/>
                  </a:ext>
                </a:extLst>
              </p:cNvPr>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3">
                <a:extLst>
                  <a:ext uri="{FF2B5EF4-FFF2-40B4-BE49-F238E27FC236}">
                    <a16:creationId xmlns:a16="http://schemas.microsoft.com/office/drawing/2014/main" id="{6625085D-EA2A-7259-3F15-FFE95CFE3DA9}"/>
                  </a:ext>
                </a:extLst>
              </p:cNvPr>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3">
                <a:extLst>
                  <a:ext uri="{FF2B5EF4-FFF2-40B4-BE49-F238E27FC236}">
                    <a16:creationId xmlns:a16="http://schemas.microsoft.com/office/drawing/2014/main" id="{8B1BE32F-077A-2A65-AC08-A5BB82831EA8}"/>
                  </a:ext>
                </a:extLst>
              </p:cNvPr>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3">
                <a:extLst>
                  <a:ext uri="{FF2B5EF4-FFF2-40B4-BE49-F238E27FC236}">
                    <a16:creationId xmlns:a16="http://schemas.microsoft.com/office/drawing/2014/main" id="{E6CAFD2D-6B62-052E-BA91-4E9D30DAF18B}"/>
                  </a:ext>
                </a:extLst>
              </p:cNvPr>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3">
                <a:extLst>
                  <a:ext uri="{FF2B5EF4-FFF2-40B4-BE49-F238E27FC236}">
                    <a16:creationId xmlns:a16="http://schemas.microsoft.com/office/drawing/2014/main" id="{0DCB989D-25ED-1B8F-F713-605E77C22C35}"/>
                  </a:ext>
                </a:extLst>
              </p:cNvPr>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43">
              <a:extLst>
                <a:ext uri="{FF2B5EF4-FFF2-40B4-BE49-F238E27FC236}">
                  <a16:creationId xmlns:a16="http://schemas.microsoft.com/office/drawing/2014/main" id="{FD351403-C811-F1EB-E521-509526A7A1E4}"/>
                </a:ext>
              </a:extLst>
            </p:cNvPr>
            <p:cNvGrpSpPr/>
            <p:nvPr/>
          </p:nvGrpSpPr>
          <p:grpSpPr>
            <a:xfrm rot="1801810">
              <a:off x="263984" y="3881350"/>
              <a:ext cx="354302" cy="391007"/>
              <a:chOff x="1433575" y="238125"/>
              <a:chExt cx="4740975" cy="5226075"/>
            </a:xfrm>
          </p:grpSpPr>
          <p:sp>
            <p:nvSpPr>
              <p:cNvPr id="2283" name="Google Shape;2283;p43">
                <a:extLst>
                  <a:ext uri="{FF2B5EF4-FFF2-40B4-BE49-F238E27FC236}">
                    <a16:creationId xmlns:a16="http://schemas.microsoft.com/office/drawing/2014/main" id="{B0ADE4CB-9C05-17A4-783E-EEFD80763D72}"/>
                  </a:ext>
                </a:extLst>
              </p:cNvPr>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3">
                <a:extLst>
                  <a:ext uri="{FF2B5EF4-FFF2-40B4-BE49-F238E27FC236}">
                    <a16:creationId xmlns:a16="http://schemas.microsoft.com/office/drawing/2014/main" id="{17469EAF-2938-2485-49BA-A2D2BE16A920}"/>
                  </a:ext>
                </a:extLst>
              </p:cNvPr>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3">
                <a:extLst>
                  <a:ext uri="{FF2B5EF4-FFF2-40B4-BE49-F238E27FC236}">
                    <a16:creationId xmlns:a16="http://schemas.microsoft.com/office/drawing/2014/main" id="{FC64A5DA-6086-E7E1-46D2-61BCA313BDDC}"/>
                  </a:ext>
                </a:extLst>
              </p:cNvPr>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3">
                <a:extLst>
                  <a:ext uri="{FF2B5EF4-FFF2-40B4-BE49-F238E27FC236}">
                    <a16:creationId xmlns:a16="http://schemas.microsoft.com/office/drawing/2014/main" id="{47B8ED14-F751-882C-FA56-FBE8213B579C}"/>
                  </a:ext>
                </a:extLst>
              </p:cNvPr>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3">
                <a:extLst>
                  <a:ext uri="{FF2B5EF4-FFF2-40B4-BE49-F238E27FC236}">
                    <a16:creationId xmlns:a16="http://schemas.microsoft.com/office/drawing/2014/main" id="{B3AB3E52-9EF4-8546-9096-3266214F72F6}"/>
                  </a:ext>
                </a:extLst>
              </p:cNvPr>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3">
                <a:extLst>
                  <a:ext uri="{FF2B5EF4-FFF2-40B4-BE49-F238E27FC236}">
                    <a16:creationId xmlns:a16="http://schemas.microsoft.com/office/drawing/2014/main" id="{475933D3-C3FA-8695-3822-C6DEC6760A48}"/>
                  </a:ext>
                </a:extLst>
              </p:cNvPr>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3">
                <a:extLst>
                  <a:ext uri="{FF2B5EF4-FFF2-40B4-BE49-F238E27FC236}">
                    <a16:creationId xmlns:a16="http://schemas.microsoft.com/office/drawing/2014/main" id="{ECE7D92C-C699-7F07-5FB6-F7A010EFE7B8}"/>
                  </a:ext>
                </a:extLst>
              </p:cNvPr>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3">
                <a:extLst>
                  <a:ext uri="{FF2B5EF4-FFF2-40B4-BE49-F238E27FC236}">
                    <a16:creationId xmlns:a16="http://schemas.microsoft.com/office/drawing/2014/main" id="{D52A7809-481B-2F03-36AD-D7541931CDAD}"/>
                  </a:ext>
                </a:extLst>
              </p:cNvPr>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3">
                <a:extLst>
                  <a:ext uri="{FF2B5EF4-FFF2-40B4-BE49-F238E27FC236}">
                    <a16:creationId xmlns:a16="http://schemas.microsoft.com/office/drawing/2014/main" id="{B902548E-F547-FD23-0E75-F9E50920188B}"/>
                  </a:ext>
                </a:extLst>
              </p:cNvPr>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3">
                <a:extLst>
                  <a:ext uri="{FF2B5EF4-FFF2-40B4-BE49-F238E27FC236}">
                    <a16:creationId xmlns:a16="http://schemas.microsoft.com/office/drawing/2014/main" id="{F8ACD96B-723A-6CBA-C5BE-9B17E76A8982}"/>
                  </a:ext>
                </a:extLst>
              </p:cNvPr>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3">
                <a:extLst>
                  <a:ext uri="{FF2B5EF4-FFF2-40B4-BE49-F238E27FC236}">
                    <a16:creationId xmlns:a16="http://schemas.microsoft.com/office/drawing/2014/main" id="{275BCC3C-4C68-C800-9101-D2FEED351FF6}"/>
                  </a:ext>
                </a:extLst>
              </p:cNvPr>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94" name="Google Shape;2294;p43">
            <a:extLst>
              <a:ext uri="{FF2B5EF4-FFF2-40B4-BE49-F238E27FC236}">
                <a16:creationId xmlns:a16="http://schemas.microsoft.com/office/drawing/2014/main" id="{325BD8EC-8C4F-1847-DC7A-471801304048}"/>
              </a:ext>
            </a:extLst>
          </p:cNvPr>
          <p:cNvGrpSpPr/>
          <p:nvPr/>
        </p:nvGrpSpPr>
        <p:grpSpPr>
          <a:xfrm>
            <a:off x="715099" y="3566578"/>
            <a:ext cx="1319580" cy="1041928"/>
            <a:chOff x="190037" y="3818872"/>
            <a:chExt cx="1346098" cy="1062867"/>
          </a:xfrm>
        </p:grpSpPr>
        <p:grpSp>
          <p:nvGrpSpPr>
            <p:cNvPr id="2295" name="Google Shape;2295;p43">
              <a:extLst>
                <a:ext uri="{FF2B5EF4-FFF2-40B4-BE49-F238E27FC236}">
                  <a16:creationId xmlns:a16="http://schemas.microsoft.com/office/drawing/2014/main" id="{7179E81C-84B5-CD1C-0B79-348E33705A53}"/>
                </a:ext>
              </a:extLst>
            </p:cNvPr>
            <p:cNvGrpSpPr/>
            <p:nvPr/>
          </p:nvGrpSpPr>
          <p:grpSpPr>
            <a:xfrm rot="1802271">
              <a:off x="1120650" y="4476648"/>
              <a:ext cx="354500" cy="339089"/>
              <a:chOff x="1190625" y="346475"/>
              <a:chExt cx="5219200" cy="5002375"/>
            </a:xfrm>
          </p:grpSpPr>
          <p:sp>
            <p:nvSpPr>
              <p:cNvPr id="2296" name="Google Shape;2296;p43">
                <a:extLst>
                  <a:ext uri="{FF2B5EF4-FFF2-40B4-BE49-F238E27FC236}">
                    <a16:creationId xmlns:a16="http://schemas.microsoft.com/office/drawing/2014/main" id="{22D59A8C-2405-92DA-28D5-4C1DB966E451}"/>
                  </a:ext>
                </a:extLst>
              </p:cNvPr>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3">
                <a:extLst>
                  <a:ext uri="{FF2B5EF4-FFF2-40B4-BE49-F238E27FC236}">
                    <a16:creationId xmlns:a16="http://schemas.microsoft.com/office/drawing/2014/main" id="{8E8E7011-B62B-47B9-0A5D-5F7345410C16}"/>
                  </a:ext>
                </a:extLst>
              </p:cNvPr>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43">
              <a:extLst>
                <a:ext uri="{FF2B5EF4-FFF2-40B4-BE49-F238E27FC236}">
                  <a16:creationId xmlns:a16="http://schemas.microsoft.com/office/drawing/2014/main" id="{44BB34DC-DDF0-86A1-EE2C-FD6465D13BCF}"/>
                </a:ext>
              </a:extLst>
            </p:cNvPr>
            <p:cNvGrpSpPr/>
            <p:nvPr/>
          </p:nvGrpSpPr>
          <p:grpSpPr>
            <a:xfrm rot="5400000">
              <a:off x="436382" y="4464318"/>
              <a:ext cx="380063" cy="363766"/>
              <a:chOff x="2057567" y="690970"/>
              <a:chExt cx="352891" cy="337790"/>
            </a:xfrm>
          </p:grpSpPr>
          <p:sp>
            <p:nvSpPr>
              <p:cNvPr id="2299" name="Google Shape;2299;p43">
                <a:extLst>
                  <a:ext uri="{FF2B5EF4-FFF2-40B4-BE49-F238E27FC236}">
                    <a16:creationId xmlns:a16="http://schemas.microsoft.com/office/drawing/2014/main" id="{6081A48B-0421-0048-E16F-5A9C68DCDB59}"/>
                  </a:ext>
                </a:extLst>
              </p:cNvPr>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3">
                <a:extLst>
                  <a:ext uri="{FF2B5EF4-FFF2-40B4-BE49-F238E27FC236}">
                    <a16:creationId xmlns:a16="http://schemas.microsoft.com/office/drawing/2014/main" id="{D338DFBE-568A-433C-1DD2-11620D84B0B7}"/>
                  </a:ext>
                </a:extLst>
              </p:cNvPr>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3">
                <a:extLst>
                  <a:ext uri="{FF2B5EF4-FFF2-40B4-BE49-F238E27FC236}">
                    <a16:creationId xmlns:a16="http://schemas.microsoft.com/office/drawing/2014/main" id="{4C5109CF-0579-EB0B-636E-CB3B86A36FCB}"/>
                  </a:ext>
                </a:extLst>
              </p:cNvPr>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3">
                <a:extLst>
                  <a:ext uri="{FF2B5EF4-FFF2-40B4-BE49-F238E27FC236}">
                    <a16:creationId xmlns:a16="http://schemas.microsoft.com/office/drawing/2014/main" id="{602D259D-D82F-6F47-2329-B964E1C59323}"/>
                  </a:ext>
                </a:extLst>
              </p:cNvPr>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3">
                <a:extLst>
                  <a:ext uri="{FF2B5EF4-FFF2-40B4-BE49-F238E27FC236}">
                    <a16:creationId xmlns:a16="http://schemas.microsoft.com/office/drawing/2014/main" id="{2E233DD4-74CC-3C14-988A-C8D9F38D6236}"/>
                  </a:ext>
                </a:extLst>
              </p:cNvPr>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3">
                <a:extLst>
                  <a:ext uri="{FF2B5EF4-FFF2-40B4-BE49-F238E27FC236}">
                    <a16:creationId xmlns:a16="http://schemas.microsoft.com/office/drawing/2014/main" id="{3B6B8F18-569C-06CF-1CD4-16D938E78D5D}"/>
                  </a:ext>
                </a:extLst>
              </p:cNvPr>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3">
                <a:extLst>
                  <a:ext uri="{FF2B5EF4-FFF2-40B4-BE49-F238E27FC236}">
                    <a16:creationId xmlns:a16="http://schemas.microsoft.com/office/drawing/2014/main" id="{299E894A-4F03-C364-F7FE-F35E5ABAE40B}"/>
                  </a:ext>
                </a:extLst>
              </p:cNvPr>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3">
                <a:extLst>
                  <a:ext uri="{FF2B5EF4-FFF2-40B4-BE49-F238E27FC236}">
                    <a16:creationId xmlns:a16="http://schemas.microsoft.com/office/drawing/2014/main" id="{BF4F0104-1B5A-9F21-3987-4F2C183AAA5A}"/>
                  </a:ext>
                </a:extLst>
              </p:cNvPr>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3">
                <a:extLst>
                  <a:ext uri="{FF2B5EF4-FFF2-40B4-BE49-F238E27FC236}">
                    <a16:creationId xmlns:a16="http://schemas.microsoft.com/office/drawing/2014/main" id="{578CC10E-0A25-9374-7998-E519E2BE7535}"/>
                  </a:ext>
                </a:extLst>
              </p:cNvPr>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3">
                <a:extLst>
                  <a:ext uri="{FF2B5EF4-FFF2-40B4-BE49-F238E27FC236}">
                    <a16:creationId xmlns:a16="http://schemas.microsoft.com/office/drawing/2014/main" id="{8EABBCE3-F914-33E5-FA06-677AC44025AB}"/>
                  </a:ext>
                </a:extLst>
              </p:cNvPr>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3">
                <a:extLst>
                  <a:ext uri="{FF2B5EF4-FFF2-40B4-BE49-F238E27FC236}">
                    <a16:creationId xmlns:a16="http://schemas.microsoft.com/office/drawing/2014/main" id="{B2C28BBA-98CB-F1FC-AEEF-E7EC04D0939B}"/>
                  </a:ext>
                </a:extLst>
              </p:cNvPr>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3">
                <a:extLst>
                  <a:ext uri="{FF2B5EF4-FFF2-40B4-BE49-F238E27FC236}">
                    <a16:creationId xmlns:a16="http://schemas.microsoft.com/office/drawing/2014/main" id="{DC477CEF-DC0E-E272-38F2-908DE24968B9}"/>
                  </a:ext>
                </a:extLst>
              </p:cNvPr>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 name="Google Shape;2311;p43">
              <a:extLst>
                <a:ext uri="{FF2B5EF4-FFF2-40B4-BE49-F238E27FC236}">
                  <a16:creationId xmlns:a16="http://schemas.microsoft.com/office/drawing/2014/main" id="{7B7EBA80-44BF-849A-E112-2C8EDEB644EF}"/>
                </a:ext>
              </a:extLst>
            </p:cNvPr>
            <p:cNvGrpSpPr/>
            <p:nvPr/>
          </p:nvGrpSpPr>
          <p:grpSpPr>
            <a:xfrm rot="1801810">
              <a:off x="263984" y="3881350"/>
              <a:ext cx="354302" cy="391007"/>
              <a:chOff x="1433575" y="238125"/>
              <a:chExt cx="4740975" cy="5226075"/>
            </a:xfrm>
          </p:grpSpPr>
          <p:sp>
            <p:nvSpPr>
              <p:cNvPr id="2312" name="Google Shape;2312;p43">
                <a:extLst>
                  <a:ext uri="{FF2B5EF4-FFF2-40B4-BE49-F238E27FC236}">
                    <a16:creationId xmlns:a16="http://schemas.microsoft.com/office/drawing/2014/main" id="{F1AEA035-8E69-9ED3-2A55-879223E14E36}"/>
                  </a:ext>
                </a:extLst>
              </p:cNvPr>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3">
                <a:extLst>
                  <a:ext uri="{FF2B5EF4-FFF2-40B4-BE49-F238E27FC236}">
                    <a16:creationId xmlns:a16="http://schemas.microsoft.com/office/drawing/2014/main" id="{670B972A-9FCA-3C22-0E7D-A2ABF60900C8}"/>
                  </a:ext>
                </a:extLst>
              </p:cNvPr>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3">
                <a:extLst>
                  <a:ext uri="{FF2B5EF4-FFF2-40B4-BE49-F238E27FC236}">
                    <a16:creationId xmlns:a16="http://schemas.microsoft.com/office/drawing/2014/main" id="{43FBCB35-0F4B-93DB-3868-EEFF29F88CD4}"/>
                  </a:ext>
                </a:extLst>
              </p:cNvPr>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3">
                <a:extLst>
                  <a:ext uri="{FF2B5EF4-FFF2-40B4-BE49-F238E27FC236}">
                    <a16:creationId xmlns:a16="http://schemas.microsoft.com/office/drawing/2014/main" id="{190558AF-175F-4AD5-46B1-7D745FB863D9}"/>
                  </a:ext>
                </a:extLst>
              </p:cNvPr>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3">
                <a:extLst>
                  <a:ext uri="{FF2B5EF4-FFF2-40B4-BE49-F238E27FC236}">
                    <a16:creationId xmlns:a16="http://schemas.microsoft.com/office/drawing/2014/main" id="{67447F0E-56A9-E727-0032-8971C11A7ECD}"/>
                  </a:ext>
                </a:extLst>
              </p:cNvPr>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3">
                <a:extLst>
                  <a:ext uri="{FF2B5EF4-FFF2-40B4-BE49-F238E27FC236}">
                    <a16:creationId xmlns:a16="http://schemas.microsoft.com/office/drawing/2014/main" id="{24AEF282-7037-279B-256E-C869D7B5ADB3}"/>
                  </a:ext>
                </a:extLst>
              </p:cNvPr>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3">
                <a:extLst>
                  <a:ext uri="{FF2B5EF4-FFF2-40B4-BE49-F238E27FC236}">
                    <a16:creationId xmlns:a16="http://schemas.microsoft.com/office/drawing/2014/main" id="{93A187DD-9DE5-78F7-AC82-EF38339D152C}"/>
                  </a:ext>
                </a:extLst>
              </p:cNvPr>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3">
                <a:extLst>
                  <a:ext uri="{FF2B5EF4-FFF2-40B4-BE49-F238E27FC236}">
                    <a16:creationId xmlns:a16="http://schemas.microsoft.com/office/drawing/2014/main" id="{E32946A7-3E96-D3EC-FD31-5E3065F32E6B}"/>
                  </a:ext>
                </a:extLst>
              </p:cNvPr>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3">
                <a:extLst>
                  <a:ext uri="{FF2B5EF4-FFF2-40B4-BE49-F238E27FC236}">
                    <a16:creationId xmlns:a16="http://schemas.microsoft.com/office/drawing/2014/main" id="{3535F38C-F6B6-CBF9-32F4-BA8BCE74529B}"/>
                  </a:ext>
                </a:extLst>
              </p:cNvPr>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3">
                <a:extLst>
                  <a:ext uri="{FF2B5EF4-FFF2-40B4-BE49-F238E27FC236}">
                    <a16:creationId xmlns:a16="http://schemas.microsoft.com/office/drawing/2014/main" id="{474716D8-2CFE-787B-162B-BCB6ED21A862}"/>
                  </a:ext>
                </a:extLst>
              </p:cNvPr>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3">
                <a:extLst>
                  <a:ext uri="{FF2B5EF4-FFF2-40B4-BE49-F238E27FC236}">
                    <a16:creationId xmlns:a16="http://schemas.microsoft.com/office/drawing/2014/main" id="{8B75C9C5-66A3-6EEF-B0CD-5C86DB9579AE}"/>
                  </a:ext>
                </a:extLst>
              </p:cNvPr>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23" name="Google Shape;2323;p43">
            <a:extLst>
              <a:ext uri="{FF2B5EF4-FFF2-40B4-BE49-F238E27FC236}">
                <a16:creationId xmlns:a16="http://schemas.microsoft.com/office/drawing/2014/main" id="{2B41F6AD-0E20-07F5-0027-8CEA502C3002}"/>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36</a:t>
            </a:fld>
            <a:endParaRPr/>
          </a:p>
        </p:txBody>
      </p:sp>
      <p:grpSp>
        <p:nvGrpSpPr>
          <p:cNvPr id="2324" name="Google Shape;2324;p43">
            <a:extLst>
              <a:ext uri="{FF2B5EF4-FFF2-40B4-BE49-F238E27FC236}">
                <a16:creationId xmlns:a16="http://schemas.microsoft.com/office/drawing/2014/main" id="{CE206BC8-7605-AB26-C938-EFD62E3C6479}"/>
              </a:ext>
            </a:extLst>
          </p:cNvPr>
          <p:cNvGrpSpPr/>
          <p:nvPr/>
        </p:nvGrpSpPr>
        <p:grpSpPr>
          <a:xfrm>
            <a:off x="3806829" y="3332110"/>
            <a:ext cx="1530341" cy="1510858"/>
            <a:chOff x="1422333" y="551900"/>
            <a:chExt cx="4651492" cy="4592275"/>
          </a:xfrm>
        </p:grpSpPr>
        <p:sp>
          <p:nvSpPr>
            <p:cNvPr id="2325" name="Google Shape;2325;p43">
              <a:extLst>
                <a:ext uri="{FF2B5EF4-FFF2-40B4-BE49-F238E27FC236}">
                  <a16:creationId xmlns:a16="http://schemas.microsoft.com/office/drawing/2014/main" id="{BD212AB7-52B0-8782-CFF5-22235FDB12FA}"/>
                </a:ext>
              </a:extLst>
            </p:cNvPr>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3">
              <a:extLst>
                <a:ext uri="{FF2B5EF4-FFF2-40B4-BE49-F238E27FC236}">
                  <a16:creationId xmlns:a16="http://schemas.microsoft.com/office/drawing/2014/main" id="{B3020AFD-BD77-F6B2-F360-9199B5DFEB2D}"/>
                </a:ext>
              </a:extLst>
            </p:cNvPr>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3">
              <a:extLst>
                <a:ext uri="{FF2B5EF4-FFF2-40B4-BE49-F238E27FC236}">
                  <a16:creationId xmlns:a16="http://schemas.microsoft.com/office/drawing/2014/main" id="{421B66F1-8087-FD95-DA16-3A7C3B82F08F}"/>
                </a:ext>
              </a:extLst>
            </p:cNvPr>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3">
              <a:extLst>
                <a:ext uri="{FF2B5EF4-FFF2-40B4-BE49-F238E27FC236}">
                  <a16:creationId xmlns:a16="http://schemas.microsoft.com/office/drawing/2014/main" id="{83E68F5E-900B-3076-A6BA-CC432BA5983C}"/>
                </a:ext>
              </a:extLst>
            </p:cNvPr>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3">
              <a:extLst>
                <a:ext uri="{FF2B5EF4-FFF2-40B4-BE49-F238E27FC236}">
                  <a16:creationId xmlns:a16="http://schemas.microsoft.com/office/drawing/2014/main" id="{AECB0BF9-B7AF-D6DF-40DE-562762256E30}"/>
                </a:ext>
              </a:extLst>
            </p:cNvPr>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3">
              <a:extLst>
                <a:ext uri="{FF2B5EF4-FFF2-40B4-BE49-F238E27FC236}">
                  <a16:creationId xmlns:a16="http://schemas.microsoft.com/office/drawing/2014/main" id="{61C99A89-082A-5082-DD81-59E9017E3EFA}"/>
                </a:ext>
              </a:extLst>
            </p:cNvPr>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3">
              <a:extLst>
                <a:ext uri="{FF2B5EF4-FFF2-40B4-BE49-F238E27FC236}">
                  <a16:creationId xmlns:a16="http://schemas.microsoft.com/office/drawing/2014/main" id="{295317D0-736A-EE71-6863-1324DE9D3440}"/>
                </a:ext>
              </a:extLst>
            </p:cNvPr>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3">
              <a:extLst>
                <a:ext uri="{FF2B5EF4-FFF2-40B4-BE49-F238E27FC236}">
                  <a16:creationId xmlns:a16="http://schemas.microsoft.com/office/drawing/2014/main" id="{9181489D-E2E7-7C08-B5F0-32A113D11D84}"/>
                </a:ext>
              </a:extLst>
            </p:cNvPr>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3">
              <a:extLst>
                <a:ext uri="{FF2B5EF4-FFF2-40B4-BE49-F238E27FC236}">
                  <a16:creationId xmlns:a16="http://schemas.microsoft.com/office/drawing/2014/main" id="{6CD08291-56CA-ED70-22E4-A5C055F4BA40}"/>
                </a:ext>
              </a:extLst>
            </p:cNvPr>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3">
              <a:extLst>
                <a:ext uri="{FF2B5EF4-FFF2-40B4-BE49-F238E27FC236}">
                  <a16:creationId xmlns:a16="http://schemas.microsoft.com/office/drawing/2014/main" id="{5BA4A529-442C-4232-5D8D-4FEE82BBF938}"/>
                </a:ext>
              </a:extLst>
            </p:cNvPr>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3">
              <a:extLst>
                <a:ext uri="{FF2B5EF4-FFF2-40B4-BE49-F238E27FC236}">
                  <a16:creationId xmlns:a16="http://schemas.microsoft.com/office/drawing/2014/main" id="{B5351BFC-B9A9-BBD4-F297-BFB52B7F9327}"/>
                </a:ext>
              </a:extLst>
            </p:cNvPr>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3">
              <a:extLst>
                <a:ext uri="{FF2B5EF4-FFF2-40B4-BE49-F238E27FC236}">
                  <a16:creationId xmlns:a16="http://schemas.microsoft.com/office/drawing/2014/main" id="{CD945970-FF47-1033-04FB-A11EE9B802AE}"/>
                </a:ext>
              </a:extLst>
            </p:cNvPr>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3">
              <a:extLst>
                <a:ext uri="{FF2B5EF4-FFF2-40B4-BE49-F238E27FC236}">
                  <a16:creationId xmlns:a16="http://schemas.microsoft.com/office/drawing/2014/main" id="{43B83EE5-19EE-5157-2733-9A07FE3B3313}"/>
                </a:ext>
              </a:extLst>
            </p:cNvPr>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3">
              <a:extLst>
                <a:ext uri="{FF2B5EF4-FFF2-40B4-BE49-F238E27FC236}">
                  <a16:creationId xmlns:a16="http://schemas.microsoft.com/office/drawing/2014/main" id="{6F4B6F85-27FF-BA3B-D1A1-99DCE0EAD9D6}"/>
                </a:ext>
              </a:extLst>
            </p:cNvPr>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3">
              <a:extLst>
                <a:ext uri="{FF2B5EF4-FFF2-40B4-BE49-F238E27FC236}">
                  <a16:creationId xmlns:a16="http://schemas.microsoft.com/office/drawing/2014/main" id="{C27F2088-5749-C040-3402-BC362A6A40F0}"/>
                </a:ext>
              </a:extLst>
            </p:cNvPr>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3">
              <a:extLst>
                <a:ext uri="{FF2B5EF4-FFF2-40B4-BE49-F238E27FC236}">
                  <a16:creationId xmlns:a16="http://schemas.microsoft.com/office/drawing/2014/main" id="{906E48B9-B2CC-7451-8226-0FB239A38D5C}"/>
                </a:ext>
              </a:extLst>
            </p:cNvPr>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3">
              <a:extLst>
                <a:ext uri="{FF2B5EF4-FFF2-40B4-BE49-F238E27FC236}">
                  <a16:creationId xmlns:a16="http://schemas.microsoft.com/office/drawing/2014/main" id="{93D1D713-9313-975B-4999-580296BDE39E}"/>
                </a:ext>
              </a:extLst>
            </p:cNvPr>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3">
              <a:extLst>
                <a:ext uri="{FF2B5EF4-FFF2-40B4-BE49-F238E27FC236}">
                  <a16:creationId xmlns:a16="http://schemas.microsoft.com/office/drawing/2014/main" id="{1B0DC388-FD8F-C576-E313-7D890893F780}"/>
                </a:ext>
              </a:extLst>
            </p:cNvPr>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3">
              <a:extLst>
                <a:ext uri="{FF2B5EF4-FFF2-40B4-BE49-F238E27FC236}">
                  <a16:creationId xmlns:a16="http://schemas.microsoft.com/office/drawing/2014/main" id="{E1F84398-FAD7-6845-047A-BD9F4458138F}"/>
                </a:ext>
              </a:extLst>
            </p:cNvPr>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3">
              <a:extLst>
                <a:ext uri="{FF2B5EF4-FFF2-40B4-BE49-F238E27FC236}">
                  <a16:creationId xmlns:a16="http://schemas.microsoft.com/office/drawing/2014/main" id="{01079E40-697F-FFBE-3EB5-FD075E4F6A62}"/>
                </a:ext>
              </a:extLst>
            </p:cNvPr>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3">
              <a:extLst>
                <a:ext uri="{FF2B5EF4-FFF2-40B4-BE49-F238E27FC236}">
                  <a16:creationId xmlns:a16="http://schemas.microsoft.com/office/drawing/2014/main" id="{2981B1D0-FD7F-2302-B454-C811A385B925}"/>
                </a:ext>
              </a:extLst>
            </p:cNvPr>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3">
              <a:extLst>
                <a:ext uri="{FF2B5EF4-FFF2-40B4-BE49-F238E27FC236}">
                  <a16:creationId xmlns:a16="http://schemas.microsoft.com/office/drawing/2014/main" id="{002C02C6-9084-D351-7187-76D0F9989515}"/>
                </a:ext>
              </a:extLst>
            </p:cNvPr>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3">
              <a:extLst>
                <a:ext uri="{FF2B5EF4-FFF2-40B4-BE49-F238E27FC236}">
                  <a16:creationId xmlns:a16="http://schemas.microsoft.com/office/drawing/2014/main" id="{18DD41F2-19B8-B03A-5FB4-418AECFED32D}"/>
                </a:ext>
              </a:extLst>
            </p:cNvPr>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3">
              <a:extLst>
                <a:ext uri="{FF2B5EF4-FFF2-40B4-BE49-F238E27FC236}">
                  <a16:creationId xmlns:a16="http://schemas.microsoft.com/office/drawing/2014/main" id="{8D3A5C28-642A-C9FA-6529-A30C1364F969}"/>
                </a:ext>
              </a:extLst>
            </p:cNvPr>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3">
              <a:extLst>
                <a:ext uri="{FF2B5EF4-FFF2-40B4-BE49-F238E27FC236}">
                  <a16:creationId xmlns:a16="http://schemas.microsoft.com/office/drawing/2014/main" id="{C5E63386-375B-993F-E0A5-B525105FE6A0}"/>
                </a:ext>
              </a:extLst>
            </p:cNvPr>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3">
              <a:extLst>
                <a:ext uri="{FF2B5EF4-FFF2-40B4-BE49-F238E27FC236}">
                  <a16:creationId xmlns:a16="http://schemas.microsoft.com/office/drawing/2014/main" id="{304609C9-DC19-B5D9-FF34-060581EE0257}"/>
                </a:ext>
              </a:extLst>
            </p:cNvPr>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3">
              <a:extLst>
                <a:ext uri="{FF2B5EF4-FFF2-40B4-BE49-F238E27FC236}">
                  <a16:creationId xmlns:a16="http://schemas.microsoft.com/office/drawing/2014/main" id="{B68A68A7-6874-C78D-869E-17A02541C77E}"/>
                </a:ext>
              </a:extLst>
            </p:cNvPr>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3">
              <a:extLst>
                <a:ext uri="{FF2B5EF4-FFF2-40B4-BE49-F238E27FC236}">
                  <a16:creationId xmlns:a16="http://schemas.microsoft.com/office/drawing/2014/main" id="{69E11F66-D648-6ECF-7578-97124B03E1A3}"/>
                </a:ext>
              </a:extLst>
            </p:cNvPr>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3">
              <a:extLst>
                <a:ext uri="{FF2B5EF4-FFF2-40B4-BE49-F238E27FC236}">
                  <a16:creationId xmlns:a16="http://schemas.microsoft.com/office/drawing/2014/main" id="{41AECE6E-F97C-6337-0AC8-DFB06664B052}"/>
                </a:ext>
              </a:extLst>
            </p:cNvPr>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3">
              <a:extLst>
                <a:ext uri="{FF2B5EF4-FFF2-40B4-BE49-F238E27FC236}">
                  <a16:creationId xmlns:a16="http://schemas.microsoft.com/office/drawing/2014/main" id="{DDB844D2-60DA-1861-37C2-8C769289139D}"/>
                </a:ext>
              </a:extLst>
            </p:cNvPr>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3">
              <a:extLst>
                <a:ext uri="{FF2B5EF4-FFF2-40B4-BE49-F238E27FC236}">
                  <a16:creationId xmlns:a16="http://schemas.microsoft.com/office/drawing/2014/main" id="{9042DD88-AFD8-48E9-9ABA-BB57B8935B52}"/>
                </a:ext>
              </a:extLst>
            </p:cNvPr>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3">
              <a:extLst>
                <a:ext uri="{FF2B5EF4-FFF2-40B4-BE49-F238E27FC236}">
                  <a16:creationId xmlns:a16="http://schemas.microsoft.com/office/drawing/2014/main" id="{8BFB90FE-D71B-0DD1-14ED-1E42EE5D5864}"/>
                </a:ext>
              </a:extLst>
            </p:cNvPr>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3">
              <a:extLst>
                <a:ext uri="{FF2B5EF4-FFF2-40B4-BE49-F238E27FC236}">
                  <a16:creationId xmlns:a16="http://schemas.microsoft.com/office/drawing/2014/main" id="{2677D7A9-2CAC-2206-ED16-297147262D96}"/>
                </a:ext>
              </a:extLst>
            </p:cNvPr>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3">
              <a:extLst>
                <a:ext uri="{FF2B5EF4-FFF2-40B4-BE49-F238E27FC236}">
                  <a16:creationId xmlns:a16="http://schemas.microsoft.com/office/drawing/2014/main" id="{E121871E-2CC8-F451-E0A4-7DBB83CAEE7D}"/>
                </a:ext>
              </a:extLst>
            </p:cNvPr>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3">
              <a:extLst>
                <a:ext uri="{FF2B5EF4-FFF2-40B4-BE49-F238E27FC236}">
                  <a16:creationId xmlns:a16="http://schemas.microsoft.com/office/drawing/2014/main" id="{214C7B9C-9AE3-3FEB-8B8B-32F49AD4CB8F}"/>
                </a:ext>
              </a:extLst>
            </p:cNvPr>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3">
              <a:extLst>
                <a:ext uri="{FF2B5EF4-FFF2-40B4-BE49-F238E27FC236}">
                  <a16:creationId xmlns:a16="http://schemas.microsoft.com/office/drawing/2014/main" id="{A0838E5F-6B18-B06D-5C19-00F216ECFBFA}"/>
                </a:ext>
              </a:extLst>
            </p:cNvPr>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3">
              <a:extLst>
                <a:ext uri="{FF2B5EF4-FFF2-40B4-BE49-F238E27FC236}">
                  <a16:creationId xmlns:a16="http://schemas.microsoft.com/office/drawing/2014/main" id="{D180AF9B-1A38-C33D-6B12-E6C6CE0B3DF3}"/>
                </a:ext>
              </a:extLst>
            </p:cNvPr>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3">
              <a:extLst>
                <a:ext uri="{FF2B5EF4-FFF2-40B4-BE49-F238E27FC236}">
                  <a16:creationId xmlns:a16="http://schemas.microsoft.com/office/drawing/2014/main" id="{58A17151-7588-ADBE-E6B7-22AD8936D1F3}"/>
                </a:ext>
              </a:extLst>
            </p:cNvPr>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3">
              <a:extLst>
                <a:ext uri="{FF2B5EF4-FFF2-40B4-BE49-F238E27FC236}">
                  <a16:creationId xmlns:a16="http://schemas.microsoft.com/office/drawing/2014/main" id="{5AA25E1B-9BB7-DE4F-61EC-F20B4109F44F}"/>
                </a:ext>
              </a:extLst>
            </p:cNvPr>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3">
              <a:extLst>
                <a:ext uri="{FF2B5EF4-FFF2-40B4-BE49-F238E27FC236}">
                  <a16:creationId xmlns:a16="http://schemas.microsoft.com/office/drawing/2014/main" id="{743446B8-8E95-DB52-3CAF-3D48028BFACF}"/>
                </a:ext>
              </a:extLst>
            </p:cNvPr>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3412679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376">
          <a:extLst>
            <a:ext uri="{FF2B5EF4-FFF2-40B4-BE49-F238E27FC236}">
              <a16:creationId xmlns:a16="http://schemas.microsoft.com/office/drawing/2014/main" id="{24F4530C-1F1B-6535-A976-B30544915904}"/>
            </a:ext>
          </a:extLst>
        </p:cNvPr>
        <p:cNvGrpSpPr/>
        <p:nvPr/>
      </p:nvGrpSpPr>
      <p:grpSpPr>
        <a:xfrm>
          <a:off x="0" y="0"/>
          <a:ext cx="0" cy="0"/>
          <a:chOff x="0" y="0"/>
          <a:chExt cx="0" cy="0"/>
        </a:xfrm>
      </p:grpSpPr>
      <p:sp>
        <p:nvSpPr>
          <p:cNvPr id="2377" name="Google Shape;2377;p45">
            <a:extLst>
              <a:ext uri="{FF2B5EF4-FFF2-40B4-BE49-F238E27FC236}">
                <a16:creationId xmlns:a16="http://schemas.microsoft.com/office/drawing/2014/main" id="{61CE19F3-BE6C-D9CB-6DD0-58914150C72A}"/>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37</a:t>
            </a:fld>
            <a:endParaRPr/>
          </a:p>
        </p:txBody>
      </p:sp>
      <p:sp>
        <p:nvSpPr>
          <p:cNvPr id="2378" name="Google Shape;2378;p45">
            <a:extLst>
              <a:ext uri="{FF2B5EF4-FFF2-40B4-BE49-F238E27FC236}">
                <a16:creationId xmlns:a16="http://schemas.microsoft.com/office/drawing/2014/main" id="{AFCBF219-5D17-47B2-D9D9-EAC665C1673A}"/>
              </a:ext>
            </a:extLst>
          </p:cNvPr>
          <p:cNvSpPr txBox="1">
            <a:spLocks noGrp="1"/>
          </p:cNvSpPr>
          <p:nvPr>
            <p:ph type="title"/>
          </p:nvPr>
        </p:nvSpPr>
        <p:spPr>
          <a:xfrm>
            <a:off x="-2060270" y="80800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Dataset Overview</a:t>
            </a:r>
            <a:endParaRPr/>
          </a:p>
        </p:txBody>
      </p:sp>
      <p:sp>
        <p:nvSpPr>
          <p:cNvPr id="2379" name="Google Shape;2379;p45">
            <a:extLst>
              <a:ext uri="{FF2B5EF4-FFF2-40B4-BE49-F238E27FC236}">
                <a16:creationId xmlns:a16="http://schemas.microsoft.com/office/drawing/2014/main" id="{30BFF18F-8B0E-ED8E-93FF-A38F93AFD29B}"/>
              </a:ext>
            </a:extLst>
          </p:cNvPr>
          <p:cNvSpPr txBox="1">
            <a:spLocks noGrp="1"/>
          </p:cNvSpPr>
          <p:nvPr>
            <p:ph type="body" idx="1"/>
          </p:nvPr>
        </p:nvSpPr>
        <p:spPr>
          <a:xfrm>
            <a:off x="249977" y="1095458"/>
            <a:ext cx="3460889" cy="2952583"/>
          </a:xfrm>
          <a:prstGeom prst="rect">
            <a:avLst/>
          </a:prstGeom>
        </p:spPr>
        <p:txBody>
          <a:bodyPr spcFirstLastPara="1" wrap="square" lIns="91425" tIns="91425" rIns="91425" bIns="91425" anchor="t" anchorCtr="0">
            <a:noAutofit/>
          </a:bodyPr>
          <a:lstStyle/>
          <a:p>
            <a:pPr>
              <a:lnSpc>
                <a:spcPct val="114999"/>
              </a:lnSpc>
              <a:buNone/>
            </a:pPr>
            <a:endParaRPr lang="fr-FR" b="1"/>
          </a:p>
          <a:p>
            <a:pPr marL="285750" indent="-285750">
              <a:lnSpc>
                <a:spcPct val="114999"/>
              </a:lnSpc>
            </a:pPr>
            <a:r>
              <a:rPr lang="fr-FR" b="1">
                <a:solidFill>
                  <a:schemeClr val="lt2"/>
                </a:solidFill>
              </a:rPr>
              <a:t>Name:</a:t>
            </a:r>
            <a:r>
              <a:rPr lang="fr-FR">
                <a:solidFill>
                  <a:schemeClr val="lt2"/>
                </a:solidFill>
              </a:rPr>
              <a:t> AI4I 2020 Predictive Maintenance Dataset</a:t>
            </a:r>
            <a:endParaRPr lang="fr-FR"/>
          </a:p>
          <a:p>
            <a:pPr marL="285750" indent="-285750">
              <a:lnSpc>
                <a:spcPct val="114999"/>
              </a:lnSpc>
            </a:pPr>
            <a:r>
              <a:rPr lang="fr-FR" b="1">
                <a:solidFill>
                  <a:schemeClr val="lt2"/>
                </a:solidFill>
              </a:rPr>
              <a:t>Source:</a:t>
            </a:r>
            <a:r>
              <a:rPr lang="fr-FR">
                <a:solidFill>
                  <a:schemeClr val="lt2"/>
                </a:solidFill>
              </a:rPr>
              <a:t> Predictive maintenance for industrial machinery</a:t>
            </a:r>
            <a:endParaRPr lang="fr-FR"/>
          </a:p>
          <a:p>
            <a:pPr marL="285750" indent="-285750">
              <a:lnSpc>
                <a:spcPct val="114999"/>
              </a:lnSpc>
            </a:pPr>
            <a:r>
              <a:rPr lang="fr-FR" b="1">
                <a:solidFill>
                  <a:schemeClr val="lt2"/>
                </a:solidFill>
              </a:rPr>
              <a:t>Records:</a:t>
            </a:r>
            <a:r>
              <a:rPr lang="fr-FR">
                <a:solidFill>
                  <a:schemeClr val="lt2"/>
                </a:solidFill>
              </a:rPr>
              <a:t> 10,000 entries</a:t>
            </a:r>
            <a:endParaRPr lang="fr-FR"/>
          </a:p>
          <a:p>
            <a:pPr marL="285750" indent="-285750">
              <a:lnSpc>
                <a:spcPct val="114999"/>
              </a:lnSpc>
            </a:pPr>
            <a:r>
              <a:rPr lang="fr-FR" b="1">
                <a:solidFill>
                  <a:schemeClr val="lt2"/>
                </a:solidFill>
              </a:rPr>
              <a:t>Data Type:</a:t>
            </a:r>
            <a:r>
              <a:rPr lang="fr-FR">
                <a:solidFill>
                  <a:schemeClr val="lt2"/>
                </a:solidFill>
              </a:rPr>
              <a:t> Mixed (Numerical and Categorical)</a:t>
            </a:r>
            <a:endParaRPr lang="fr-FR"/>
          </a:p>
          <a:p>
            <a:pPr marL="285750" indent="-285750">
              <a:lnSpc>
                <a:spcPct val="114999"/>
              </a:lnSpc>
            </a:pPr>
            <a:r>
              <a:rPr lang="fr-FR" b="1">
                <a:solidFill>
                  <a:schemeClr val="lt2"/>
                </a:solidFill>
              </a:rPr>
              <a:t>Purpose:</a:t>
            </a:r>
            <a:r>
              <a:rPr lang="en">
                <a:solidFill>
                  <a:schemeClr val="lt2"/>
                </a:solidFill>
              </a:rPr>
              <a:t> Analyze factors influencing machine failures and identify potential predictors for maintenance issues.</a:t>
            </a:r>
            <a:endParaRPr lang="en"/>
          </a:p>
          <a:p>
            <a:pPr marL="0" lvl="0" indent="0" algn="l">
              <a:lnSpc>
                <a:spcPct val="114999"/>
              </a:lnSpc>
              <a:spcAft>
                <a:spcPts val="0"/>
              </a:spcAft>
              <a:buSzPts val="1100"/>
              <a:buFont typeface="Arial"/>
              <a:buNone/>
            </a:pPr>
            <a:endParaRPr lang="en">
              <a:solidFill>
                <a:schemeClr val="lt2"/>
              </a:solidFill>
            </a:endParaRPr>
          </a:p>
        </p:txBody>
      </p:sp>
      <p:pic>
        <p:nvPicPr>
          <p:cNvPr id="2" name="Image 1" descr="Une image contenant texte, capture d’écran, Police, nombre&#10;&#10;Description générée automatiquement">
            <a:extLst>
              <a:ext uri="{FF2B5EF4-FFF2-40B4-BE49-F238E27FC236}">
                <a16:creationId xmlns:a16="http://schemas.microsoft.com/office/drawing/2014/main" id="{B3A4DA51-236E-4091-58C9-F673BCBBE764}"/>
              </a:ext>
            </a:extLst>
          </p:cNvPr>
          <p:cNvPicPr>
            <a:picLocks noChangeAspect="1"/>
          </p:cNvPicPr>
          <p:nvPr/>
        </p:nvPicPr>
        <p:blipFill>
          <a:blip r:embed="rId3"/>
          <a:srcRect t="1923"/>
          <a:stretch/>
        </p:blipFill>
        <p:spPr>
          <a:xfrm>
            <a:off x="3717369" y="498441"/>
            <a:ext cx="4803691" cy="1799796"/>
          </a:xfrm>
          <a:prstGeom prst="rect">
            <a:avLst/>
          </a:prstGeom>
        </p:spPr>
      </p:pic>
      <p:pic>
        <p:nvPicPr>
          <p:cNvPr id="3" name="Image 2" descr="Une image contenant texte, Police, capture d’écran, nombre&#10;&#10;Description générée automatiquement">
            <a:extLst>
              <a:ext uri="{FF2B5EF4-FFF2-40B4-BE49-F238E27FC236}">
                <a16:creationId xmlns:a16="http://schemas.microsoft.com/office/drawing/2014/main" id="{C0B41CC8-0142-C4B9-44B9-F347CE9E3471}"/>
              </a:ext>
            </a:extLst>
          </p:cNvPr>
          <p:cNvPicPr>
            <a:picLocks noChangeAspect="1"/>
          </p:cNvPicPr>
          <p:nvPr/>
        </p:nvPicPr>
        <p:blipFill>
          <a:blip r:embed="rId4"/>
          <a:stretch>
            <a:fillRect/>
          </a:stretch>
        </p:blipFill>
        <p:spPr>
          <a:xfrm>
            <a:off x="3707027" y="2270113"/>
            <a:ext cx="4803691" cy="2055194"/>
          </a:xfrm>
          <a:prstGeom prst="rect">
            <a:avLst/>
          </a:prstGeom>
        </p:spPr>
      </p:pic>
      <p:grpSp>
        <p:nvGrpSpPr>
          <p:cNvPr id="4" name="Google Shape;2380;p45">
            <a:extLst>
              <a:ext uri="{FF2B5EF4-FFF2-40B4-BE49-F238E27FC236}">
                <a16:creationId xmlns:a16="http://schemas.microsoft.com/office/drawing/2014/main" id="{089AA4B4-0B20-9F8E-E11E-EDEC9F244667}"/>
              </a:ext>
            </a:extLst>
          </p:cNvPr>
          <p:cNvGrpSpPr/>
          <p:nvPr/>
        </p:nvGrpSpPr>
        <p:grpSpPr>
          <a:xfrm>
            <a:off x="8251774" y="4144781"/>
            <a:ext cx="534077" cy="530040"/>
            <a:chOff x="8251776" y="4144783"/>
            <a:chExt cx="4651492" cy="4592275"/>
          </a:xfrm>
        </p:grpSpPr>
        <p:sp>
          <p:nvSpPr>
            <p:cNvPr id="5" name="Google Shape;2381;p45">
              <a:extLst>
                <a:ext uri="{FF2B5EF4-FFF2-40B4-BE49-F238E27FC236}">
                  <a16:creationId xmlns:a16="http://schemas.microsoft.com/office/drawing/2014/main" id="{853FFB8A-B004-8A25-E015-456808E32E56}"/>
                </a:ext>
              </a:extLst>
            </p:cNvPr>
            <p:cNvSpPr/>
            <p:nvPr/>
          </p:nvSpPr>
          <p:spPr>
            <a:xfrm>
              <a:off x="11832493" y="4680733"/>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6" name="Google Shape;2382;p45">
              <a:extLst>
                <a:ext uri="{FF2B5EF4-FFF2-40B4-BE49-F238E27FC236}">
                  <a16:creationId xmlns:a16="http://schemas.microsoft.com/office/drawing/2014/main" id="{A793E5D5-4BE0-205B-0287-2D2E389E3FB2}"/>
                </a:ext>
              </a:extLst>
            </p:cNvPr>
            <p:cNvSpPr/>
            <p:nvPr/>
          </p:nvSpPr>
          <p:spPr>
            <a:xfrm>
              <a:off x="11765505" y="4649808"/>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7" name="Google Shape;2383;p45">
              <a:extLst>
                <a:ext uri="{FF2B5EF4-FFF2-40B4-BE49-F238E27FC236}">
                  <a16:creationId xmlns:a16="http://schemas.microsoft.com/office/drawing/2014/main" id="{B9AD91A6-04E7-109D-B455-9C3E11ABFAC6}"/>
                </a:ext>
              </a:extLst>
            </p:cNvPr>
            <p:cNvSpPr/>
            <p:nvPr/>
          </p:nvSpPr>
          <p:spPr>
            <a:xfrm>
              <a:off x="8957868" y="5933358"/>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8" name="Google Shape;2384;p45">
              <a:extLst>
                <a:ext uri="{FF2B5EF4-FFF2-40B4-BE49-F238E27FC236}">
                  <a16:creationId xmlns:a16="http://schemas.microsoft.com/office/drawing/2014/main" id="{287D1D34-6F0C-14B9-577D-03B94071BC56}"/>
                </a:ext>
              </a:extLst>
            </p:cNvPr>
            <p:cNvSpPr/>
            <p:nvPr/>
          </p:nvSpPr>
          <p:spPr>
            <a:xfrm>
              <a:off x="8872474" y="5903183"/>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9" name="Google Shape;2385;p45">
              <a:extLst>
                <a:ext uri="{FF2B5EF4-FFF2-40B4-BE49-F238E27FC236}">
                  <a16:creationId xmlns:a16="http://schemas.microsoft.com/office/drawing/2014/main" id="{BBB2D47C-C57D-0D57-75FF-03EF5A6C8A8A}"/>
                </a:ext>
              </a:extLst>
            </p:cNvPr>
            <p:cNvSpPr/>
            <p:nvPr/>
          </p:nvSpPr>
          <p:spPr>
            <a:xfrm>
              <a:off x="12097543" y="5933358"/>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0" name="Google Shape;2386;p45">
              <a:extLst>
                <a:ext uri="{FF2B5EF4-FFF2-40B4-BE49-F238E27FC236}">
                  <a16:creationId xmlns:a16="http://schemas.microsoft.com/office/drawing/2014/main" id="{1C10FF2A-DFC4-7C45-E994-C95B453461B8}"/>
                </a:ext>
              </a:extLst>
            </p:cNvPr>
            <p:cNvSpPr/>
            <p:nvPr/>
          </p:nvSpPr>
          <p:spPr>
            <a:xfrm>
              <a:off x="12012149" y="5903183"/>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1" name="Google Shape;2387;p45">
              <a:extLst>
                <a:ext uri="{FF2B5EF4-FFF2-40B4-BE49-F238E27FC236}">
                  <a16:creationId xmlns:a16="http://schemas.microsoft.com/office/drawing/2014/main" id="{7520BDCA-0931-03CF-5180-27A43DAA7147}"/>
                </a:ext>
              </a:extLst>
            </p:cNvPr>
            <p:cNvSpPr/>
            <p:nvPr/>
          </p:nvSpPr>
          <p:spPr>
            <a:xfrm>
              <a:off x="12373168" y="4175133"/>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2" name="Google Shape;2388;p45">
              <a:extLst>
                <a:ext uri="{FF2B5EF4-FFF2-40B4-BE49-F238E27FC236}">
                  <a16:creationId xmlns:a16="http://schemas.microsoft.com/office/drawing/2014/main" id="{95E1D037-C900-4ECC-C975-71DCD8A61221}"/>
                </a:ext>
              </a:extLst>
            </p:cNvPr>
            <p:cNvSpPr/>
            <p:nvPr/>
          </p:nvSpPr>
          <p:spPr>
            <a:xfrm>
              <a:off x="12286974" y="4144958"/>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3" name="Google Shape;2389;p45">
              <a:extLst>
                <a:ext uri="{FF2B5EF4-FFF2-40B4-BE49-F238E27FC236}">
                  <a16:creationId xmlns:a16="http://schemas.microsoft.com/office/drawing/2014/main" id="{EB907F51-652C-589A-0278-248694A6D16F}"/>
                </a:ext>
              </a:extLst>
            </p:cNvPr>
            <p:cNvSpPr/>
            <p:nvPr/>
          </p:nvSpPr>
          <p:spPr>
            <a:xfrm>
              <a:off x="8720568" y="4372483"/>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4" name="Google Shape;2390;p45">
              <a:extLst>
                <a:ext uri="{FF2B5EF4-FFF2-40B4-BE49-F238E27FC236}">
                  <a16:creationId xmlns:a16="http://schemas.microsoft.com/office/drawing/2014/main" id="{AFA2484B-AA56-F2D4-F5B4-8F34083490A2}"/>
                </a:ext>
              </a:extLst>
            </p:cNvPr>
            <p:cNvSpPr/>
            <p:nvPr/>
          </p:nvSpPr>
          <p:spPr>
            <a:xfrm>
              <a:off x="8634349" y="4342133"/>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5" name="Google Shape;2391;p45">
              <a:extLst>
                <a:ext uri="{FF2B5EF4-FFF2-40B4-BE49-F238E27FC236}">
                  <a16:creationId xmlns:a16="http://schemas.microsoft.com/office/drawing/2014/main" id="{8D3B58BE-55B9-CDD5-BF7C-2B17F599B20F}"/>
                </a:ext>
              </a:extLst>
            </p:cNvPr>
            <p:cNvSpPr/>
            <p:nvPr/>
          </p:nvSpPr>
          <p:spPr>
            <a:xfrm>
              <a:off x="8356043" y="4718258"/>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6" name="Google Shape;2392;p45">
              <a:extLst>
                <a:ext uri="{FF2B5EF4-FFF2-40B4-BE49-F238E27FC236}">
                  <a16:creationId xmlns:a16="http://schemas.microsoft.com/office/drawing/2014/main" id="{4C4C95E3-3B28-2B5D-733A-48C3CBC6D0FD}"/>
                </a:ext>
              </a:extLst>
            </p:cNvPr>
            <p:cNvSpPr/>
            <p:nvPr/>
          </p:nvSpPr>
          <p:spPr>
            <a:xfrm>
              <a:off x="8251776" y="4687908"/>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7" name="Google Shape;2393;p45">
              <a:extLst>
                <a:ext uri="{FF2B5EF4-FFF2-40B4-BE49-F238E27FC236}">
                  <a16:creationId xmlns:a16="http://schemas.microsoft.com/office/drawing/2014/main" id="{5C01F36B-E5DF-6FBE-A7FC-FCD91CEF1C17}"/>
                </a:ext>
              </a:extLst>
            </p:cNvPr>
            <p:cNvSpPr/>
            <p:nvPr/>
          </p:nvSpPr>
          <p:spPr>
            <a:xfrm>
              <a:off x="8356043" y="4175133"/>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8" name="Google Shape;2394;p45">
              <a:extLst>
                <a:ext uri="{FF2B5EF4-FFF2-40B4-BE49-F238E27FC236}">
                  <a16:creationId xmlns:a16="http://schemas.microsoft.com/office/drawing/2014/main" id="{75A59B52-E76F-4932-6B55-4970DBF1571B}"/>
                </a:ext>
              </a:extLst>
            </p:cNvPr>
            <p:cNvSpPr/>
            <p:nvPr/>
          </p:nvSpPr>
          <p:spPr>
            <a:xfrm>
              <a:off x="8251776" y="4144783"/>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19" name="Google Shape;2395;p45">
              <a:extLst>
                <a:ext uri="{FF2B5EF4-FFF2-40B4-BE49-F238E27FC236}">
                  <a16:creationId xmlns:a16="http://schemas.microsoft.com/office/drawing/2014/main" id="{EA4D1BD6-6642-A29A-2E7D-CC477F314B87}"/>
                </a:ext>
              </a:extLst>
            </p:cNvPr>
            <p:cNvSpPr/>
            <p:nvPr/>
          </p:nvSpPr>
          <p:spPr>
            <a:xfrm>
              <a:off x="8356043" y="8339058"/>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0" name="Google Shape;2396;p45">
              <a:extLst>
                <a:ext uri="{FF2B5EF4-FFF2-40B4-BE49-F238E27FC236}">
                  <a16:creationId xmlns:a16="http://schemas.microsoft.com/office/drawing/2014/main" id="{34D08719-DEFC-3E8B-3C9B-B294E694738C}"/>
                </a:ext>
              </a:extLst>
            </p:cNvPr>
            <p:cNvSpPr/>
            <p:nvPr/>
          </p:nvSpPr>
          <p:spPr>
            <a:xfrm>
              <a:off x="8270649" y="8308883"/>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1" name="Google Shape;2397;p45">
              <a:extLst>
                <a:ext uri="{FF2B5EF4-FFF2-40B4-BE49-F238E27FC236}">
                  <a16:creationId xmlns:a16="http://schemas.microsoft.com/office/drawing/2014/main" id="{B297138E-36EB-F0CE-4D19-EE24F26F53EE}"/>
                </a:ext>
              </a:extLst>
            </p:cNvPr>
            <p:cNvSpPr/>
            <p:nvPr/>
          </p:nvSpPr>
          <p:spPr>
            <a:xfrm>
              <a:off x="8674893" y="8094408"/>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2" name="Google Shape;2398;p45">
              <a:extLst>
                <a:ext uri="{FF2B5EF4-FFF2-40B4-BE49-F238E27FC236}">
                  <a16:creationId xmlns:a16="http://schemas.microsoft.com/office/drawing/2014/main" id="{CD1298D3-ACC9-1D38-2760-4D731E467375}"/>
                </a:ext>
              </a:extLst>
            </p:cNvPr>
            <p:cNvSpPr/>
            <p:nvPr/>
          </p:nvSpPr>
          <p:spPr>
            <a:xfrm>
              <a:off x="8589499" y="8064233"/>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3" name="Google Shape;2399;p45">
              <a:extLst>
                <a:ext uri="{FF2B5EF4-FFF2-40B4-BE49-F238E27FC236}">
                  <a16:creationId xmlns:a16="http://schemas.microsoft.com/office/drawing/2014/main" id="{9CCC68B0-E26A-D7F1-995A-50C4DF3376C2}"/>
                </a:ext>
              </a:extLst>
            </p:cNvPr>
            <p:cNvSpPr/>
            <p:nvPr/>
          </p:nvSpPr>
          <p:spPr>
            <a:xfrm>
              <a:off x="9014968" y="4606708"/>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4" name="Google Shape;2400;p45">
              <a:extLst>
                <a:ext uri="{FF2B5EF4-FFF2-40B4-BE49-F238E27FC236}">
                  <a16:creationId xmlns:a16="http://schemas.microsoft.com/office/drawing/2014/main" id="{7DF3CD61-02F8-89BA-A528-0D85E3A72732}"/>
                </a:ext>
              </a:extLst>
            </p:cNvPr>
            <p:cNvSpPr/>
            <p:nvPr/>
          </p:nvSpPr>
          <p:spPr>
            <a:xfrm>
              <a:off x="9094755" y="4577183"/>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5" name="Google Shape;2401;p45">
              <a:extLst>
                <a:ext uri="{FF2B5EF4-FFF2-40B4-BE49-F238E27FC236}">
                  <a16:creationId xmlns:a16="http://schemas.microsoft.com/office/drawing/2014/main" id="{CE784D4E-7EE1-E3F8-BC94-18E014EC2BDA}"/>
                </a:ext>
              </a:extLst>
            </p:cNvPr>
            <p:cNvSpPr/>
            <p:nvPr/>
          </p:nvSpPr>
          <p:spPr>
            <a:xfrm>
              <a:off x="10704668" y="6260108"/>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6" name="Google Shape;2402;p45">
              <a:extLst>
                <a:ext uri="{FF2B5EF4-FFF2-40B4-BE49-F238E27FC236}">
                  <a16:creationId xmlns:a16="http://schemas.microsoft.com/office/drawing/2014/main" id="{A3ED0E48-D004-D6E4-7714-B180D2D150F4}"/>
                </a:ext>
              </a:extLst>
            </p:cNvPr>
            <p:cNvSpPr/>
            <p:nvPr/>
          </p:nvSpPr>
          <p:spPr>
            <a:xfrm>
              <a:off x="10699768" y="6229383"/>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7" name="Google Shape;2403;p45">
              <a:extLst>
                <a:ext uri="{FF2B5EF4-FFF2-40B4-BE49-F238E27FC236}">
                  <a16:creationId xmlns:a16="http://schemas.microsoft.com/office/drawing/2014/main" id="{C1F7E2A1-8241-727B-A0C4-F87650D34D9A}"/>
                </a:ext>
              </a:extLst>
            </p:cNvPr>
            <p:cNvSpPr/>
            <p:nvPr/>
          </p:nvSpPr>
          <p:spPr>
            <a:xfrm>
              <a:off x="9535243" y="6177133"/>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8" name="Google Shape;2404;p45">
              <a:extLst>
                <a:ext uri="{FF2B5EF4-FFF2-40B4-BE49-F238E27FC236}">
                  <a16:creationId xmlns:a16="http://schemas.microsoft.com/office/drawing/2014/main" id="{EEE324F4-7ADE-1C2E-17A2-99AFBDC39274}"/>
                </a:ext>
              </a:extLst>
            </p:cNvPr>
            <p:cNvSpPr/>
            <p:nvPr/>
          </p:nvSpPr>
          <p:spPr>
            <a:xfrm>
              <a:off x="9515668" y="6147008"/>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29" name="Google Shape;2405;p45">
              <a:extLst>
                <a:ext uri="{FF2B5EF4-FFF2-40B4-BE49-F238E27FC236}">
                  <a16:creationId xmlns:a16="http://schemas.microsoft.com/office/drawing/2014/main" id="{24A25DD0-1101-F47F-C7AD-8304A8CCF791}"/>
                </a:ext>
              </a:extLst>
            </p:cNvPr>
            <p:cNvSpPr/>
            <p:nvPr/>
          </p:nvSpPr>
          <p:spPr>
            <a:xfrm>
              <a:off x="10328718" y="5903983"/>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0" name="Google Shape;2406;p45">
              <a:extLst>
                <a:ext uri="{FF2B5EF4-FFF2-40B4-BE49-F238E27FC236}">
                  <a16:creationId xmlns:a16="http://schemas.microsoft.com/office/drawing/2014/main" id="{ED2FC0A6-A79E-79AB-A3FF-3F8DC9AD6D8E}"/>
                </a:ext>
              </a:extLst>
            </p:cNvPr>
            <p:cNvSpPr/>
            <p:nvPr/>
          </p:nvSpPr>
          <p:spPr>
            <a:xfrm>
              <a:off x="10297743" y="5873808"/>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1" name="Google Shape;2407;p45">
              <a:extLst>
                <a:ext uri="{FF2B5EF4-FFF2-40B4-BE49-F238E27FC236}">
                  <a16:creationId xmlns:a16="http://schemas.microsoft.com/office/drawing/2014/main" id="{4BCA6950-1A91-EB1D-BA6D-045AF267E52C}"/>
                </a:ext>
              </a:extLst>
            </p:cNvPr>
            <p:cNvSpPr/>
            <p:nvPr/>
          </p:nvSpPr>
          <p:spPr>
            <a:xfrm>
              <a:off x="11323643" y="6201633"/>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2" name="Google Shape;2408;p45">
              <a:extLst>
                <a:ext uri="{FF2B5EF4-FFF2-40B4-BE49-F238E27FC236}">
                  <a16:creationId xmlns:a16="http://schemas.microsoft.com/office/drawing/2014/main" id="{BF35D1B9-01A7-8D05-992B-BA3B58B88631}"/>
                </a:ext>
              </a:extLst>
            </p:cNvPr>
            <p:cNvSpPr/>
            <p:nvPr/>
          </p:nvSpPr>
          <p:spPr>
            <a:xfrm>
              <a:off x="11293468" y="6170658"/>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3" name="Google Shape;2409;p45">
              <a:extLst>
                <a:ext uri="{FF2B5EF4-FFF2-40B4-BE49-F238E27FC236}">
                  <a16:creationId xmlns:a16="http://schemas.microsoft.com/office/drawing/2014/main" id="{69D9D95D-C5F5-AE7C-D519-0B61868EB2EB}"/>
                </a:ext>
              </a:extLst>
            </p:cNvPr>
            <p:cNvSpPr/>
            <p:nvPr/>
          </p:nvSpPr>
          <p:spPr>
            <a:xfrm>
              <a:off x="9686943" y="6711258"/>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4" name="Google Shape;2410;p45">
              <a:extLst>
                <a:ext uri="{FF2B5EF4-FFF2-40B4-BE49-F238E27FC236}">
                  <a16:creationId xmlns:a16="http://schemas.microsoft.com/office/drawing/2014/main" id="{83A09522-A3ED-8309-A700-70F72FC581EF}"/>
                </a:ext>
              </a:extLst>
            </p:cNvPr>
            <p:cNvSpPr/>
            <p:nvPr/>
          </p:nvSpPr>
          <p:spPr>
            <a:xfrm>
              <a:off x="9689368" y="6681983"/>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5" name="Google Shape;2411;p45">
              <a:extLst>
                <a:ext uri="{FF2B5EF4-FFF2-40B4-BE49-F238E27FC236}">
                  <a16:creationId xmlns:a16="http://schemas.microsoft.com/office/drawing/2014/main" id="{45DF3CE1-7C53-2402-C245-6BB6D1FCE2C7}"/>
                </a:ext>
              </a:extLst>
            </p:cNvPr>
            <p:cNvSpPr/>
            <p:nvPr/>
          </p:nvSpPr>
          <p:spPr>
            <a:xfrm>
              <a:off x="10071018" y="6331708"/>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6" name="Google Shape;2412;p45">
              <a:extLst>
                <a:ext uri="{FF2B5EF4-FFF2-40B4-BE49-F238E27FC236}">
                  <a16:creationId xmlns:a16="http://schemas.microsoft.com/office/drawing/2014/main" id="{77CACEC0-A589-56AC-7C0E-41A7181617B9}"/>
                </a:ext>
              </a:extLst>
            </p:cNvPr>
            <p:cNvSpPr/>
            <p:nvPr/>
          </p:nvSpPr>
          <p:spPr>
            <a:xfrm>
              <a:off x="10073468" y="6301133"/>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7" name="Google Shape;2413;p45">
              <a:extLst>
                <a:ext uri="{FF2B5EF4-FFF2-40B4-BE49-F238E27FC236}">
                  <a16:creationId xmlns:a16="http://schemas.microsoft.com/office/drawing/2014/main" id="{DAC04289-C358-296E-C25D-677262FC03B5}"/>
                </a:ext>
              </a:extLst>
            </p:cNvPr>
            <p:cNvSpPr/>
            <p:nvPr/>
          </p:nvSpPr>
          <p:spPr>
            <a:xfrm>
              <a:off x="10277343" y="6880958"/>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8" name="Google Shape;2414;p45">
              <a:extLst>
                <a:ext uri="{FF2B5EF4-FFF2-40B4-BE49-F238E27FC236}">
                  <a16:creationId xmlns:a16="http://schemas.microsoft.com/office/drawing/2014/main" id="{88D0498D-DC46-7923-F38E-1383F10186C4}"/>
                </a:ext>
              </a:extLst>
            </p:cNvPr>
            <p:cNvSpPr/>
            <p:nvPr/>
          </p:nvSpPr>
          <p:spPr>
            <a:xfrm>
              <a:off x="10246368" y="6850783"/>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39" name="Google Shape;2415;p45">
              <a:extLst>
                <a:ext uri="{FF2B5EF4-FFF2-40B4-BE49-F238E27FC236}">
                  <a16:creationId xmlns:a16="http://schemas.microsoft.com/office/drawing/2014/main" id="{A00599A3-0341-78E9-4DE1-0307EF3752C3}"/>
                </a:ext>
              </a:extLst>
            </p:cNvPr>
            <p:cNvSpPr/>
            <p:nvPr/>
          </p:nvSpPr>
          <p:spPr>
            <a:xfrm>
              <a:off x="10845743" y="6701433"/>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0" name="Google Shape;2416;p45">
              <a:extLst>
                <a:ext uri="{FF2B5EF4-FFF2-40B4-BE49-F238E27FC236}">
                  <a16:creationId xmlns:a16="http://schemas.microsoft.com/office/drawing/2014/main" id="{854829BF-7BDC-F5CD-BF0C-38C2B0D307BF}"/>
                </a:ext>
              </a:extLst>
            </p:cNvPr>
            <p:cNvSpPr/>
            <p:nvPr/>
          </p:nvSpPr>
          <p:spPr>
            <a:xfrm>
              <a:off x="10848193" y="6672183"/>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1" name="Google Shape;2417;p45">
              <a:extLst>
                <a:ext uri="{FF2B5EF4-FFF2-40B4-BE49-F238E27FC236}">
                  <a16:creationId xmlns:a16="http://schemas.microsoft.com/office/drawing/2014/main" id="{89F82F31-C58E-BA68-04E9-85F0D3195BBE}"/>
                </a:ext>
              </a:extLst>
            </p:cNvPr>
            <p:cNvSpPr/>
            <p:nvPr/>
          </p:nvSpPr>
          <p:spPr>
            <a:xfrm>
              <a:off x="9580805" y="4577183"/>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2" name="Google Shape;2418;p45">
              <a:extLst>
                <a:ext uri="{FF2B5EF4-FFF2-40B4-BE49-F238E27FC236}">
                  <a16:creationId xmlns:a16="http://schemas.microsoft.com/office/drawing/2014/main" id="{A71681D6-4CC0-CB88-BC83-BBF54E9A27BF}"/>
                </a:ext>
              </a:extLst>
            </p:cNvPr>
            <p:cNvSpPr/>
            <p:nvPr/>
          </p:nvSpPr>
          <p:spPr>
            <a:xfrm>
              <a:off x="10181830" y="4577983"/>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3" name="Google Shape;2419;p45">
              <a:extLst>
                <a:ext uri="{FF2B5EF4-FFF2-40B4-BE49-F238E27FC236}">
                  <a16:creationId xmlns:a16="http://schemas.microsoft.com/office/drawing/2014/main" id="{D4498819-58A0-BFE6-6DAB-00B77E591259}"/>
                </a:ext>
              </a:extLst>
            </p:cNvPr>
            <p:cNvSpPr/>
            <p:nvPr/>
          </p:nvSpPr>
          <p:spPr>
            <a:xfrm>
              <a:off x="9094755" y="5064033"/>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4" name="Google Shape;2420;p45">
              <a:extLst>
                <a:ext uri="{FF2B5EF4-FFF2-40B4-BE49-F238E27FC236}">
                  <a16:creationId xmlns:a16="http://schemas.microsoft.com/office/drawing/2014/main" id="{4D5E3EAD-59F3-CBA5-DD37-C478D10199D4}"/>
                </a:ext>
              </a:extLst>
            </p:cNvPr>
            <p:cNvSpPr/>
            <p:nvPr/>
          </p:nvSpPr>
          <p:spPr>
            <a:xfrm>
              <a:off x="9131568" y="5665058"/>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86819089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424">
          <a:extLst>
            <a:ext uri="{FF2B5EF4-FFF2-40B4-BE49-F238E27FC236}">
              <a16:creationId xmlns:a16="http://schemas.microsoft.com/office/drawing/2014/main" id="{5C01DC57-25EE-B3FA-20F9-29CCEFC2A75D}"/>
            </a:ext>
          </a:extLst>
        </p:cNvPr>
        <p:cNvGrpSpPr/>
        <p:nvPr/>
      </p:nvGrpSpPr>
      <p:grpSpPr>
        <a:xfrm>
          <a:off x="0" y="0"/>
          <a:ext cx="0" cy="0"/>
          <a:chOff x="0" y="0"/>
          <a:chExt cx="0" cy="0"/>
        </a:xfrm>
      </p:grpSpPr>
      <p:sp>
        <p:nvSpPr>
          <p:cNvPr id="2425" name="Google Shape;2425;p46">
            <a:extLst>
              <a:ext uri="{FF2B5EF4-FFF2-40B4-BE49-F238E27FC236}">
                <a16:creationId xmlns:a16="http://schemas.microsoft.com/office/drawing/2014/main" id="{A6A4B0F7-823B-8E4E-17C5-154F6F1AA4F7}"/>
              </a:ext>
            </a:extLst>
          </p:cNvPr>
          <p:cNvSpPr txBox="1">
            <a:spLocks noGrp="1"/>
          </p:cNvSpPr>
          <p:nvPr>
            <p:ph type="subTitle" idx="1"/>
          </p:nvPr>
        </p:nvSpPr>
        <p:spPr>
          <a:xfrm>
            <a:off x="-140835" y="1020434"/>
            <a:ext cx="3021900" cy="572700"/>
          </a:xfrm>
          <a:prstGeom prst="rect">
            <a:avLst/>
          </a:prstGeom>
        </p:spPr>
        <p:txBody>
          <a:bodyPr spcFirstLastPara="1" wrap="square" lIns="91425" tIns="91425" rIns="91425" bIns="91425" anchor="b" anchorCtr="0">
            <a:noAutofit/>
          </a:bodyPr>
          <a:lstStyle/>
          <a:p>
            <a:pPr marL="0" indent="0"/>
            <a:r>
              <a:rPr lang="en"/>
              <a:t>Steps Taken:</a:t>
            </a:r>
            <a:endParaRPr lang="fr-FR"/>
          </a:p>
        </p:txBody>
      </p:sp>
      <p:sp>
        <p:nvSpPr>
          <p:cNvPr id="2427" name="Google Shape;2427;p46">
            <a:extLst>
              <a:ext uri="{FF2B5EF4-FFF2-40B4-BE49-F238E27FC236}">
                <a16:creationId xmlns:a16="http://schemas.microsoft.com/office/drawing/2014/main" id="{FD9F288F-D995-6F22-D5D2-31644A792229}"/>
              </a:ext>
            </a:extLst>
          </p:cNvPr>
          <p:cNvSpPr txBox="1">
            <a:spLocks noGrp="1"/>
          </p:cNvSpPr>
          <p:nvPr>
            <p:ph type="subTitle" idx="3"/>
          </p:nvPr>
        </p:nvSpPr>
        <p:spPr>
          <a:xfrm>
            <a:off x="340645" y="1927146"/>
            <a:ext cx="4468510" cy="1976409"/>
          </a:xfrm>
          <a:prstGeom prst="rect">
            <a:avLst/>
          </a:prstGeom>
        </p:spPr>
        <p:txBody>
          <a:bodyPr spcFirstLastPara="1" wrap="square" lIns="91425" tIns="91425" rIns="91425" bIns="91425" anchor="t" anchorCtr="0">
            <a:noAutofit/>
          </a:bodyPr>
          <a:lstStyle/>
          <a:p>
            <a:pPr marL="0" indent="0" algn="l"/>
            <a:r>
              <a:rPr lang="en" b="1"/>
              <a:t>1. Loaded the Dataset:</a:t>
            </a:r>
            <a:endParaRPr lang="fr-FR"/>
          </a:p>
          <a:p>
            <a:pPr marL="285750" indent="-285750" algn="l">
              <a:buFont typeface="Arial"/>
              <a:buChar char="•"/>
            </a:pPr>
            <a:r>
              <a:rPr lang="en"/>
              <a:t>Used </a:t>
            </a:r>
            <a:r>
              <a:rPr lang="en">
                <a:latin typeface="Consolas"/>
              </a:rPr>
              <a:t>read.csv()</a:t>
            </a:r>
            <a:r>
              <a:rPr lang="en"/>
              <a:t> to load the AI4I 2020 Predictive Maintenance dataset.</a:t>
            </a:r>
            <a:endParaRPr lang="fr-FR"/>
          </a:p>
          <a:p>
            <a:pPr marL="285750" indent="-285750" algn="l">
              <a:buFont typeface="Arial"/>
              <a:buChar char="•"/>
            </a:pPr>
            <a:endParaRPr lang="en"/>
          </a:p>
          <a:p>
            <a:pPr marL="0" indent="0" algn="l"/>
            <a:r>
              <a:rPr lang="en" b="1"/>
              <a:t>2. Renamed Columns for Clarity:</a:t>
            </a:r>
            <a:endParaRPr lang="fr-FR"/>
          </a:p>
          <a:p>
            <a:pPr marL="285750" indent="-285750" algn="l">
              <a:buFont typeface="Arial"/>
              <a:buChar char="•"/>
            </a:pPr>
            <a:r>
              <a:rPr lang="en"/>
              <a:t>Simplified column names for better readability.</a:t>
            </a:r>
            <a:endParaRPr lang="fr-FR"/>
          </a:p>
          <a:p>
            <a:pPr marL="285750" indent="-285750" algn="l">
              <a:buFont typeface="Arial"/>
              <a:buChar char="•"/>
            </a:pPr>
            <a:endParaRPr lang="en"/>
          </a:p>
          <a:p>
            <a:pPr marL="0" indent="0" algn="l"/>
            <a:endParaRPr lang="en" b="1"/>
          </a:p>
          <a:p>
            <a:pPr marL="0" indent="0" algn="l">
              <a:lnSpc>
                <a:spcPct val="114999"/>
              </a:lnSpc>
            </a:pPr>
            <a:endParaRPr lang="en"/>
          </a:p>
        </p:txBody>
      </p:sp>
      <p:sp>
        <p:nvSpPr>
          <p:cNvPr id="2429" name="Google Shape;2429;p46">
            <a:extLst>
              <a:ext uri="{FF2B5EF4-FFF2-40B4-BE49-F238E27FC236}">
                <a16:creationId xmlns:a16="http://schemas.microsoft.com/office/drawing/2014/main" id="{928925E1-4F40-C89F-8823-97F17A9CB89A}"/>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38</a:t>
            </a:fld>
            <a:endParaRPr/>
          </a:p>
        </p:txBody>
      </p:sp>
      <p:sp>
        <p:nvSpPr>
          <p:cNvPr id="2430" name="Google Shape;2430;p46">
            <a:extLst>
              <a:ext uri="{FF2B5EF4-FFF2-40B4-BE49-F238E27FC236}">
                <a16:creationId xmlns:a16="http://schemas.microsoft.com/office/drawing/2014/main" id="{01A1CDCB-89E8-8F5A-F2DB-A5396109D5D7}"/>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Data Loading and Preparation</a:t>
            </a:r>
            <a:endParaRPr/>
          </a:p>
        </p:txBody>
      </p:sp>
      <p:pic>
        <p:nvPicPr>
          <p:cNvPr id="6" name="Image 5" descr="Une image contenant texte, capture d’écran, Police, nombre&#10;&#10;Description générée automatiquement">
            <a:extLst>
              <a:ext uri="{FF2B5EF4-FFF2-40B4-BE49-F238E27FC236}">
                <a16:creationId xmlns:a16="http://schemas.microsoft.com/office/drawing/2014/main" id="{F025E22B-E6E0-1063-5D00-FE53C890EAF7}"/>
              </a:ext>
            </a:extLst>
          </p:cNvPr>
          <p:cNvPicPr>
            <a:picLocks noChangeAspect="1"/>
          </p:cNvPicPr>
          <p:nvPr/>
        </p:nvPicPr>
        <p:blipFill>
          <a:blip r:embed="rId3"/>
          <a:stretch>
            <a:fillRect/>
          </a:stretch>
        </p:blipFill>
        <p:spPr>
          <a:xfrm>
            <a:off x="4450556" y="2091929"/>
            <a:ext cx="3850482" cy="1638300"/>
          </a:xfrm>
          <a:prstGeom prst="rect">
            <a:avLst/>
          </a:prstGeom>
        </p:spPr>
      </p:pic>
    </p:spTree>
    <p:extLst>
      <p:ext uri="{BB962C8B-B14F-4D97-AF65-F5344CB8AC3E}">
        <p14:creationId xmlns:p14="http://schemas.microsoft.com/office/powerpoint/2010/main" val="21038775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424">
          <a:extLst>
            <a:ext uri="{FF2B5EF4-FFF2-40B4-BE49-F238E27FC236}">
              <a16:creationId xmlns:a16="http://schemas.microsoft.com/office/drawing/2014/main" id="{5C01DC57-25EE-B3FA-20F9-29CCEFC2A75D}"/>
            </a:ext>
          </a:extLst>
        </p:cNvPr>
        <p:cNvGrpSpPr/>
        <p:nvPr/>
      </p:nvGrpSpPr>
      <p:grpSpPr>
        <a:xfrm>
          <a:off x="0" y="0"/>
          <a:ext cx="0" cy="0"/>
          <a:chOff x="0" y="0"/>
          <a:chExt cx="0" cy="0"/>
        </a:xfrm>
      </p:grpSpPr>
      <p:sp>
        <p:nvSpPr>
          <p:cNvPr id="2425" name="Google Shape;2425;p46">
            <a:extLst>
              <a:ext uri="{FF2B5EF4-FFF2-40B4-BE49-F238E27FC236}">
                <a16:creationId xmlns:a16="http://schemas.microsoft.com/office/drawing/2014/main" id="{A6A4B0F7-823B-8E4E-17C5-154F6F1AA4F7}"/>
              </a:ext>
            </a:extLst>
          </p:cNvPr>
          <p:cNvSpPr txBox="1">
            <a:spLocks noGrp="1"/>
          </p:cNvSpPr>
          <p:nvPr>
            <p:ph type="subTitle" idx="1"/>
          </p:nvPr>
        </p:nvSpPr>
        <p:spPr>
          <a:xfrm>
            <a:off x="-140835" y="1020434"/>
            <a:ext cx="3021900" cy="572700"/>
          </a:xfrm>
          <a:prstGeom prst="rect">
            <a:avLst/>
          </a:prstGeom>
        </p:spPr>
        <p:txBody>
          <a:bodyPr spcFirstLastPara="1" wrap="square" lIns="91425" tIns="91425" rIns="91425" bIns="91425" anchor="b" anchorCtr="0">
            <a:noAutofit/>
          </a:bodyPr>
          <a:lstStyle/>
          <a:p>
            <a:pPr marL="0" indent="0"/>
            <a:r>
              <a:rPr lang="en"/>
              <a:t>Steps Taken:</a:t>
            </a:r>
            <a:endParaRPr lang="fr-FR"/>
          </a:p>
        </p:txBody>
      </p:sp>
      <p:sp>
        <p:nvSpPr>
          <p:cNvPr id="2427" name="Google Shape;2427;p46">
            <a:extLst>
              <a:ext uri="{FF2B5EF4-FFF2-40B4-BE49-F238E27FC236}">
                <a16:creationId xmlns:a16="http://schemas.microsoft.com/office/drawing/2014/main" id="{FD9F288F-D995-6F22-D5D2-31644A792229}"/>
              </a:ext>
            </a:extLst>
          </p:cNvPr>
          <p:cNvSpPr txBox="1">
            <a:spLocks noGrp="1"/>
          </p:cNvSpPr>
          <p:nvPr>
            <p:ph type="subTitle" idx="3"/>
          </p:nvPr>
        </p:nvSpPr>
        <p:spPr>
          <a:xfrm>
            <a:off x="99543" y="1891427"/>
            <a:ext cx="4468510" cy="1976409"/>
          </a:xfrm>
          <a:prstGeom prst="rect">
            <a:avLst/>
          </a:prstGeom>
        </p:spPr>
        <p:txBody>
          <a:bodyPr spcFirstLastPara="1" wrap="square" lIns="91425" tIns="91425" rIns="91425" bIns="91425" anchor="t" anchorCtr="0">
            <a:noAutofit/>
          </a:bodyPr>
          <a:lstStyle/>
          <a:p>
            <a:pPr marL="285750" indent="-285750" algn="l">
              <a:buFont typeface="Arial"/>
              <a:buChar char="•"/>
            </a:pPr>
            <a:endParaRPr lang="en"/>
          </a:p>
          <a:p>
            <a:pPr marL="0" indent="0" algn="l"/>
            <a:r>
              <a:rPr lang="en" b="1"/>
              <a:t>3. Checked for Missing Values:</a:t>
            </a:r>
            <a:endParaRPr lang="fr-FR"/>
          </a:p>
          <a:p>
            <a:pPr marL="285750" indent="-285750" algn="l">
              <a:buFont typeface="Arial"/>
              <a:buChar char="•"/>
            </a:pPr>
            <a:r>
              <a:rPr lang="en" b="1"/>
              <a:t>Graphical Check:</a:t>
            </a:r>
            <a:r>
              <a:rPr lang="en"/>
              <a:t> Used </a:t>
            </a:r>
            <a:r>
              <a:rPr lang="en" err="1">
                <a:latin typeface="Consolas"/>
              </a:rPr>
              <a:t>vis_miss</a:t>
            </a:r>
            <a:r>
              <a:rPr lang="en">
                <a:latin typeface="Consolas"/>
              </a:rPr>
              <a:t>()</a:t>
            </a:r>
            <a:r>
              <a:rPr lang="en"/>
              <a:t> to visualize missing data.</a:t>
            </a:r>
            <a:endParaRPr lang="fr-FR"/>
          </a:p>
          <a:p>
            <a:pPr marL="285750" indent="-285750" algn="l">
              <a:buFont typeface="Arial"/>
              <a:buChar char="•"/>
            </a:pPr>
            <a:r>
              <a:rPr lang="en" b="1"/>
              <a:t>Numerical Check:</a:t>
            </a:r>
            <a:r>
              <a:rPr lang="en"/>
              <a:t> Used </a:t>
            </a:r>
            <a:r>
              <a:rPr lang="en">
                <a:latin typeface="Consolas"/>
              </a:rPr>
              <a:t>mean(is.na(ai4i2020))</a:t>
            </a:r>
            <a:r>
              <a:rPr lang="en"/>
              <a:t> to verify the absence of missing values.</a:t>
            </a:r>
            <a:endParaRPr lang="fr-FR"/>
          </a:p>
          <a:p>
            <a:pPr marL="0" indent="0" algn="l">
              <a:lnSpc>
                <a:spcPct val="114999"/>
              </a:lnSpc>
            </a:pPr>
            <a:endParaRPr lang="en"/>
          </a:p>
        </p:txBody>
      </p:sp>
      <p:sp>
        <p:nvSpPr>
          <p:cNvPr id="2429" name="Google Shape;2429;p46">
            <a:extLst>
              <a:ext uri="{FF2B5EF4-FFF2-40B4-BE49-F238E27FC236}">
                <a16:creationId xmlns:a16="http://schemas.microsoft.com/office/drawing/2014/main" id="{928925E1-4F40-C89F-8823-97F17A9CB89A}"/>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39</a:t>
            </a:fld>
            <a:endParaRPr/>
          </a:p>
        </p:txBody>
      </p:sp>
      <p:sp>
        <p:nvSpPr>
          <p:cNvPr id="2430" name="Google Shape;2430;p46">
            <a:extLst>
              <a:ext uri="{FF2B5EF4-FFF2-40B4-BE49-F238E27FC236}">
                <a16:creationId xmlns:a16="http://schemas.microsoft.com/office/drawing/2014/main" id="{01A1CDCB-89E8-8F5A-F2DB-A5396109D5D7}"/>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Data Loading and Preparation</a:t>
            </a:r>
            <a:endParaRPr/>
          </a:p>
        </p:txBody>
      </p:sp>
      <p:pic>
        <p:nvPicPr>
          <p:cNvPr id="2" name="Image 1" descr="Une image contenant texte, capture d’écran, affichage&#10;&#10;Description générée automatiquement">
            <a:extLst>
              <a:ext uri="{FF2B5EF4-FFF2-40B4-BE49-F238E27FC236}">
                <a16:creationId xmlns:a16="http://schemas.microsoft.com/office/drawing/2014/main" id="{A231F311-440C-B1DF-41F6-D7006B4F5E46}"/>
              </a:ext>
            </a:extLst>
          </p:cNvPr>
          <p:cNvPicPr>
            <a:picLocks noChangeAspect="1"/>
          </p:cNvPicPr>
          <p:nvPr/>
        </p:nvPicPr>
        <p:blipFill>
          <a:blip r:embed="rId3"/>
          <a:stretch>
            <a:fillRect/>
          </a:stretch>
        </p:blipFill>
        <p:spPr>
          <a:xfrm>
            <a:off x="4670227" y="1588056"/>
            <a:ext cx="3875485" cy="2583536"/>
          </a:xfrm>
          <a:prstGeom prst="rect">
            <a:avLst/>
          </a:prstGeom>
        </p:spPr>
      </p:pic>
    </p:spTree>
    <p:extLst>
      <p:ext uri="{BB962C8B-B14F-4D97-AF65-F5344CB8AC3E}">
        <p14:creationId xmlns:p14="http://schemas.microsoft.com/office/powerpoint/2010/main" val="76148091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98FDBD63-5D8E-F019-CDE6-8C11E1480645}"/>
            </a:ext>
          </a:extLst>
        </p:cNvPr>
        <p:cNvGrpSpPr/>
        <p:nvPr/>
      </p:nvGrpSpPr>
      <p:grpSpPr>
        <a:xfrm>
          <a:off x="0" y="0"/>
          <a:ext cx="0" cy="0"/>
          <a:chOff x="0" y="0"/>
          <a:chExt cx="0" cy="0"/>
        </a:xfrm>
      </p:grpSpPr>
      <p:sp>
        <p:nvSpPr>
          <p:cNvPr id="2443" name="Google Shape;2443;p47">
            <a:extLst>
              <a:ext uri="{FF2B5EF4-FFF2-40B4-BE49-F238E27FC236}">
                <a16:creationId xmlns:a16="http://schemas.microsoft.com/office/drawing/2014/main" id="{B268D0FC-2B94-878A-7910-D29A46B94002}"/>
              </a:ext>
            </a:extLst>
          </p:cNvPr>
          <p:cNvSpPr txBox="1">
            <a:spLocks noGrp="1"/>
          </p:cNvSpPr>
          <p:nvPr>
            <p:ph type="subTitle" idx="1"/>
          </p:nvPr>
        </p:nvSpPr>
        <p:spPr>
          <a:xfrm>
            <a:off x="64242" y="1547394"/>
            <a:ext cx="3004457" cy="439482"/>
          </a:xfrm>
          <a:prstGeom prst="rect">
            <a:avLst/>
          </a:prstGeom>
        </p:spPr>
        <p:txBody>
          <a:bodyPr spcFirstLastPara="1" wrap="square" lIns="91425" tIns="91425" rIns="91425" bIns="91425" anchor="b" anchorCtr="0">
            <a:noAutofit/>
          </a:bodyPr>
          <a:lstStyle/>
          <a:p>
            <a:pPr algn="l"/>
            <a:r>
              <a:rPr lang="en"/>
              <a:t>Steps Taken:</a:t>
            </a:r>
            <a:endParaRPr lang="en">
              <a:solidFill>
                <a:srgbClr val="000000"/>
              </a:solidFill>
            </a:endParaRPr>
          </a:p>
          <a:p>
            <a:pPr marL="0" lvl="0" indent="0" algn="ctr">
              <a:spcBef>
                <a:spcPts val="0"/>
              </a:spcBef>
              <a:spcAft>
                <a:spcPts val="0"/>
              </a:spcAft>
              <a:buNone/>
            </a:pPr>
            <a:endParaRPr lang="en"/>
          </a:p>
        </p:txBody>
      </p:sp>
      <p:sp>
        <p:nvSpPr>
          <p:cNvPr id="2444" name="Google Shape;2444;p47">
            <a:extLst>
              <a:ext uri="{FF2B5EF4-FFF2-40B4-BE49-F238E27FC236}">
                <a16:creationId xmlns:a16="http://schemas.microsoft.com/office/drawing/2014/main" id="{022D0A10-1CF1-8DAB-6BEF-C477BA20BE26}"/>
              </a:ext>
            </a:extLst>
          </p:cNvPr>
          <p:cNvSpPr txBox="1">
            <a:spLocks noGrp="1"/>
          </p:cNvSpPr>
          <p:nvPr>
            <p:ph type="subTitle" idx="2"/>
          </p:nvPr>
        </p:nvSpPr>
        <p:spPr>
          <a:xfrm>
            <a:off x="305344" y="1643823"/>
            <a:ext cx="4679181" cy="2441635"/>
          </a:xfrm>
          <a:prstGeom prst="rect">
            <a:avLst/>
          </a:prstGeom>
        </p:spPr>
        <p:txBody>
          <a:bodyPr spcFirstLastPara="1" wrap="square" lIns="91425" tIns="91425" rIns="91425" bIns="91425" anchor="t" anchorCtr="0">
            <a:noAutofit/>
          </a:bodyPr>
          <a:lstStyle/>
          <a:p>
            <a:pPr marL="0" indent="0" algn="l">
              <a:lnSpc>
                <a:spcPct val="114999"/>
              </a:lnSpc>
            </a:pPr>
            <a:r>
              <a:rPr lang="en"/>
              <a:t>1. Boxplot for Outlier Detection</a:t>
            </a:r>
          </a:p>
          <a:p>
            <a:pPr marL="0" indent="0" algn="l">
              <a:lnSpc>
                <a:spcPct val="114999"/>
              </a:lnSpc>
            </a:pPr>
            <a:r>
              <a:rPr lang="en" b="1"/>
              <a:t>Description:</a:t>
            </a:r>
            <a:endParaRPr lang="en"/>
          </a:p>
          <a:p>
            <a:pPr marL="0" indent="0" algn="l">
              <a:lnSpc>
                <a:spcPct val="114999"/>
              </a:lnSpc>
            </a:pPr>
            <a:r>
              <a:rPr lang="en" b="1"/>
              <a:t>Visualization:</a:t>
            </a:r>
            <a:r>
              <a:rPr lang="en"/>
              <a:t> Boxplots of the scaled numeric      variables (</a:t>
            </a:r>
            <a:r>
              <a:rPr lang="en" b="1"/>
              <a:t>Air Temperature, Process Temperature, Rotational Speed, Torque, Tool Wear</a:t>
            </a:r>
            <a:r>
              <a:rPr lang="en"/>
              <a:t>).</a:t>
            </a:r>
          </a:p>
          <a:p>
            <a:pPr marL="0" indent="0" algn="l">
              <a:lnSpc>
                <a:spcPct val="114999"/>
              </a:lnSpc>
            </a:pPr>
            <a:r>
              <a:rPr lang="en" b="1"/>
              <a:t>Purpose: </a:t>
            </a:r>
            <a:r>
              <a:rPr lang="en"/>
              <a:t>To detect outliers in each variable</a:t>
            </a:r>
          </a:p>
          <a:p>
            <a:pPr marL="0" indent="0" algn="l">
              <a:lnSpc>
                <a:spcPct val="114999"/>
              </a:lnSpc>
            </a:pPr>
            <a:endParaRPr lang="en"/>
          </a:p>
          <a:p>
            <a:pPr marL="0" indent="0" algn="l">
              <a:lnSpc>
                <a:spcPct val="114999"/>
              </a:lnSpc>
            </a:pPr>
            <a:r>
              <a:rPr lang="en" b="1"/>
              <a:t>Observation:</a:t>
            </a:r>
            <a:endParaRPr lang="en"/>
          </a:p>
          <a:p>
            <a:pPr lvl="2" indent="0" algn="l"/>
            <a:r>
              <a:rPr lang="en" b="1"/>
              <a:t>Rotational Speed</a:t>
            </a:r>
            <a:r>
              <a:rPr lang="en"/>
              <a:t> and </a:t>
            </a:r>
            <a:r>
              <a:rPr lang="en" b="1"/>
              <a:t>Torque</a:t>
            </a:r>
            <a:r>
              <a:rPr lang="en"/>
              <a:t> have noticeable outliers (values outside the whiskers).</a:t>
            </a:r>
          </a:p>
          <a:p>
            <a:pPr marL="0" indent="0" algn="l">
              <a:lnSpc>
                <a:spcPct val="114999"/>
              </a:lnSpc>
            </a:pPr>
            <a:endParaRPr lang="en"/>
          </a:p>
        </p:txBody>
      </p:sp>
      <p:sp>
        <p:nvSpPr>
          <p:cNvPr id="2447" name="Google Shape;2447;p47">
            <a:extLst>
              <a:ext uri="{FF2B5EF4-FFF2-40B4-BE49-F238E27FC236}">
                <a16:creationId xmlns:a16="http://schemas.microsoft.com/office/drawing/2014/main" id="{BCF46C1B-8DDF-4B09-4A77-BA6F892D0E69}"/>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40</a:t>
            </a:fld>
            <a:endParaRPr/>
          </a:p>
        </p:txBody>
      </p:sp>
      <p:sp>
        <p:nvSpPr>
          <p:cNvPr id="2448" name="Google Shape;2448;p47">
            <a:extLst>
              <a:ext uri="{FF2B5EF4-FFF2-40B4-BE49-F238E27FC236}">
                <a16:creationId xmlns:a16="http://schemas.microsoft.com/office/drawing/2014/main" id="{EB37E5C3-4B50-5603-126F-139A9437292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Outliers and Imputation</a:t>
            </a:r>
            <a:endParaRPr/>
          </a:p>
        </p:txBody>
      </p:sp>
      <p:grpSp>
        <p:nvGrpSpPr>
          <p:cNvPr id="21" name="Google Shape;2897;p58">
            <a:extLst>
              <a:ext uri="{FF2B5EF4-FFF2-40B4-BE49-F238E27FC236}">
                <a16:creationId xmlns:a16="http://schemas.microsoft.com/office/drawing/2014/main" id="{06D44CF2-6BF5-A6E3-C17B-477B97F7E606}"/>
              </a:ext>
            </a:extLst>
          </p:cNvPr>
          <p:cNvGrpSpPr/>
          <p:nvPr/>
        </p:nvGrpSpPr>
        <p:grpSpPr>
          <a:xfrm>
            <a:off x="5297454" y="1208260"/>
            <a:ext cx="2995437" cy="3100574"/>
            <a:chOff x="1655550" y="790900"/>
            <a:chExt cx="2510262" cy="3417671"/>
          </a:xfrm>
        </p:grpSpPr>
        <p:sp>
          <p:nvSpPr>
            <p:cNvPr id="19" name="Google Shape;2898;p58">
              <a:extLst>
                <a:ext uri="{FF2B5EF4-FFF2-40B4-BE49-F238E27FC236}">
                  <a16:creationId xmlns:a16="http://schemas.microsoft.com/office/drawing/2014/main" id="{F9AD44B1-712A-A497-763E-80E4352114E6}"/>
                </a:ext>
              </a:extLst>
            </p:cNvPr>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899;p58">
              <a:extLst>
                <a:ext uri="{FF2B5EF4-FFF2-40B4-BE49-F238E27FC236}">
                  <a16:creationId xmlns:a16="http://schemas.microsoft.com/office/drawing/2014/main" id="{70BCDAF1-6915-DA49-7274-77994732444A}"/>
                </a:ext>
              </a:extLst>
            </p:cNvPr>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 name="Image 21" descr="Une image contenant diagramme, Dessin technique, capture d’écran, texte&#10;&#10;Description générée automatiquement">
            <a:extLst>
              <a:ext uri="{FF2B5EF4-FFF2-40B4-BE49-F238E27FC236}">
                <a16:creationId xmlns:a16="http://schemas.microsoft.com/office/drawing/2014/main" id="{BA1532AE-AC98-DF1B-B0CE-92B012DF06E7}"/>
              </a:ext>
            </a:extLst>
          </p:cNvPr>
          <p:cNvPicPr>
            <a:picLocks noChangeAspect="1"/>
          </p:cNvPicPr>
          <p:nvPr/>
        </p:nvPicPr>
        <p:blipFill>
          <a:blip r:embed="rId3"/>
          <a:stretch>
            <a:fillRect/>
          </a:stretch>
        </p:blipFill>
        <p:spPr>
          <a:xfrm>
            <a:off x="5453928" y="1286308"/>
            <a:ext cx="2712895" cy="2804679"/>
          </a:xfrm>
          <a:prstGeom prst="rect">
            <a:avLst/>
          </a:prstGeom>
        </p:spPr>
      </p:pic>
    </p:spTree>
    <p:extLst>
      <p:ext uri="{BB962C8B-B14F-4D97-AF65-F5344CB8AC3E}">
        <p14:creationId xmlns:p14="http://schemas.microsoft.com/office/powerpoint/2010/main" val="284106280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98FDBD63-5D8E-F019-CDE6-8C11E1480645}"/>
            </a:ext>
          </a:extLst>
        </p:cNvPr>
        <p:cNvGrpSpPr/>
        <p:nvPr/>
      </p:nvGrpSpPr>
      <p:grpSpPr>
        <a:xfrm>
          <a:off x="0" y="0"/>
          <a:ext cx="0" cy="0"/>
          <a:chOff x="0" y="0"/>
          <a:chExt cx="0" cy="0"/>
        </a:xfrm>
      </p:grpSpPr>
      <p:sp>
        <p:nvSpPr>
          <p:cNvPr id="2443" name="Google Shape;2443;p47">
            <a:extLst>
              <a:ext uri="{FF2B5EF4-FFF2-40B4-BE49-F238E27FC236}">
                <a16:creationId xmlns:a16="http://schemas.microsoft.com/office/drawing/2014/main" id="{B268D0FC-2B94-878A-7910-D29A46B94002}"/>
              </a:ext>
            </a:extLst>
          </p:cNvPr>
          <p:cNvSpPr txBox="1">
            <a:spLocks noGrp="1"/>
          </p:cNvSpPr>
          <p:nvPr>
            <p:ph type="subTitle" idx="1"/>
          </p:nvPr>
        </p:nvSpPr>
        <p:spPr>
          <a:xfrm>
            <a:off x="64242" y="1547394"/>
            <a:ext cx="3004457" cy="439482"/>
          </a:xfrm>
          <a:prstGeom prst="rect">
            <a:avLst/>
          </a:prstGeom>
        </p:spPr>
        <p:txBody>
          <a:bodyPr spcFirstLastPara="1" wrap="square" lIns="91425" tIns="91425" rIns="91425" bIns="91425" anchor="b" anchorCtr="0">
            <a:noAutofit/>
          </a:bodyPr>
          <a:lstStyle/>
          <a:p>
            <a:pPr algn="l"/>
            <a:r>
              <a:rPr lang="en"/>
              <a:t>Steps Taken:</a:t>
            </a:r>
            <a:endParaRPr lang="en">
              <a:solidFill>
                <a:srgbClr val="000000"/>
              </a:solidFill>
            </a:endParaRPr>
          </a:p>
          <a:p>
            <a:pPr marL="0" lvl="0" indent="0" algn="ctr">
              <a:spcBef>
                <a:spcPts val="0"/>
              </a:spcBef>
              <a:spcAft>
                <a:spcPts val="0"/>
              </a:spcAft>
              <a:buNone/>
            </a:pPr>
            <a:endParaRPr lang="en"/>
          </a:p>
        </p:txBody>
      </p:sp>
      <p:sp>
        <p:nvSpPr>
          <p:cNvPr id="2444" name="Google Shape;2444;p47">
            <a:extLst>
              <a:ext uri="{FF2B5EF4-FFF2-40B4-BE49-F238E27FC236}">
                <a16:creationId xmlns:a16="http://schemas.microsoft.com/office/drawing/2014/main" id="{022D0A10-1CF1-8DAB-6BEF-C477BA20BE26}"/>
              </a:ext>
            </a:extLst>
          </p:cNvPr>
          <p:cNvSpPr txBox="1">
            <a:spLocks noGrp="1"/>
          </p:cNvSpPr>
          <p:nvPr>
            <p:ph type="subTitle" idx="2"/>
          </p:nvPr>
        </p:nvSpPr>
        <p:spPr>
          <a:xfrm>
            <a:off x="216047" y="1411651"/>
            <a:ext cx="4366642" cy="2441635"/>
          </a:xfrm>
          <a:prstGeom prst="rect">
            <a:avLst/>
          </a:prstGeom>
        </p:spPr>
        <p:txBody>
          <a:bodyPr spcFirstLastPara="1" wrap="square" lIns="91425" tIns="91425" rIns="91425" bIns="91425" anchor="t" anchorCtr="0">
            <a:noAutofit/>
          </a:bodyPr>
          <a:lstStyle/>
          <a:p>
            <a:pPr algn="l">
              <a:lnSpc>
                <a:spcPct val="114999"/>
              </a:lnSpc>
            </a:pPr>
            <a:r>
              <a:rPr lang="en" b="1"/>
              <a:t>2. </a:t>
            </a:r>
            <a:r>
              <a:rPr lang="en" b="1" err="1"/>
              <a:t>Outlier</a:t>
            </a:r>
            <a:r>
              <a:rPr lang="en" b="1"/>
              <a:t> Imputation </a:t>
            </a:r>
            <a:r>
              <a:rPr lang="en" b="1" err="1"/>
              <a:t>with</a:t>
            </a:r>
            <a:r>
              <a:rPr lang="en" b="1"/>
              <a:t> </a:t>
            </a:r>
            <a:r>
              <a:rPr lang="en" b="1" err="1">
                <a:latin typeface="Consolas"/>
              </a:rPr>
              <a:t>flag_outliers_na</a:t>
            </a:r>
            <a:r>
              <a:rPr lang="en" b="1">
                <a:latin typeface="Consolas"/>
              </a:rPr>
              <a:t>()</a:t>
            </a:r>
            <a:endParaRPr lang="fr-FR"/>
          </a:p>
          <a:p>
            <a:pPr algn="l">
              <a:lnSpc>
                <a:spcPct val="114999"/>
              </a:lnSpc>
            </a:pPr>
            <a:r>
              <a:rPr lang="en" b="1"/>
              <a:t>Description:</a:t>
            </a:r>
            <a:endParaRPr lang="en"/>
          </a:p>
          <a:p>
            <a:pPr marL="285750" indent="-285750" algn="l">
              <a:lnSpc>
                <a:spcPct val="114999"/>
              </a:lnSpc>
              <a:buFont typeface="Arial"/>
              <a:buChar char="•"/>
            </a:pPr>
            <a:r>
              <a:rPr lang="en" b="1"/>
              <a:t>Action:</a:t>
            </a:r>
            <a:endParaRPr lang="en"/>
          </a:p>
          <a:p>
            <a:pPr marL="1200150" lvl="1" indent="-285750" algn="l">
              <a:buFont typeface="Arial"/>
              <a:buChar char="•"/>
            </a:pPr>
            <a:r>
              <a:rPr lang="en"/>
              <a:t>Outliers were replaced with </a:t>
            </a:r>
            <a:r>
              <a:rPr lang="en">
                <a:latin typeface="Consolas"/>
              </a:rPr>
              <a:t>NA</a:t>
            </a:r>
            <a:r>
              <a:rPr lang="en"/>
              <a:t> using a custom function that calculates the lower and upper bounds based on the Interquartile Range (IQR).</a:t>
            </a:r>
          </a:p>
          <a:p>
            <a:pPr marL="285750" indent="-285750" algn="l">
              <a:lnSpc>
                <a:spcPct val="114999"/>
              </a:lnSpc>
              <a:buFont typeface="Arial"/>
              <a:buChar char="•"/>
            </a:pPr>
            <a:r>
              <a:rPr lang="en" b="1"/>
              <a:t>Result:</a:t>
            </a:r>
            <a:endParaRPr lang="en"/>
          </a:p>
          <a:p>
            <a:pPr marL="1200150" lvl="1" indent="-285750" algn="l">
              <a:buFont typeface="Arial"/>
              <a:buChar char="•"/>
            </a:pPr>
            <a:r>
              <a:rPr lang="en"/>
              <a:t>The summary statistics after this step show </a:t>
            </a:r>
            <a:r>
              <a:rPr lang="en">
                <a:latin typeface="Consolas"/>
              </a:rPr>
              <a:t>NA</a:t>
            </a:r>
            <a:r>
              <a:rPr lang="en"/>
              <a:t> values in place of outliers for </a:t>
            </a:r>
            <a:r>
              <a:rPr lang="en" b="1"/>
              <a:t>Rotational Speed</a:t>
            </a:r>
            <a:r>
              <a:rPr lang="en"/>
              <a:t> and </a:t>
            </a:r>
            <a:r>
              <a:rPr lang="en" b="1"/>
              <a:t>Torque</a:t>
            </a:r>
            <a:r>
              <a:rPr lang="en"/>
              <a:t>.</a:t>
            </a:r>
          </a:p>
          <a:p>
            <a:pPr marL="0" indent="0" algn="l">
              <a:lnSpc>
                <a:spcPct val="114999"/>
              </a:lnSpc>
            </a:pPr>
            <a:endParaRPr lang="en"/>
          </a:p>
        </p:txBody>
      </p:sp>
      <p:sp>
        <p:nvSpPr>
          <p:cNvPr id="2447" name="Google Shape;2447;p47">
            <a:extLst>
              <a:ext uri="{FF2B5EF4-FFF2-40B4-BE49-F238E27FC236}">
                <a16:creationId xmlns:a16="http://schemas.microsoft.com/office/drawing/2014/main" id="{BCF46C1B-8DDF-4B09-4A77-BA6F892D0E69}"/>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41</a:t>
            </a:fld>
            <a:endParaRPr/>
          </a:p>
        </p:txBody>
      </p:sp>
      <p:sp>
        <p:nvSpPr>
          <p:cNvPr id="2448" name="Google Shape;2448;p47">
            <a:extLst>
              <a:ext uri="{FF2B5EF4-FFF2-40B4-BE49-F238E27FC236}">
                <a16:creationId xmlns:a16="http://schemas.microsoft.com/office/drawing/2014/main" id="{EB37E5C3-4B50-5603-126F-139A9437292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Outliers and Imputation</a:t>
            </a:r>
            <a:endParaRPr/>
          </a:p>
        </p:txBody>
      </p:sp>
      <p:grpSp>
        <p:nvGrpSpPr>
          <p:cNvPr id="21" name="Google Shape;2897;p58">
            <a:extLst>
              <a:ext uri="{FF2B5EF4-FFF2-40B4-BE49-F238E27FC236}">
                <a16:creationId xmlns:a16="http://schemas.microsoft.com/office/drawing/2014/main" id="{06D44CF2-6BF5-A6E3-C17B-477B97F7E606}"/>
              </a:ext>
            </a:extLst>
          </p:cNvPr>
          <p:cNvGrpSpPr/>
          <p:nvPr/>
        </p:nvGrpSpPr>
        <p:grpSpPr>
          <a:xfrm>
            <a:off x="4690236" y="1208260"/>
            <a:ext cx="3602655" cy="3475620"/>
            <a:chOff x="1655550" y="790900"/>
            <a:chExt cx="2510262" cy="3417671"/>
          </a:xfrm>
        </p:grpSpPr>
        <p:sp>
          <p:nvSpPr>
            <p:cNvPr id="19" name="Google Shape;2898;p58">
              <a:extLst>
                <a:ext uri="{FF2B5EF4-FFF2-40B4-BE49-F238E27FC236}">
                  <a16:creationId xmlns:a16="http://schemas.microsoft.com/office/drawing/2014/main" id="{F9AD44B1-712A-A497-763E-80E4352114E6}"/>
                </a:ext>
              </a:extLst>
            </p:cNvPr>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899;p58">
              <a:extLst>
                <a:ext uri="{FF2B5EF4-FFF2-40B4-BE49-F238E27FC236}">
                  <a16:creationId xmlns:a16="http://schemas.microsoft.com/office/drawing/2014/main" id="{70BCDAF1-6915-DA49-7274-77994732444A}"/>
                </a:ext>
              </a:extLst>
            </p:cNvPr>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Image 2" descr="Une image contenant texte, capture d’écran, nombre, Police&#10;&#10;Description générée automatiquement">
            <a:extLst>
              <a:ext uri="{FF2B5EF4-FFF2-40B4-BE49-F238E27FC236}">
                <a16:creationId xmlns:a16="http://schemas.microsoft.com/office/drawing/2014/main" id="{AB1987DD-D888-F577-82B1-75AB72115448}"/>
              </a:ext>
            </a:extLst>
          </p:cNvPr>
          <p:cNvPicPr>
            <a:picLocks noChangeAspect="1"/>
          </p:cNvPicPr>
          <p:nvPr/>
        </p:nvPicPr>
        <p:blipFill>
          <a:blip r:embed="rId3"/>
          <a:stretch>
            <a:fillRect/>
          </a:stretch>
        </p:blipFill>
        <p:spPr>
          <a:xfrm>
            <a:off x="4862617" y="1303735"/>
            <a:ext cx="3267462" cy="3125392"/>
          </a:xfrm>
          <a:prstGeom prst="rect">
            <a:avLst/>
          </a:prstGeom>
        </p:spPr>
      </p:pic>
    </p:spTree>
    <p:extLst>
      <p:ext uri="{BB962C8B-B14F-4D97-AF65-F5344CB8AC3E}">
        <p14:creationId xmlns:p14="http://schemas.microsoft.com/office/powerpoint/2010/main" val="327940799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98FDBD63-5D8E-F019-CDE6-8C11E1480645}"/>
            </a:ext>
          </a:extLst>
        </p:cNvPr>
        <p:cNvGrpSpPr/>
        <p:nvPr/>
      </p:nvGrpSpPr>
      <p:grpSpPr>
        <a:xfrm>
          <a:off x="0" y="0"/>
          <a:ext cx="0" cy="0"/>
          <a:chOff x="0" y="0"/>
          <a:chExt cx="0" cy="0"/>
        </a:xfrm>
      </p:grpSpPr>
      <p:sp>
        <p:nvSpPr>
          <p:cNvPr id="2443" name="Google Shape;2443;p47">
            <a:extLst>
              <a:ext uri="{FF2B5EF4-FFF2-40B4-BE49-F238E27FC236}">
                <a16:creationId xmlns:a16="http://schemas.microsoft.com/office/drawing/2014/main" id="{B268D0FC-2B94-878A-7910-D29A46B94002}"/>
              </a:ext>
            </a:extLst>
          </p:cNvPr>
          <p:cNvSpPr txBox="1">
            <a:spLocks noGrp="1"/>
          </p:cNvSpPr>
          <p:nvPr>
            <p:ph type="subTitle" idx="1"/>
          </p:nvPr>
        </p:nvSpPr>
        <p:spPr>
          <a:xfrm>
            <a:off x="64242" y="1547394"/>
            <a:ext cx="3004457" cy="439482"/>
          </a:xfrm>
          <a:prstGeom prst="rect">
            <a:avLst/>
          </a:prstGeom>
        </p:spPr>
        <p:txBody>
          <a:bodyPr spcFirstLastPara="1" wrap="square" lIns="91425" tIns="91425" rIns="91425" bIns="91425" anchor="b" anchorCtr="0">
            <a:noAutofit/>
          </a:bodyPr>
          <a:lstStyle/>
          <a:p>
            <a:pPr algn="l"/>
            <a:r>
              <a:rPr lang="en"/>
              <a:t>Steps Taken:</a:t>
            </a:r>
            <a:endParaRPr lang="en">
              <a:solidFill>
                <a:srgbClr val="000000"/>
              </a:solidFill>
            </a:endParaRPr>
          </a:p>
          <a:p>
            <a:pPr marL="0" lvl="0" indent="0" algn="ctr">
              <a:spcBef>
                <a:spcPts val="0"/>
              </a:spcBef>
              <a:spcAft>
                <a:spcPts val="0"/>
              </a:spcAft>
              <a:buNone/>
            </a:pPr>
            <a:endParaRPr lang="en"/>
          </a:p>
        </p:txBody>
      </p:sp>
      <p:sp>
        <p:nvSpPr>
          <p:cNvPr id="2444" name="Google Shape;2444;p47">
            <a:extLst>
              <a:ext uri="{FF2B5EF4-FFF2-40B4-BE49-F238E27FC236}">
                <a16:creationId xmlns:a16="http://schemas.microsoft.com/office/drawing/2014/main" id="{022D0A10-1CF1-8DAB-6BEF-C477BA20BE26}"/>
              </a:ext>
            </a:extLst>
          </p:cNvPr>
          <p:cNvSpPr txBox="1">
            <a:spLocks noGrp="1"/>
          </p:cNvSpPr>
          <p:nvPr>
            <p:ph type="subTitle" idx="2"/>
          </p:nvPr>
        </p:nvSpPr>
        <p:spPr>
          <a:xfrm>
            <a:off x="198188" y="1634893"/>
            <a:ext cx="4366642" cy="2441635"/>
          </a:xfrm>
          <a:prstGeom prst="rect">
            <a:avLst/>
          </a:prstGeom>
        </p:spPr>
        <p:txBody>
          <a:bodyPr spcFirstLastPara="1" wrap="square" lIns="91425" tIns="91425" rIns="91425" bIns="91425" anchor="t" anchorCtr="0">
            <a:noAutofit/>
          </a:bodyPr>
          <a:lstStyle/>
          <a:p>
            <a:pPr algn="l">
              <a:lnSpc>
                <a:spcPct val="114999"/>
              </a:lnSpc>
            </a:pPr>
            <a:r>
              <a:rPr lang="en" b="1"/>
              <a:t>3. </a:t>
            </a:r>
            <a:r>
              <a:rPr lang="en" b="1" err="1"/>
              <a:t>kNN</a:t>
            </a:r>
            <a:r>
              <a:rPr lang="en" b="1"/>
              <a:t> Imputation Results</a:t>
            </a:r>
            <a:endParaRPr lang="fr-FR"/>
          </a:p>
          <a:p>
            <a:pPr algn="l">
              <a:lnSpc>
                <a:spcPct val="114999"/>
              </a:lnSpc>
            </a:pPr>
            <a:r>
              <a:rPr lang="en" b="1"/>
              <a:t>Description:</a:t>
            </a:r>
            <a:endParaRPr lang="en"/>
          </a:p>
          <a:p>
            <a:pPr marL="285750" indent="-285750" algn="l">
              <a:lnSpc>
                <a:spcPct val="114999"/>
              </a:lnSpc>
              <a:buFont typeface="Arial"/>
              <a:buChar char="•"/>
            </a:pPr>
            <a:r>
              <a:rPr lang="en" b="1"/>
              <a:t>Action:</a:t>
            </a:r>
            <a:endParaRPr lang="en"/>
          </a:p>
          <a:p>
            <a:pPr marL="1200150" lvl="1" indent="-285750" algn="l">
              <a:buFont typeface="Arial"/>
              <a:buChar char="•"/>
            </a:pPr>
            <a:r>
              <a:rPr lang="en"/>
              <a:t>The </a:t>
            </a:r>
            <a:r>
              <a:rPr lang="en" err="1">
                <a:latin typeface="Consolas"/>
              </a:rPr>
              <a:t>kNN</a:t>
            </a:r>
            <a:r>
              <a:rPr lang="en">
                <a:latin typeface="Consolas"/>
              </a:rPr>
              <a:t>()</a:t>
            </a:r>
            <a:r>
              <a:rPr lang="en"/>
              <a:t> method was applied to impute the missing values (</a:t>
            </a:r>
            <a:r>
              <a:rPr lang="en">
                <a:latin typeface="Consolas"/>
              </a:rPr>
              <a:t>NA</a:t>
            </a:r>
            <a:r>
              <a:rPr lang="en"/>
              <a:t>) caused by outlier replacement.</a:t>
            </a:r>
          </a:p>
          <a:p>
            <a:pPr marL="285750" indent="-285750" algn="l">
              <a:lnSpc>
                <a:spcPct val="114999"/>
              </a:lnSpc>
              <a:buFont typeface="Arial"/>
              <a:buChar char="•"/>
            </a:pPr>
            <a:r>
              <a:rPr lang="en" b="1"/>
              <a:t>Result:</a:t>
            </a:r>
            <a:endParaRPr lang="en"/>
          </a:p>
          <a:p>
            <a:pPr marL="1200150" lvl="1" indent="-285750" algn="l">
              <a:buFont typeface="Arial"/>
              <a:buChar char="•"/>
            </a:pPr>
            <a:r>
              <a:rPr lang="en"/>
              <a:t>The summary statistics now show that the </a:t>
            </a:r>
            <a:r>
              <a:rPr lang="en">
                <a:latin typeface="Consolas"/>
              </a:rPr>
              <a:t>NA</a:t>
            </a:r>
            <a:r>
              <a:rPr lang="en"/>
              <a:t> values have been filled with appropriate values derived from the nearest neighbors.</a:t>
            </a:r>
          </a:p>
          <a:p>
            <a:pPr algn="l">
              <a:lnSpc>
                <a:spcPct val="114999"/>
              </a:lnSpc>
            </a:pPr>
            <a:endParaRPr lang="en" b="1">
              <a:latin typeface="Consolas"/>
            </a:endParaRPr>
          </a:p>
        </p:txBody>
      </p:sp>
      <p:sp>
        <p:nvSpPr>
          <p:cNvPr id="2447" name="Google Shape;2447;p47">
            <a:extLst>
              <a:ext uri="{FF2B5EF4-FFF2-40B4-BE49-F238E27FC236}">
                <a16:creationId xmlns:a16="http://schemas.microsoft.com/office/drawing/2014/main" id="{BCF46C1B-8DDF-4B09-4A77-BA6F892D0E69}"/>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42</a:t>
            </a:fld>
            <a:endParaRPr/>
          </a:p>
        </p:txBody>
      </p:sp>
      <p:sp>
        <p:nvSpPr>
          <p:cNvPr id="2448" name="Google Shape;2448;p47">
            <a:extLst>
              <a:ext uri="{FF2B5EF4-FFF2-40B4-BE49-F238E27FC236}">
                <a16:creationId xmlns:a16="http://schemas.microsoft.com/office/drawing/2014/main" id="{EB37E5C3-4B50-5603-126F-139A9437292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Outliers and Imputation</a:t>
            </a:r>
            <a:endParaRPr/>
          </a:p>
        </p:txBody>
      </p:sp>
      <p:grpSp>
        <p:nvGrpSpPr>
          <p:cNvPr id="21" name="Google Shape;2897;p58">
            <a:extLst>
              <a:ext uri="{FF2B5EF4-FFF2-40B4-BE49-F238E27FC236}">
                <a16:creationId xmlns:a16="http://schemas.microsoft.com/office/drawing/2014/main" id="{06D44CF2-6BF5-A6E3-C17B-477B97F7E606}"/>
              </a:ext>
            </a:extLst>
          </p:cNvPr>
          <p:cNvGrpSpPr/>
          <p:nvPr/>
        </p:nvGrpSpPr>
        <p:grpSpPr>
          <a:xfrm>
            <a:off x="4690236" y="1208260"/>
            <a:ext cx="3602655" cy="3475620"/>
            <a:chOff x="1655550" y="790900"/>
            <a:chExt cx="2510262" cy="3417671"/>
          </a:xfrm>
        </p:grpSpPr>
        <p:sp>
          <p:nvSpPr>
            <p:cNvPr id="19" name="Google Shape;2898;p58">
              <a:extLst>
                <a:ext uri="{FF2B5EF4-FFF2-40B4-BE49-F238E27FC236}">
                  <a16:creationId xmlns:a16="http://schemas.microsoft.com/office/drawing/2014/main" id="{F9AD44B1-712A-A497-763E-80E4352114E6}"/>
                </a:ext>
              </a:extLst>
            </p:cNvPr>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899;p58">
              <a:extLst>
                <a:ext uri="{FF2B5EF4-FFF2-40B4-BE49-F238E27FC236}">
                  <a16:creationId xmlns:a16="http://schemas.microsoft.com/office/drawing/2014/main" id="{70BCDAF1-6915-DA49-7274-77994732444A}"/>
                </a:ext>
              </a:extLst>
            </p:cNvPr>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 1" descr="Une image contenant texte, capture d’écran, Police, menu&#10;&#10;Description générée automatiquement">
            <a:extLst>
              <a:ext uri="{FF2B5EF4-FFF2-40B4-BE49-F238E27FC236}">
                <a16:creationId xmlns:a16="http://schemas.microsoft.com/office/drawing/2014/main" id="{6904A883-A134-BAC8-B1CE-1284FFB3C78F}"/>
              </a:ext>
            </a:extLst>
          </p:cNvPr>
          <p:cNvPicPr>
            <a:picLocks noChangeAspect="1"/>
          </p:cNvPicPr>
          <p:nvPr/>
        </p:nvPicPr>
        <p:blipFill>
          <a:blip r:embed="rId3"/>
          <a:stretch>
            <a:fillRect/>
          </a:stretch>
        </p:blipFill>
        <p:spPr>
          <a:xfrm>
            <a:off x="4849406" y="1303735"/>
            <a:ext cx="3293885" cy="3125391"/>
          </a:xfrm>
          <a:prstGeom prst="rect">
            <a:avLst/>
          </a:prstGeom>
        </p:spPr>
      </p:pic>
    </p:spTree>
    <p:extLst>
      <p:ext uri="{BB962C8B-B14F-4D97-AF65-F5344CB8AC3E}">
        <p14:creationId xmlns:p14="http://schemas.microsoft.com/office/powerpoint/2010/main" val="1420525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218237EF-948A-F6B1-8075-5DFA8AC4E55B}"/>
            </a:ext>
          </a:extLst>
        </p:cNvPr>
        <p:cNvGrpSpPr/>
        <p:nvPr/>
      </p:nvGrpSpPr>
      <p:grpSpPr>
        <a:xfrm>
          <a:off x="0" y="0"/>
          <a:ext cx="0" cy="0"/>
          <a:chOff x="0" y="0"/>
          <a:chExt cx="0" cy="0"/>
        </a:xfrm>
      </p:grpSpPr>
      <p:sp>
        <p:nvSpPr>
          <p:cNvPr id="2494" name="Google Shape;2494;p48">
            <a:extLst>
              <a:ext uri="{FF2B5EF4-FFF2-40B4-BE49-F238E27FC236}">
                <a16:creationId xmlns:a16="http://schemas.microsoft.com/office/drawing/2014/main" id="{7BDBF612-858A-2F39-F1BD-0E00ECFCE9F0}"/>
              </a:ext>
            </a:extLst>
          </p:cNvPr>
          <p:cNvSpPr txBox="1">
            <a:spLocks noGrp="1"/>
          </p:cNvSpPr>
          <p:nvPr>
            <p:ph type="subTitle" idx="4"/>
          </p:nvPr>
        </p:nvSpPr>
        <p:spPr>
          <a:xfrm>
            <a:off x="-144147" y="1372705"/>
            <a:ext cx="4006535" cy="653100"/>
          </a:xfrm>
          <a:prstGeom prst="rect">
            <a:avLst/>
          </a:prstGeom>
        </p:spPr>
        <p:txBody>
          <a:bodyPr spcFirstLastPara="1" wrap="square" lIns="91425" tIns="91425" rIns="91425" bIns="91425" anchor="t" anchorCtr="0">
            <a:noAutofit/>
          </a:bodyPr>
          <a:lstStyle/>
          <a:p>
            <a:pPr>
              <a:lnSpc>
                <a:spcPct val="114999"/>
              </a:lnSpc>
            </a:pPr>
            <a:endParaRPr lang="en"/>
          </a:p>
          <a:p>
            <a:pPr lvl="0" algn="ctr">
              <a:lnSpc>
                <a:spcPct val="114999"/>
              </a:lnSpc>
              <a:spcBef>
                <a:spcPts val="0"/>
              </a:spcBef>
              <a:spcAft>
                <a:spcPts val="0"/>
              </a:spcAft>
              <a:buNone/>
            </a:pPr>
            <a:r>
              <a:rPr lang="en" sz="1600" b="1"/>
              <a:t>Findings:</a:t>
            </a:r>
            <a:endParaRPr lang="en" sz="1600"/>
          </a:p>
          <a:p>
            <a:pPr marL="285750" indent="-285750">
              <a:lnSpc>
                <a:spcPct val="114999"/>
              </a:lnSpc>
              <a:buFont typeface="Arial"/>
              <a:buChar char="•"/>
            </a:pPr>
            <a:r>
              <a:rPr lang="en" sz="1600"/>
              <a:t>Torque follows a normal distribution.</a:t>
            </a:r>
          </a:p>
          <a:p>
            <a:pPr marL="285750" indent="-285750">
              <a:lnSpc>
                <a:spcPct val="114999"/>
              </a:lnSpc>
              <a:buFont typeface="Arial"/>
              <a:buChar char="•"/>
            </a:pPr>
            <a:r>
              <a:rPr lang="en" sz="1600"/>
              <a:t>Rotational speed is positively skewed.</a:t>
            </a:r>
          </a:p>
          <a:p>
            <a:pPr marL="285750" indent="-285750">
              <a:lnSpc>
                <a:spcPct val="114999"/>
              </a:lnSpc>
              <a:buFont typeface="Arial"/>
              <a:buChar char="•"/>
            </a:pPr>
            <a:r>
              <a:rPr lang="en" sz="1600"/>
              <a:t>Other variables do not follow normal distribution.</a:t>
            </a:r>
          </a:p>
          <a:p>
            <a:pPr>
              <a:lnSpc>
                <a:spcPct val="114999"/>
              </a:lnSpc>
            </a:pPr>
            <a:endParaRPr lang="en"/>
          </a:p>
          <a:p>
            <a:pPr>
              <a:lnSpc>
                <a:spcPct val="114999"/>
              </a:lnSpc>
            </a:pPr>
            <a:endParaRPr lang="en"/>
          </a:p>
          <a:p>
            <a:pPr>
              <a:lnSpc>
                <a:spcPct val="114999"/>
              </a:lnSpc>
            </a:pPr>
            <a:endParaRPr lang="en"/>
          </a:p>
          <a:p>
            <a:pPr marL="0" indent="0">
              <a:lnSpc>
                <a:spcPct val="114999"/>
              </a:lnSpc>
            </a:pPr>
            <a:endParaRPr lang="en"/>
          </a:p>
        </p:txBody>
      </p:sp>
      <p:sp>
        <p:nvSpPr>
          <p:cNvPr id="2496" name="Google Shape;2496;p48">
            <a:extLst>
              <a:ext uri="{FF2B5EF4-FFF2-40B4-BE49-F238E27FC236}">
                <a16:creationId xmlns:a16="http://schemas.microsoft.com/office/drawing/2014/main" id="{ED67EB40-66AE-8497-FF8C-F6A3133A264B}"/>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43</a:t>
            </a:fld>
            <a:endParaRPr/>
          </a:p>
        </p:txBody>
      </p:sp>
      <p:sp>
        <p:nvSpPr>
          <p:cNvPr id="2497" name="Google Shape;2497;p48">
            <a:extLst>
              <a:ext uri="{FF2B5EF4-FFF2-40B4-BE49-F238E27FC236}">
                <a16:creationId xmlns:a16="http://schemas.microsoft.com/office/drawing/2014/main" id="{7ABFBE27-48C8-FACB-3579-082361D0305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Variable Distributions</a:t>
            </a:r>
            <a:endParaRPr/>
          </a:p>
        </p:txBody>
      </p:sp>
      <p:sp>
        <p:nvSpPr>
          <p:cNvPr id="2499" name="Google Shape;2499;p48">
            <a:extLst>
              <a:ext uri="{FF2B5EF4-FFF2-40B4-BE49-F238E27FC236}">
                <a16:creationId xmlns:a16="http://schemas.microsoft.com/office/drawing/2014/main" id="{7BBF26CF-7C67-02E4-565C-A46134A0E07B}"/>
              </a:ext>
            </a:extLst>
          </p:cNvPr>
          <p:cNvSpPr txBox="1">
            <a:spLocks noGrp="1"/>
          </p:cNvSpPr>
          <p:nvPr>
            <p:ph type="subTitle" idx="7"/>
          </p:nvPr>
        </p:nvSpPr>
        <p:spPr>
          <a:xfrm>
            <a:off x="4989472" y="1544275"/>
            <a:ext cx="23520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500" name="Google Shape;2500;p48">
            <a:extLst>
              <a:ext uri="{FF2B5EF4-FFF2-40B4-BE49-F238E27FC236}">
                <a16:creationId xmlns:a16="http://schemas.microsoft.com/office/drawing/2014/main" id="{AF9EBC1B-EB4D-AA5D-D377-440C110E5D9B}"/>
              </a:ext>
            </a:extLst>
          </p:cNvPr>
          <p:cNvSpPr txBox="1">
            <a:spLocks noGrp="1"/>
          </p:cNvSpPr>
          <p:nvPr>
            <p:ph type="subTitle" idx="8"/>
          </p:nvPr>
        </p:nvSpPr>
        <p:spPr>
          <a:xfrm>
            <a:off x="4989472" y="2934200"/>
            <a:ext cx="23520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grpSp>
        <p:nvGrpSpPr>
          <p:cNvPr id="16" name="Google Shape;2897;p58">
            <a:extLst>
              <a:ext uri="{FF2B5EF4-FFF2-40B4-BE49-F238E27FC236}">
                <a16:creationId xmlns:a16="http://schemas.microsoft.com/office/drawing/2014/main" id="{BF0FE5E2-028B-48CC-8A52-CB5DE21FAF8C}"/>
              </a:ext>
            </a:extLst>
          </p:cNvPr>
          <p:cNvGrpSpPr/>
          <p:nvPr/>
        </p:nvGrpSpPr>
        <p:grpSpPr>
          <a:xfrm>
            <a:off x="4177726" y="1150081"/>
            <a:ext cx="4230710" cy="3363052"/>
            <a:chOff x="1655550" y="790900"/>
            <a:chExt cx="2510262" cy="3417671"/>
          </a:xfrm>
        </p:grpSpPr>
        <p:sp>
          <p:nvSpPr>
            <p:cNvPr id="14" name="Google Shape;2898;p58">
              <a:extLst>
                <a:ext uri="{FF2B5EF4-FFF2-40B4-BE49-F238E27FC236}">
                  <a16:creationId xmlns:a16="http://schemas.microsoft.com/office/drawing/2014/main" id="{39E3EBE0-FCD0-EE78-125E-AB6964BCEDAE}"/>
                </a:ext>
              </a:extLst>
            </p:cNvPr>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2899;p58">
              <a:extLst>
                <a:ext uri="{FF2B5EF4-FFF2-40B4-BE49-F238E27FC236}">
                  <a16:creationId xmlns:a16="http://schemas.microsoft.com/office/drawing/2014/main" id="{9713D6B3-77EF-ACE2-CFE9-0ACB1FF572D0}"/>
                </a:ext>
              </a:extLst>
            </p:cNvPr>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 name="Image 16">
            <a:extLst>
              <a:ext uri="{FF2B5EF4-FFF2-40B4-BE49-F238E27FC236}">
                <a16:creationId xmlns:a16="http://schemas.microsoft.com/office/drawing/2014/main" id="{29D9665C-7484-4A41-62B7-2BA03DAB5DC7}"/>
              </a:ext>
            </a:extLst>
          </p:cNvPr>
          <p:cNvPicPr>
            <a:picLocks noChangeAspect="1"/>
          </p:cNvPicPr>
          <p:nvPr/>
        </p:nvPicPr>
        <p:blipFill>
          <a:blip r:embed="rId3"/>
          <a:srcRect/>
          <a:stretch/>
        </p:blipFill>
        <p:spPr>
          <a:xfrm>
            <a:off x="4312134" y="1288256"/>
            <a:ext cx="3961840" cy="3058123"/>
          </a:xfrm>
          <a:prstGeom prst="rect">
            <a:avLst/>
          </a:prstGeom>
        </p:spPr>
      </p:pic>
    </p:spTree>
    <p:extLst>
      <p:ext uri="{BB962C8B-B14F-4D97-AF65-F5344CB8AC3E}">
        <p14:creationId xmlns:p14="http://schemas.microsoft.com/office/powerpoint/2010/main" val="3473103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219"/>
        <p:cNvGrpSpPr/>
        <p:nvPr/>
      </p:nvGrpSpPr>
      <p:grpSpPr>
        <a:xfrm>
          <a:off x="0" y="0"/>
          <a:ext cx="0" cy="0"/>
          <a:chOff x="0" y="0"/>
          <a:chExt cx="0" cy="0"/>
        </a:xfrm>
      </p:grpSpPr>
      <p:sp>
        <p:nvSpPr>
          <p:cNvPr id="2220" name="Google Shape;2220;p42"/>
          <p:cNvSpPr txBox="1">
            <a:spLocks noGrp="1"/>
          </p:cNvSpPr>
          <p:nvPr>
            <p:ph type="sldNum" idx="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44</a:t>
            </a:fld>
            <a:endParaRPr/>
          </a:p>
        </p:txBody>
      </p:sp>
      <p:sp>
        <p:nvSpPr>
          <p:cNvPr id="2222" name="Google Shape;2222;p42"/>
          <p:cNvSpPr txBox="1">
            <a:spLocks noGrp="1"/>
          </p:cNvSpPr>
          <p:nvPr>
            <p:ph type="title"/>
          </p:nvPr>
        </p:nvSpPr>
        <p:spPr>
          <a:xfrm>
            <a:off x="1890488" y="824037"/>
            <a:ext cx="5363100" cy="1430597"/>
          </a:xfrm>
          <a:prstGeom prst="rect">
            <a:avLst/>
          </a:prstGeom>
        </p:spPr>
        <p:txBody>
          <a:bodyPr spcFirstLastPara="1" wrap="square" lIns="91425" tIns="91425" rIns="91425" bIns="91425" anchor="t" anchorCtr="0">
            <a:noAutofit/>
          </a:bodyPr>
          <a:lstStyle/>
          <a:p>
            <a:r>
              <a:rPr lang="en" sz="2400" b="1"/>
              <a:t>Correlation Matrix</a:t>
            </a:r>
            <a:endParaRPr lang="fr-FR"/>
          </a:p>
        </p:txBody>
      </p:sp>
      <p:sp>
        <p:nvSpPr>
          <p:cNvPr id="2223" name="Google Shape;2223;p4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44</a:t>
            </a:fld>
            <a:endParaRPr/>
          </a:p>
        </p:txBody>
      </p:sp>
      <p:grpSp>
        <p:nvGrpSpPr>
          <p:cNvPr id="2224" name="Google Shape;2224;p42"/>
          <p:cNvGrpSpPr/>
          <p:nvPr/>
        </p:nvGrpSpPr>
        <p:grpSpPr>
          <a:xfrm>
            <a:off x="280833" y="3869319"/>
            <a:ext cx="1497839" cy="1196699"/>
            <a:chOff x="-202347" y="2663068"/>
            <a:chExt cx="3183384" cy="2732643"/>
          </a:xfrm>
        </p:grpSpPr>
        <p:sp>
          <p:nvSpPr>
            <p:cNvPr id="2225" name="Google Shape;2225;p42"/>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2"/>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2"/>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2"/>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2"/>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2"/>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2"/>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2"/>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2"/>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2"/>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2"/>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2"/>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2"/>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2"/>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2"/>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2"/>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 name="Google Shape;2241;p42"/>
          <p:cNvGrpSpPr/>
          <p:nvPr/>
        </p:nvGrpSpPr>
        <p:grpSpPr>
          <a:xfrm rot="13794700">
            <a:off x="7527393" y="145277"/>
            <a:ext cx="1519963" cy="1359434"/>
            <a:chOff x="-202347" y="2663068"/>
            <a:chExt cx="3183384" cy="2732643"/>
          </a:xfrm>
        </p:grpSpPr>
        <p:sp>
          <p:nvSpPr>
            <p:cNvPr id="2242" name="Google Shape;2242;p42"/>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2"/>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2"/>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2"/>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2"/>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2"/>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2"/>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2"/>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2"/>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2"/>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2"/>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2"/>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2"/>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2"/>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2"/>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2"/>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Image 4" descr="Une image contenant texte, Police, blanc&#10;&#10;Description générée automatiquement">
            <a:extLst>
              <a:ext uri="{FF2B5EF4-FFF2-40B4-BE49-F238E27FC236}">
                <a16:creationId xmlns:a16="http://schemas.microsoft.com/office/drawing/2014/main" id="{FA39618F-8A70-5810-9FF8-EB1984EBF98C}"/>
              </a:ext>
            </a:extLst>
          </p:cNvPr>
          <p:cNvPicPr>
            <a:picLocks noChangeAspect="1"/>
          </p:cNvPicPr>
          <p:nvPr/>
        </p:nvPicPr>
        <p:blipFill>
          <a:blip r:embed="rId3"/>
          <a:stretch>
            <a:fillRect/>
          </a:stretch>
        </p:blipFill>
        <p:spPr>
          <a:xfrm>
            <a:off x="4994077" y="1538287"/>
            <a:ext cx="2700933" cy="1191816"/>
          </a:xfrm>
          <a:prstGeom prst="rect">
            <a:avLst/>
          </a:prstGeom>
        </p:spPr>
      </p:pic>
      <p:pic>
        <p:nvPicPr>
          <p:cNvPr id="9" name="Image 8" descr="Une image contenant texte, Police, capture d’écran, ligne&#10;&#10;Description générée automatiquement">
            <a:extLst>
              <a:ext uri="{FF2B5EF4-FFF2-40B4-BE49-F238E27FC236}">
                <a16:creationId xmlns:a16="http://schemas.microsoft.com/office/drawing/2014/main" id="{CC11A59D-0684-57B8-D460-ECAFB4A4EE76}"/>
              </a:ext>
            </a:extLst>
          </p:cNvPr>
          <p:cNvPicPr>
            <a:picLocks noChangeAspect="1"/>
          </p:cNvPicPr>
          <p:nvPr/>
        </p:nvPicPr>
        <p:blipFill>
          <a:blip r:embed="rId4"/>
          <a:stretch>
            <a:fillRect/>
          </a:stretch>
        </p:blipFill>
        <p:spPr>
          <a:xfrm>
            <a:off x="2843807" y="3006328"/>
            <a:ext cx="3804643" cy="1122165"/>
          </a:xfrm>
          <a:prstGeom prst="rect">
            <a:avLst/>
          </a:prstGeom>
        </p:spPr>
      </p:pic>
      <p:sp>
        <p:nvSpPr>
          <p:cNvPr id="11" name="Google Shape;2494;p48">
            <a:extLst>
              <a:ext uri="{FF2B5EF4-FFF2-40B4-BE49-F238E27FC236}">
                <a16:creationId xmlns:a16="http://schemas.microsoft.com/office/drawing/2014/main" id="{33611AE3-F16C-30C0-A46F-EDB17519B2FA}"/>
              </a:ext>
            </a:extLst>
          </p:cNvPr>
          <p:cNvSpPr txBox="1">
            <a:spLocks/>
          </p:cNvSpPr>
          <p:nvPr/>
        </p:nvSpPr>
        <p:spPr>
          <a:xfrm>
            <a:off x="1159587" y="1381635"/>
            <a:ext cx="3539648" cy="653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nSpc>
                <a:spcPct val="114999"/>
              </a:lnSpc>
            </a:pPr>
            <a:r>
              <a:rPr lang="en" b="1"/>
              <a:t>Association between Type and Machine Failure:</a:t>
            </a:r>
            <a:endParaRPr lang="fr-FR"/>
          </a:p>
          <a:p>
            <a:pPr marL="285750" indent="-285750">
              <a:lnSpc>
                <a:spcPct val="114999"/>
              </a:lnSpc>
              <a:buFont typeface="Arial"/>
              <a:buChar char="•"/>
            </a:pPr>
            <a:r>
              <a:rPr lang="en"/>
              <a:t>Performed a Chi-Square test.</a:t>
            </a:r>
          </a:p>
          <a:p>
            <a:pPr marL="285750" indent="-285750">
              <a:lnSpc>
                <a:spcPct val="114999"/>
              </a:lnSpc>
              <a:buFont typeface="Arial"/>
              <a:buChar char="•"/>
            </a:pPr>
            <a:r>
              <a:rPr lang="en"/>
              <a:t>p-value = 0.001032 &lt; 0.05 indicates a statistically significant relationship.</a:t>
            </a:r>
            <a:endParaRPr lang="fr-FR"/>
          </a:p>
          <a:p>
            <a:pPr>
              <a:lnSpc>
                <a:spcPct val="114999"/>
              </a:lnSpc>
            </a:pPr>
            <a:endParaRPr lang="en"/>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490">
          <a:extLst>
            <a:ext uri="{FF2B5EF4-FFF2-40B4-BE49-F238E27FC236}">
              <a16:creationId xmlns:a16="http://schemas.microsoft.com/office/drawing/2014/main" id="{1C63E098-75AC-9319-43BB-85717941A9B2}"/>
            </a:ext>
          </a:extLst>
        </p:cNvPr>
        <p:cNvGrpSpPr/>
        <p:nvPr/>
      </p:nvGrpSpPr>
      <p:grpSpPr>
        <a:xfrm>
          <a:off x="0" y="0"/>
          <a:ext cx="0" cy="0"/>
          <a:chOff x="0" y="0"/>
          <a:chExt cx="0" cy="0"/>
        </a:xfrm>
      </p:grpSpPr>
      <p:sp>
        <p:nvSpPr>
          <p:cNvPr id="2492" name="Google Shape;2492;p48">
            <a:extLst>
              <a:ext uri="{FF2B5EF4-FFF2-40B4-BE49-F238E27FC236}">
                <a16:creationId xmlns:a16="http://schemas.microsoft.com/office/drawing/2014/main" id="{03A330BF-4476-0EEE-0F31-BCAA961A77DF}"/>
              </a:ext>
            </a:extLst>
          </p:cNvPr>
          <p:cNvSpPr txBox="1">
            <a:spLocks noGrp="1"/>
          </p:cNvSpPr>
          <p:nvPr>
            <p:ph type="subTitle" idx="2"/>
          </p:nvPr>
        </p:nvSpPr>
        <p:spPr>
          <a:xfrm>
            <a:off x="88025" y="1179358"/>
            <a:ext cx="3378914" cy="653100"/>
          </a:xfrm>
          <a:prstGeom prst="rect">
            <a:avLst/>
          </a:prstGeom>
        </p:spPr>
        <p:txBody>
          <a:bodyPr spcFirstLastPara="1" wrap="square" lIns="91425" tIns="91425" rIns="91425" bIns="91425" anchor="t" anchorCtr="0">
            <a:noAutofit/>
          </a:bodyPr>
          <a:lstStyle/>
          <a:p>
            <a:pPr>
              <a:lnSpc>
                <a:spcPct val="114999"/>
              </a:lnSpc>
              <a:buFont typeface="Arial"/>
              <a:buChar char="•"/>
            </a:pPr>
            <a:r>
              <a:rPr lang="en"/>
              <a:t>Association between Rotational Speed and Type</a:t>
            </a:r>
            <a:endParaRPr lang="fr-FR"/>
          </a:p>
          <a:p>
            <a:pPr>
              <a:lnSpc>
                <a:spcPct val="114999"/>
              </a:lnSpc>
            </a:pPr>
            <a:endParaRPr lang="en"/>
          </a:p>
          <a:p>
            <a:pPr marL="139700" indent="0">
              <a:lnSpc>
                <a:spcPct val="114999"/>
              </a:lnSpc>
            </a:pPr>
            <a:r>
              <a:rPr lang="en"/>
              <a:t>-  Normality Tests for Rotational speed: Q-Q Plot for Rotational Speed.</a:t>
            </a:r>
          </a:p>
          <a:p>
            <a:pPr marL="139700" indent="0">
              <a:lnSpc>
                <a:spcPct val="114999"/>
              </a:lnSpc>
            </a:pPr>
            <a:endParaRPr lang="en"/>
          </a:p>
          <a:p>
            <a:pPr>
              <a:lnSpc>
                <a:spcPct val="114999"/>
              </a:lnSpc>
            </a:pPr>
            <a:r>
              <a:rPr lang="en"/>
              <a:t>=&gt; The plot showcases deviations in the upper and lower sides suggesting skewness</a:t>
            </a:r>
          </a:p>
          <a:p>
            <a:pPr marL="0" lvl="0" indent="0" algn="ctr">
              <a:lnSpc>
                <a:spcPct val="114999"/>
              </a:lnSpc>
              <a:spcBef>
                <a:spcPts val="0"/>
              </a:spcBef>
              <a:spcAft>
                <a:spcPts val="0"/>
              </a:spcAft>
              <a:buNone/>
            </a:pPr>
            <a:endParaRPr lang="en"/>
          </a:p>
        </p:txBody>
      </p:sp>
      <p:sp>
        <p:nvSpPr>
          <p:cNvPr id="2493" name="Google Shape;2493;p48">
            <a:extLst>
              <a:ext uri="{FF2B5EF4-FFF2-40B4-BE49-F238E27FC236}">
                <a16:creationId xmlns:a16="http://schemas.microsoft.com/office/drawing/2014/main" id="{355F5030-8449-6438-79E4-39C2F12E18F9}"/>
              </a:ext>
            </a:extLst>
          </p:cNvPr>
          <p:cNvSpPr txBox="1">
            <a:spLocks noGrp="1"/>
          </p:cNvSpPr>
          <p:nvPr>
            <p:ph type="subTitle" idx="3"/>
          </p:nvPr>
        </p:nvSpPr>
        <p:spPr>
          <a:xfrm>
            <a:off x="4989474" y="2116975"/>
            <a:ext cx="2352000" cy="65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2496" name="Google Shape;2496;p48">
            <a:extLst>
              <a:ext uri="{FF2B5EF4-FFF2-40B4-BE49-F238E27FC236}">
                <a16:creationId xmlns:a16="http://schemas.microsoft.com/office/drawing/2014/main" id="{1CF363D5-5501-6E00-43BD-E645C0830995}"/>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45</a:t>
            </a:fld>
            <a:endParaRPr/>
          </a:p>
        </p:txBody>
      </p:sp>
      <p:sp>
        <p:nvSpPr>
          <p:cNvPr id="2497" name="Google Shape;2497;p48">
            <a:extLst>
              <a:ext uri="{FF2B5EF4-FFF2-40B4-BE49-F238E27FC236}">
                <a16:creationId xmlns:a16="http://schemas.microsoft.com/office/drawing/2014/main" id="{0994DDB7-DA0A-06E4-8394-B24D9B62A8BC}"/>
              </a:ext>
            </a:extLst>
          </p:cNvPr>
          <p:cNvSpPr txBox="1">
            <a:spLocks noGrp="1"/>
          </p:cNvSpPr>
          <p:nvPr>
            <p:ph type="title"/>
          </p:nvPr>
        </p:nvSpPr>
        <p:spPr>
          <a:xfrm>
            <a:off x="-2048203" y="453955"/>
            <a:ext cx="7704000" cy="572700"/>
          </a:xfrm>
          <a:prstGeom prst="rect">
            <a:avLst/>
          </a:prstGeom>
        </p:spPr>
        <p:txBody>
          <a:bodyPr spcFirstLastPara="1" wrap="square" lIns="91425" tIns="91425" rIns="91425" bIns="91425" anchor="t" anchorCtr="0">
            <a:noAutofit/>
          </a:bodyPr>
          <a:lstStyle/>
          <a:p>
            <a:r>
              <a:rPr lang="en-GB"/>
              <a:t>Normality Tests</a:t>
            </a:r>
            <a:endParaRPr lang="fr-FR"/>
          </a:p>
        </p:txBody>
      </p:sp>
      <p:pic>
        <p:nvPicPr>
          <p:cNvPr id="12" name="Image 11" descr="Une image contenant texte, ligne, diagramme, capture d’écran&#10;&#10;Description générée automatiquement">
            <a:extLst>
              <a:ext uri="{FF2B5EF4-FFF2-40B4-BE49-F238E27FC236}">
                <a16:creationId xmlns:a16="http://schemas.microsoft.com/office/drawing/2014/main" id="{C1FBCD80-9FD4-836C-FE0C-F5E103B28965}"/>
              </a:ext>
            </a:extLst>
          </p:cNvPr>
          <p:cNvPicPr>
            <a:picLocks noChangeAspect="1"/>
          </p:cNvPicPr>
          <p:nvPr/>
        </p:nvPicPr>
        <p:blipFill>
          <a:blip r:embed="rId3"/>
          <a:stretch>
            <a:fillRect/>
          </a:stretch>
        </p:blipFill>
        <p:spPr>
          <a:xfrm>
            <a:off x="3482578" y="1325478"/>
            <a:ext cx="5357813" cy="2501474"/>
          </a:xfrm>
          <a:prstGeom prst="rect">
            <a:avLst/>
          </a:prstGeom>
        </p:spPr>
      </p:pic>
    </p:spTree>
    <p:extLst>
      <p:ext uri="{BB962C8B-B14F-4D97-AF65-F5344CB8AC3E}">
        <p14:creationId xmlns:p14="http://schemas.microsoft.com/office/powerpoint/2010/main" val="76267478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4C335126-8A40-A7F4-AEEA-1A4EEF4DDC29}"/>
            </a:ext>
          </a:extLst>
        </p:cNvPr>
        <p:cNvGrpSpPr/>
        <p:nvPr/>
      </p:nvGrpSpPr>
      <p:grpSpPr>
        <a:xfrm>
          <a:off x="0" y="0"/>
          <a:ext cx="0" cy="0"/>
          <a:chOff x="0" y="0"/>
          <a:chExt cx="0" cy="0"/>
        </a:xfrm>
      </p:grpSpPr>
      <p:sp>
        <p:nvSpPr>
          <p:cNvPr id="2443" name="Google Shape;2443;p47">
            <a:extLst>
              <a:ext uri="{FF2B5EF4-FFF2-40B4-BE49-F238E27FC236}">
                <a16:creationId xmlns:a16="http://schemas.microsoft.com/office/drawing/2014/main" id="{52FCBD72-18A2-2C57-EBDD-171B20D26838}"/>
              </a:ext>
            </a:extLst>
          </p:cNvPr>
          <p:cNvSpPr txBox="1">
            <a:spLocks noGrp="1"/>
          </p:cNvSpPr>
          <p:nvPr>
            <p:ph type="subTitle" idx="1"/>
          </p:nvPr>
        </p:nvSpPr>
        <p:spPr>
          <a:xfrm>
            <a:off x="984000" y="1654550"/>
            <a:ext cx="2084700" cy="47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000"/>
              <a:t>Rotational Speed by Type (Low)</a:t>
            </a:r>
            <a:endParaRPr sz="2000"/>
          </a:p>
        </p:txBody>
      </p:sp>
      <p:sp>
        <p:nvSpPr>
          <p:cNvPr id="2444" name="Google Shape;2444;p47">
            <a:extLst>
              <a:ext uri="{FF2B5EF4-FFF2-40B4-BE49-F238E27FC236}">
                <a16:creationId xmlns:a16="http://schemas.microsoft.com/office/drawing/2014/main" id="{3ECC127B-4182-D03E-11DF-F30F6EA8F81E}"/>
              </a:ext>
            </a:extLst>
          </p:cNvPr>
          <p:cNvSpPr txBox="1">
            <a:spLocks noGrp="1"/>
          </p:cNvSpPr>
          <p:nvPr>
            <p:ph type="subTitle" idx="2"/>
          </p:nvPr>
        </p:nvSpPr>
        <p:spPr>
          <a:xfrm>
            <a:off x="1181889" y="2095450"/>
            <a:ext cx="1668450" cy="59536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p-value &lt; 2.2e-16 &lt; 5% </a:t>
            </a:r>
            <a:endParaRPr/>
          </a:p>
        </p:txBody>
      </p:sp>
      <p:sp>
        <p:nvSpPr>
          <p:cNvPr id="2445" name="Google Shape;2445;p47">
            <a:extLst>
              <a:ext uri="{FF2B5EF4-FFF2-40B4-BE49-F238E27FC236}">
                <a16:creationId xmlns:a16="http://schemas.microsoft.com/office/drawing/2014/main" id="{516F1A65-F3B4-C8AA-0A2B-BA4242F1C1B6}"/>
              </a:ext>
            </a:extLst>
          </p:cNvPr>
          <p:cNvSpPr txBox="1">
            <a:spLocks noGrp="1"/>
          </p:cNvSpPr>
          <p:nvPr>
            <p:ph type="subTitle" idx="3"/>
          </p:nvPr>
        </p:nvSpPr>
        <p:spPr>
          <a:xfrm>
            <a:off x="3713289" y="2080538"/>
            <a:ext cx="1668450" cy="74362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 p-value = 2.206e-10 &lt; 5% </a:t>
            </a:r>
          </a:p>
        </p:txBody>
      </p:sp>
      <p:sp>
        <p:nvSpPr>
          <p:cNvPr id="2446" name="Google Shape;2446;p47">
            <a:extLst>
              <a:ext uri="{FF2B5EF4-FFF2-40B4-BE49-F238E27FC236}">
                <a16:creationId xmlns:a16="http://schemas.microsoft.com/office/drawing/2014/main" id="{5D35E368-3A7F-0A6A-9910-663D7C8D32F8}"/>
              </a:ext>
            </a:extLst>
          </p:cNvPr>
          <p:cNvSpPr txBox="1">
            <a:spLocks noGrp="1"/>
          </p:cNvSpPr>
          <p:nvPr>
            <p:ph type="subTitle" idx="4"/>
          </p:nvPr>
        </p:nvSpPr>
        <p:spPr>
          <a:xfrm>
            <a:off x="6046800" y="2095450"/>
            <a:ext cx="1668450" cy="671125"/>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 p-value = 2.206e-10 &lt; 5% </a:t>
            </a:r>
          </a:p>
        </p:txBody>
      </p:sp>
      <p:sp>
        <p:nvSpPr>
          <p:cNvPr id="2447" name="Google Shape;2447;p47">
            <a:extLst>
              <a:ext uri="{FF2B5EF4-FFF2-40B4-BE49-F238E27FC236}">
                <a16:creationId xmlns:a16="http://schemas.microsoft.com/office/drawing/2014/main" id="{309B07D9-60EA-098F-7A01-DB7242A99E22}"/>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46</a:t>
            </a:fld>
            <a:endParaRPr/>
          </a:p>
        </p:txBody>
      </p:sp>
      <p:sp>
        <p:nvSpPr>
          <p:cNvPr id="2448" name="Google Shape;2448;p47">
            <a:extLst>
              <a:ext uri="{FF2B5EF4-FFF2-40B4-BE49-F238E27FC236}">
                <a16:creationId xmlns:a16="http://schemas.microsoft.com/office/drawing/2014/main" id="{246E78CE-24BF-A37E-1F4F-56A794006E7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Kolmogorov-Smirnov Test</a:t>
            </a:r>
            <a:endParaRPr/>
          </a:p>
        </p:txBody>
      </p:sp>
      <p:sp>
        <p:nvSpPr>
          <p:cNvPr id="2449" name="Google Shape;2449;p47">
            <a:extLst>
              <a:ext uri="{FF2B5EF4-FFF2-40B4-BE49-F238E27FC236}">
                <a16:creationId xmlns:a16="http://schemas.microsoft.com/office/drawing/2014/main" id="{D11FB7FA-052C-B802-FDD7-04E5CA6E0812}"/>
              </a:ext>
            </a:extLst>
          </p:cNvPr>
          <p:cNvSpPr txBox="1">
            <a:spLocks noGrp="1"/>
          </p:cNvSpPr>
          <p:nvPr>
            <p:ph type="subTitle" idx="5"/>
          </p:nvPr>
        </p:nvSpPr>
        <p:spPr>
          <a:xfrm>
            <a:off x="3515400" y="1654550"/>
            <a:ext cx="2113200" cy="47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000"/>
              <a:t>Rotational Speed by Type (med)</a:t>
            </a:r>
            <a:endParaRPr sz="2000"/>
          </a:p>
        </p:txBody>
      </p:sp>
      <p:sp>
        <p:nvSpPr>
          <p:cNvPr id="2450" name="Google Shape;2450;p47">
            <a:extLst>
              <a:ext uri="{FF2B5EF4-FFF2-40B4-BE49-F238E27FC236}">
                <a16:creationId xmlns:a16="http://schemas.microsoft.com/office/drawing/2014/main" id="{CFEB6221-A0F8-622F-021D-4C542FB27E1F}"/>
              </a:ext>
            </a:extLst>
          </p:cNvPr>
          <p:cNvSpPr txBox="1">
            <a:spLocks noGrp="1"/>
          </p:cNvSpPr>
          <p:nvPr>
            <p:ph type="subTitle" idx="6"/>
          </p:nvPr>
        </p:nvSpPr>
        <p:spPr>
          <a:xfrm>
            <a:off x="6046800" y="1654550"/>
            <a:ext cx="2113200" cy="47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000"/>
              <a:t>Rotational Speed by Type (high)</a:t>
            </a:r>
            <a:endParaRPr sz="2000"/>
          </a:p>
        </p:txBody>
      </p:sp>
      <p:sp>
        <p:nvSpPr>
          <p:cNvPr id="2" name="Google Shape;2448;p47">
            <a:extLst>
              <a:ext uri="{FF2B5EF4-FFF2-40B4-BE49-F238E27FC236}">
                <a16:creationId xmlns:a16="http://schemas.microsoft.com/office/drawing/2014/main" id="{B045902F-DEB9-EA7B-3041-FD57E23ED8A2}"/>
              </a:ext>
            </a:extLst>
          </p:cNvPr>
          <p:cNvSpPr txBox="1">
            <a:spLocks/>
          </p:cNvSpPr>
          <p:nvPr/>
        </p:nvSpPr>
        <p:spPr>
          <a:xfrm>
            <a:off x="652651" y="3013751"/>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We can conclude that Rotational Speed doesn't follow a normal distribution in any of the categories</a:t>
            </a:r>
          </a:p>
        </p:txBody>
      </p:sp>
    </p:spTree>
    <p:extLst>
      <p:ext uri="{BB962C8B-B14F-4D97-AF65-F5344CB8AC3E}">
        <p14:creationId xmlns:p14="http://schemas.microsoft.com/office/powerpoint/2010/main" val="296282654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9C3DFFD1-2F84-6533-BB13-60F7747791B8}"/>
            </a:ext>
          </a:extLst>
        </p:cNvPr>
        <p:cNvGrpSpPr/>
        <p:nvPr/>
      </p:nvGrpSpPr>
      <p:grpSpPr>
        <a:xfrm>
          <a:off x="0" y="0"/>
          <a:ext cx="0" cy="0"/>
          <a:chOff x="0" y="0"/>
          <a:chExt cx="0" cy="0"/>
        </a:xfrm>
      </p:grpSpPr>
      <p:sp>
        <p:nvSpPr>
          <p:cNvPr id="2443" name="Google Shape;2443;p47">
            <a:extLst>
              <a:ext uri="{FF2B5EF4-FFF2-40B4-BE49-F238E27FC236}">
                <a16:creationId xmlns:a16="http://schemas.microsoft.com/office/drawing/2014/main" id="{BFA84619-9299-359D-3682-CD8DE6C6F125}"/>
              </a:ext>
            </a:extLst>
          </p:cNvPr>
          <p:cNvSpPr txBox="1">
            <a:spLocks noGrp="1"/>
          </p:cNvSpPr>
          <p:nvPr>
            <p:ph type="subTitle" idx="1"/>
          </p:nvPr>
        </p:nvSpPr>
        <p:spPr>
          <a:xfrm>
            <a:off x="928912" y="4347495"/>
            <a:ext cx="7475472" cy="47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2000"/>
              <a:t>p-value = 0.8498 &gt; 5% meaning there is not a statistically significant difference among the three variant quality products in relation to the rotational speed</a:t>
            </a:r>
          </a:p>
          <a:p>
            <a:pPr marL="0" lvl="0" indent="0" algn="ctr" rtl="0">
              <a:spcBef>
                <a:spcPts val="0"/>
              </a:spcBef>
              <a:spcAft>
                <a:spcPts val="0"/>
              </a:spcAft>
              <a:buNone/>
            </a:pPr>
            <a:endParaRPr lang="en-US" sz="2000"/>
          </a:p>
        </p:txBody>
      </p:sp>
      <p:sp>
        <p:nvSpPr>
          <p:cNvPr id="2447" name="Google Shape;2447;p47">
            <a:extLst>
              <a:ext uri="{FF2B5EF4-FFF2-40B4-BE49-F238E27FC236}">
                <a16:creationId xmlns:a16="http://schemas.microsoft.com/office/drawing/2014/main" id="{0D700F02-9F62-4FC5-459F-FEB3B66A78E4}"/>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47</a:t>
            </a:fld>
            <a:endParaRPr/>
          </a:p>
        </p:txBody>
      </p:sp>
      <p:sp>
        <p:nvSpPr>
          <p:cNvPr id="2448" name="Google Shape;2448;p47">
            <a:extLst>
              <a:ext uri="{FF2B5EF4-FFF2-40B4-BE49-F238E27FC236}">
                <a16:creationId xmlns:a16="http://schemas.microsoft.com/office/drawing/2014/main" id="{173B031B-5522-C933-09F9-B0699AE49B42}"/>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Test for intra-group variance</a:t>
            </a:r>
            <a:endParaRPr/>
          </a:p>
        </p:txBody>
      </p:sp>
      <p:sp>
        <p:nvSpPr>
          <p:cNvPr id="2" name="Google Shape;2448;p47">
            <a:extLst>
              <a:ext uri="{FF2B5EF4-FFF2-40B4-BE49-F238E27FC236}">
                <a16:creationId xmlns:a16="http://schemas.microsoft.com/office/drawing/2014/main" id="{D14287F7-4F25-C6B8-693D-5FA0E32C297F}"/>
              </a:ext>
            </a:extLst>
          </p:cNvPr>
          <p:cNvSpPr txBox="1">
            <a:spLocks/>
          </p:cNvSpPr>
          <p:nvPr/>
        </p:nvSpPr>
        <p:spPr>
          <a:xfrm>
            <a:off x="613237" y="1228306"/>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Since normality is not met, we can't use ANOVA we'll use its non-parametric</a:t>
            </a:r>
          </a:p>
        </p:txBody>
      </p:sp>
      <p:sp>
        <p:nvSpPr>
          <p:cNvPr id="3" name="Google Shape;2448;p47">
            <a:extLst>
              <a:ext uri="{FF2B5EF4-FFF2-40B4-BE49-F238E27FC236}">
                <a16:creationId xmlns:a16="http://schemas.microsoft.com/office/drawing/2014/main" id="{66BFD372-9910-097B-6747-0B8E18D0AE01}"/>
              </a:ext>
            </a:extLst>
          </p:cNvPr>
          <p:cNvSpPr txBox="1">
            <a:spLocks/>
          </p:cNvSpPr>
          <p:nvPr/>
        </p:nvSpPr>
        <p:spPr>
          <a:xfrm>
            <a:off x="603720" y="1795188"/>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alternative </a:t>
            </a:r>
            <a:r>
              <a:rPr lang="en-US" sz="2000" err="1">
                <a:solidFill>
                  <a:schemeClr val="tx2"/>
                </a:solidFill>
              </a:rPr>
              <a:t>kruskal-wallis</a:t>
            </a:r>
            <a:r>
              <a:rPr lang="en-US" sz="2000">
                <a:solidFill>
                  <a:schemeClr val="tx2"/>
                </a:solidFill>
              </a:rPr>
              <a:t> since Type has 3 categories (H, L , M)</a:t>
            </a:r>
          </a:p>
        </p:txBody>
      </p:sp>
      <p:pic>
        <p:nvPicPr>
          <p:cNvPr id="5" name="Picture 4">
            <a:extLst>
              <a:ext uri="{FF2B5EF4-FFF2-40B4-BE49-F238E27FC236}">
                <a16:creationId xmlns:a16="http://schemas.microsoft.com/office/drawing/2014/main" id="{838D954F-CE64-9337-CB54-B3E417B3682B}"/>
              </a:ext>
            </a:extLst>
          </p:cNvPr>
          <p:cNvPicPr>
            <a:picLocks noChangeAspect="1"/>
          </p:cNvPicPr>
          <p:nvPr/>
        </p:nvPicPr>
        <p:blipFill>
          <a:blip r:embed="rId3"/>
          <a:stretch>
            <a:fillRect/>
          </a:stretch>
        </p:blipFill>
        <p:spPr>
          <a:xfrm>
            <a:off x="2162157" y="2559571"/>
            <a:ext cx="4819685" cy="409578"/>
          </a:xfrm>
          <a:prstGeom prst="rect">
            <a:avLst/>
          </a:prstGeom>
        </p:spPr>
      </p:pic>
    </p:spTree>
    <p:extLst>
      <p:ext uri="{BB962C8B-B14F-4D97-AF65-F5344CB8AC3E}">
        <p14:creationId xmlns:p14="http://schemas.microsoft.com/office/powerpoint/2010/main" val="181575117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41378A03-B549-893E-988E-D6FC51636D68}"/>
            </a:ext>
          </a:extLst>
        </p:cNvPr>
        <p:cNvGrpSpPr/>
        <p:nvPr/>
      </p:nvGrpSpPr>
      <p:grpSpPr>
        <a:xfrm>
          <a:off x="0" y="0"/>
          <a:ext cx="0" cy="0"/>
          <a:chOff x="0" y="0"/>
          <a:chExt cx="0" cy="0"/>
        </a:xfrm>
      </p:grpSpPr>
      <p:sp>
        <p:nvSpPr>
          <p:cNvPr id="2447" name="Google Shape;2447;p47">
            <a:extLst>
              <a:ext uri="{FF2B5EF4-FFF2-40B4-BE49-F238E27FC236}">
                <a16:creationId xmlns:a16="http://schemas.microsoft.com/office/drawing/2014/main" id="{66C83E85-84F6-7504-9C4E-9927FD57C355}"/>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48</a:t>
            </a:fld>
            <a:endParaRPr/>
          </a:p>
        </p:txBody>
      </p:sp>
      <p:sp>
        <p:nvSpPr>
          <p:cNvPr id="2448" name="Google Shape;2448;p47">
            <a:extLst>
              <a:ext uri="{FF2B5EF4-FFF2-40B4-BE49-F238E27FC236}">
                <a16:creationId xmlns:a16="http://schemas.microsoft.com/office/drawing/2014/main" id="{E99E28CC-FE21-4BE0-436A-8683D59B682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Wilcoxon-Mann-Whitney Test for Rotational Speed by Machine Failure</a:t>
            </a:r>
          </a:p>
        </p:txBody>
      </p:sp>
      <p:sp>
        <p:nvSpPr>
          <p:cNvPr id="2" name="Google Shape;2448;p47">
            <a:extLst>
              <a:ext uri="{FF2B5EF4-FFF2-40B4-BE49-F238E27FC236}">
                <a16:creationId xmlns:a16="http://schemas.microsoft.com/office/drawing/2014/main" id="{63D9EE1B-E7A0-1E41-9E73-D68303930856}"/>
              </a:ext>
            </a:extLst>
          </p:cNvPr>
          <p:cNvSpPr txBox="1">
            <a:spLocks/>
          </p:cNvSpPr>
          <p:nvPr/>
        </p:nvSpPr>
        <p:spPr>
          <a:xfrm>
            <a:off x="652651" y="2091469"/>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p-value &lt; 2.2e-16 &lt; 5% : Rotational Speed significantly differs between  </a:t>
            </a:r>
            <a:r>
              <a:rPr lang="en-US" sz="2000" err="1">
                <a:solidFill>
                  <a:schemeClr val="tx2"/>
                </a:solidFill>
              </a:rPr>
              <a:t>achines</a:t>
            </a:r>
            <a:r>
              <a:rPr lang="en-US" sz="2000">
                <a:solidFill>
                  <a:schemeClr val="tx2"/>
                </a:solidFill>
              </a:rPr>
              <a:t> that failed vs. those that did not fail.</a:t>
            </a:r>
          </a:p>
        </p:txBody>
      </p:sp>
    </p:spTree>
    <p:extLst>
      <p:ext uri="{BB962C8B-B14F-4D97-AF65-F5344CB8AC3E}">
        <p14:creationId xmlns:p14="http://schemas.microsoft.com/office/powerpoint/2010/main" val="25916602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166A10F4-991A-6EDB-810E-CEF76ED9725E}"/>
            </a:ext>
          </a:extLst>
        </p:cNvPr>
        <p:cNvGrpSpPr/>
        <p:nvPr/>
      </p:nvGrpSpPr>
      <p:grpSpPr>
        <a:xfrm>
          <a:off x="0" y="0"/>
          <a:ext cx="0" cy="0"/>
          <a:chOff x="0" y="0"/>
          <a:chExt cx="0" cy="0"/>
        </a:xfrm>
      </p:grpSpPr>
      <p:sp>
        <p:nvSpPr>
          <p:cNvPr id="2447" name="Google Shape;2447;p47">
            <a:extLst>
              <a:ext uri="{FF2B5EF4-FFF2-40B4-BE49-F238E27FC236}">
                <a16:creationId xmlns:a16="http://schemas.microsoft.com/office/drawing/2014/main" id="{8CBC618A-D295-FC96-9055-EB361F47457D}"/>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49</a:t>
            </a:fld>
            <a:endParaRPr/>
          </a:p>
        </p:txBody>
      </p:sp>
      <p:sp>
        <p:nvSpPr>
          <p:cNvPr id="2448" name="Google Shape;2448;p47">
            <a:extLst>
              <a:ext uri="{FF2B5EF4-FFF2-40B4-BE49-F238E27FC236}">
                <a16:creationId xmlns:a16="http://schemas.microsoft.com/office/drawing/2014/main" id="{EB3874F8-007F-EDA8-99B1-C38B78EB8AA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Association between Rotational Speed and Tool Wear Failure</a:t>
            </a:r>
          </a:p>
        </p:txBody>
      </p:sp>
      <p:sp>
        <p:nvSpPr>
          <p:cNvPr id="2" name="Google Shape;2448;p47">
            <a:extLst>
              <a:ext uri="{FF2B5EF4-FFF2-40B4-BE49-F238E27FC236}">
                <a16:creationId xmlns:a16="http://schemas.microsoft.com/office/drawing/2014/main" id="{E1983E28-224E-7349-0913-4FB88D5BA1EC}"/>
              </a:ext>
            </a:extLst>
          </p:cNvPr>
          <p:cNvSpPr txBox="1">
            <a:spLocks/>
          </p:cNvSpPr>
          <p:nvPr/>
        </p:nvSpPr>
        <p:spPr>
          <a:xfrm>
            <a:off x="652651" y="1559383"/>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err="1">
                <a:solidFill>
                  <a:schemeClr val="tx2"/>
                </a:solidFill>
              </a:rPr>
              <a:t>ks_twf_no_failure</a:t>
            </a:r>
            <a:endParaRPr lang="en-US" sz="2000">
              <a:solidFill>
                <a:schemeClr val="tx2"/>
              </a:solidFill>
            </a:endParaRPr>
          </a:p>
          <a:p>
            <a:r>
              <a:rPr lang="en-US" sz="2000">
                <a:solidFill>
                  <a:schemeClr val="tx2"/>
                </a:solidFill>
              </a:rPr>
              <a:t>p-value &lt; 2.2e-16 &lt; 5%</a:t>
            </a:r>
          </a:p>
          <a:p>
            <a:r>
              <a:rPr lang="en-US" sz="2000">
                <a:solidFill>
                  <a:schemeClr val="tx2"/>
                </a:solidFill>
              </a:rPr>
              <a:t>	</a:t>
            </a:r>
            <a:r>
              <a:rPr lang="en-US" sz="2000" err="1">
                <a:solidFill>
                  <a:schemeClr val="tx2"/>
                </a:solidFill>
              </a:rPr>
              <a:t>ks_twf_yes_failure</a:t>
            </a:r>
            <a:endParaRPr lang="en-US" sz="2000">
              <a:solidFill>
                <a:schemeClr val="tx2"/>
              </a:solidFill>
            </a:endParaRPr>
          </a:p>
          <a:p>
            <a:r>
              <a:rPr lang="en-US" sz="2000">
                <a:solidFill>
                  <a:schemeClr val="tx2"/>
                </a:solidFill>
              </a:rPr>
              <a:t>p-value = 0.6761 &gt; 5%</a:t>
            </a:r>
          </a:p>
          <a:p>
            <a:r>
              <a:rPr lang="en-US" sz="2000">
                <a:solidFill>
                  <a:schemeClr val="tx2"/>
                </a:solidFill>
              </a:rPr>
              <a:t>We can conclude that Rotational Speed doesn't follow a normal distribution when there's no TWF but follows a normal distribution when there's TWF</a:t>
            </a:r>
          </a:p>
        </p:txBody>
      </p:sp>
    </p:spTree>
    <p:extLst>
      <p:ext uri="{BB962C8B-B14F-4D97-AF65-F5344CB8AC3E}">
        <p14:creationId xmlns:p14="http://schemas.microsoft.com/office/powerpoint/2010/main" val="47433914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129B0665-E6D0-1A3F-ADBB-E4B200C7CE9D}"/>
            </a:ext>
          </a:extLst>
        </p:cNvPr>
        <p:cNvGrpSpPr/>
        <p:nvPr/>
      </p:nvGrpSpPr>
      <p:grpSpPr>
        <a:xfrm>
          <a:off x="0" y="0"/>
          <a:ext cx="0" cy="0"/>
          <a:chOff x="0" y="0"/>
          <a:chExt cx="0" cy="0"/>
        </a:xfrm>
      </p:grpSpPr>
      <p:sp>
        <p:nvSpPr>
          <p:cNvPr id="2447" name="Google Shape;2447;p47">
            <a:extLst>
              <a:ext uri="{FF2B5EF4-FFF2-40B4-BE49-F238E27FC236}">
                <a16:creationId xmlns:a16="http://schemas.microsoft.com/office/drawing/2014/main" id="{EFCC43D8-011C-F3B6-1ED5-58A176A51825}"/>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50</a:t>
            </a:fld>
            <a:endParaRPr/>
          </a:p>
        </p:txBody>
      </p:sp>
      <p:sp>
        <p:nvSpPr>
          <p:cNvPr id="2448" name="Google Shape;2448;p47">
            <a:extLst>
              <a:ext uri="{FF2B5EF4-FFF2-40B4-BE49-F238E27FC236}">
                <a16:creationId xmlns:a16="http://schemas.microsoft.com/office/drawing/2014/main" id="{1EB8C815-7391-1A83-5E8B-7495B883D15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Test for intra-group variance - significant difference</a:t>
            </a:r>
          </a:p>
        </p:txBody>
      </p:sp>
      <p:sp>
        <p:nvSpPr>
          <p:cNvPr id="2" name="Google Shape;2448;p47">
            <a:extLst>
              <a:ext uri="{FF2B5EF4-FFF2-40B4-BE49-F238E27FC236}">
                <a16:creationId xmlns:a16="http://schemas.microsoft.com/office/drawing/2014/main" id="{27D21444-609C-BE77-6A56-6452C35367DD}"/>
              </a:ext>
            </a:extLst>
          </p:cNvPr>
          <p:cNvSpPr txBox="1">
            <a:spLocks/>
          </p:cNvSpPr>
          <p:nvPr/>
        </p:nvSpPr>
        <p:spPr>
          <a:xfrm>
            <a:off x="652651" y="1559383"/>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Since normality is met for Rotational Speed during a Tool Wear Failure, let's check homogeneity</a:t>
            </a:r>
          </a:p>
          <a:p>
            <a:endParaRPr lang="en-US" sz="2000">
              <a:solidFill>
                <a:schemeClr val="tx2"/>
              </a:solidFill>
            </a:endParaRPr>
          </a:p>
          <a:p>
            <a:r>
              <a:rPr lang="en-US" sz="2000">
                <a:solidFill>
                  <a:schemeClr val="tx2"/>
                </a:solidFill>
              </a:rPr>
              <a:t> p-value = 0.7532 &gt; 5% that means homogeneity is met : variances are equal Thus we can run a T-Test</a:t>
            </a:r>
          </a:p>
          <a:p>
            <a:endParaRPr lang="en-US" sz="2000">
              <a:solidFill>
                <a:schemeClr val="tx2"/>
              </a:solidFill>
            </a:endParaRPr>
          </a:p>
          <a:p>
            <a:r>
              <a:rPr lang="en-US" sz="2000">
                <a:solidFill>
                  <a:schemeClr val="tx2"/>
                </a:solidFill>
              </a:rPr>
              <a:t>p-value = 0.7073 : there is no significant difference in Rotational Speed between  machines with and without Tool Wear Failure.</a:t>
            </a:r>
          </a:p>
          <a:p>
            <a:endParaRPr lang="en-US" sz="2000">
              <a:solidFill>
                <a:schemeClr val="tx2"/>
              </a:solidFill>
            </a:endParaRPr>
          </a:p>
        </p:txBody>
      </p:sp>
    </p:spTree>
    <p:extLst>
      <p:ext uri="{BB962C8B-B14F-4D97-AF65-F5344CB8AC3E}">
        <p14:creationId xmlns:p14="http://schemas.microsoft.com/office/powerpoint/2010/main" val="16317708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442">
          <a:extLst>
            <a:ext uri="{FF2B5EF4-FFF2-40B4-BE49-F238E27FC236}">
              <a16:creationId xmlns:a16="http://schemas.microsoft.com/office/drawing/2014/main" id="{EAD44DC7-9689-EDDD-8261-54C1C8799B06}"/>
            </a:ext>
          </a:extLst>
        </p:cNvPr>
        <p:cNvGrpSpPr/>
        <p:nvPr/>
      </p:nvGrpSpPr>
      <p:grpSpPr>
        <a:xfrm>
          <a:off x="0" y="0"/>
          <a:ext cx="0" cy="0"/>
          <a:chOff x="0" y="0"/>
          <a:chExt cx="0" cy="0"/>
        </a:xfrm>
      </p:grpSpPr>
      <p:sp>
        <p:nvSpPr>
          <p:cNvPr id="2447" name="Google Shape;2447;p47">
            <a:extLst>
              <a:ext uri="{FF2B5EF4-FFF2-40B4-BE49-F238E27FC236}">
                <a16:creationId xmlns:a16="http://schemas.microsoft.com/office/drawing/2014/main" id="{3408972F-925C-17B5-C8C8-B32BDA787AA0}"/>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51</a:t>
            </a:fld>
            <a:endParaRPr/>
          </a:p>
        </p:txBody>
      </p:sp>
      <p:sp>
        <p:nvSpPr>
          <p:cNvPr id="2448" name="Google Shape;2448;p47">
            <a:extLst>
              <a:ext uri="{FF2B5EF4-FFF2-40B4-BE49-F238E27FC236}">
                <a16:creationId xmlns:a16="http://schemas.microsoft.com/office/drawing/2014/main" id="{8DDD52B5-7844-EBA8-C8AF-D321277BFB09}"/>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t>Wilcoxon-Mann-Whitney Test for Rotational Speed by Machine Failure</a:t>
            </a:r>
          </a:p>
        </p:txBody>
      </p:sp>
      <p:sp>
        <p:nvSpPr>
          <p:cNvPr id="2" name="Google Shape;2448;p47">
            <a:extLst>
              <a:ext uri="{FF2B5EF4-FFF2-40B4-BE49-F238E27FC236}">
                <a16:creationId xmlns:a16="http://schemas.microsoft.com/office/drawing/2014/main" id="{4C670E43-930B-72EC-4C8D-39755810182C}"/>
              </a:ext>
            </a:extLst>
          </p:cNvPr>
          <p:cNvSpPr txBox="1">
            <a:spLocks/>
          </p:cNvSpPr>
          <p:nvPr/>
        </p:nvSpPr>
        <p:spPr>
          <a:xfrm>
            <a:off x="636886" y="1986638"/>
            <a:ext cx="77040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2700"/>
              <a:buFont typeface="Poppins Black"/>
              <a:buNone/>
              <a:defRPr sz="2700" b="0" i="0" u="none" strike="noStrike" cap="none">
                <a:solidFill>
                  <a:schemeClr val="accent4"/>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000">
                <a:solidFill>
                  <a:schemeClr val="tx2"/>
                </a:solidFill>
              </a:rPr>
              <a:t> p-value = 0.7059 &gt; 5% : this confirms there is no significant difference in Rotational  Speed between machines with and without Tool Wear Failure.</a:t>
            </a:r>
          </a:p>
        </p:txBody>
      </p:sp>
    </p:spTree>
    <p:extLst>
      <p:ext uri="{BB962C8B-B14F-4D97-AF65-F5344CB8AC3E}">
        <p14:creationId xmlns:p14="http://schemas.microsoft.com/office/powerpoint/2010/main" val="1692061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376">
          <a:extLst>
            <a:ext uri="{FF2B5EF4-FFF2-40B4-BE49-F238E27FC236}">
              <a16:creationId xmlns:a16="http://schemas.microsoft.com/office/drawing/2014/main" id="{5AD1131B-AAA2-69F8-0711-97A81A8B1CC4}"/>
            </a:ext>
          </a:extLst>
        </p:cNvPr>
        <p:cNvGrpSpPr/>
        <p:nvPr/>
      </p:nvGrpSpPr>
      <p:grpSpPr>
        <a:xfrm>
          <a:off x="0" y="0"/>
          <a:ext cx="0" cy="0"/>
          <a:chOff x="0" y="0"/>
          <a:chExt cx="0" cy="0"/>
        </a:xfrm>
      </p:grpSpPr>
      <p:sp>
        <p:nvSpPr>
          <p:cNvPr id="2377" name="Google Shape;2377;p45">
            <a:extLst>
              <a:ext uri="{FF2B5EF4-FFF2-40B4-BE49-F238E27FC236}">
                <a16:creationId xmlns:a16="http://schemas.microsoft.com/office/drawing/2014/main" id="{E091A4F3-C5F5-1B49-1BF7-68A7DDCBEF24}"/>
              </a:ext>
            </a:extLst>
          </p:cNvPr>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52</a:t>
            </a:fld>
            <a:endParaRPr/>
          </a:p>
        </p:txBody>
      </p:sp>
      <p:sp>
        <p:nvSpPr>
          <p:cNvPr id="2378" name="Google Shape;2378;p45">
            <a:extLst>
              <a:ext uri="{FF2B5EF4-FFF2-40B4-BE49-F238E27FC236}">
                <a16:creationId xmlns:a16="http://schemas.microsoft.com/office/drawing/2014/main" id="{D190519C-62C4-A27C-D781-8C443841FD65}"/>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Key Findings</a:t>
            </a:r>
            <a:endParaRPr/>
          </a:p>
        </p:txBody>
      </p:sp>
      <p:sp>
        <p:nvSpPr>
          <p:cNvPr id="2379" name="Google Shape;2379;p45">
            <a:extLst>
              <a:ext uri="{FF2B5EF4-FFF2-40B4-BE49-F238E27FC236}">
                <a16:creationId xmlns:a16="http://schemas.microsoft.com/office/drawing/2014/main" id="{8E094280-F95E-4892-E8EB-E013F8D3AE91}"/>
              </a:ext>
            </a:extLst>
          </p:cNvPr>
          <p:cNvSpPr txBox="1">
            <a:spLocks noGrp="1"/>
          </p:cNvSpPr>
          <p:nvPr>
            <p:ph type="body" idx="1"/>
          </p:nvPr>
        </p:nvSpPr>
        <p:spPr>
          <a:xfrm>
            <a:off x="907898" y="1332793"/>
            <a:ext cx="4372200" cy="285141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b="1">
                <a:solidFill>
                  <a:schemeClr val="lt2"/>
                </a:solidFill>
              </a:rPr>
              <a:t>Product Type significantly influences Machine Failure. </a:t>
            </a:r>
          </a:p>
          <a:p>
            <a:pPr marL="0" lvl="0" indent="0" algn="l" rtl="0">
              <a:spcBef>
                <a:spcPts val="0"/>
              </a:spcBef>
              <a:spcAft>
                <a:spcPts val="0"/>
              </a:spcAft>
              <a:buClr>
                <a:schemeClr val="dk1"/>
              </a:buClr>
              <a:buSzPts val="1100"/>
              <a:buFont typeface="Arial"/>
              <a:buNone/>
            </a:pPr>
            <a:r>
              <a:rPr lang="en-US" b="1">
                <a:solidFill>
                  <a:schemeClr val="lt2"/>
                </a:solidFill>
              </a:rPr>
              <a:t>Rotational Speed does not follow a normal distribution in any category, and non-parametric tests such a </a:t>
            </a:r>
            <a:r>
              <a:rPr lang="en-US" b="1" err="1">
                <a:solidFill>
                  <a:schemeClr val="lt2"/>
                </a:solidFill>
              </a:rPr>
              <a:t>kruskall</a:t>
            </a:r>
            <a:r>
              <a:rPr lang="en-US" b="1">
                <a:solidFill>
                  <a:schemeClr val="lt2"/>
                </a:solidFill>
              </a:rPr>
              <a:t> and </a:t>
            </a:r>
            <a:r>
              <a:rPr lang="en-US" b="1" err="1">
                <a:solidFill>
                  <a:schemeClr val="lt2"/>
                </a:solidFill>
              </a:rPr>
              <a:t>t_test</a:t>
            </a:r>
            <a:r>
              <a:rPr lang="en-US" b="1">
                <a:solidFill>
                  <a:schemeClr val="lt2"/>
                </a:solidFill>
              </a:rPr>
              <a:t> were used.</a:t>
            </a:r>
          </a:p>
          <a:p>
            <a:pPr marL="0" lvl="0" indent="0" algn="l" rtl="0">
              <a:spcBef>
                <a:spcPts val="0"/>
              </a:spcBef>
              <a:spcAft>
                <a:spcPts val="0"/>
              </a:spcAft>
              <a:buClr>
                <a:schemeClr val="dk1"/>
              </a:buClr>
              <a:buSzPts val="1100"/>
              <a:buFont typeface="Arial"/>
              <a:buNone/>
            </a:pPr>
            <a:r>
              <a:rPr lang="en-US" b="1">
                <a:solidFill>
                  <a:schemeClr val="lt2"/>
                </a:solidFill>
              </a:rPr>
              <a:t>Rotational Speed significantly differs between machines that failed vs. those that did not fail, but there is no significant difference in Rotational Speed based on Tool Wear Failure.</a:t>
            </a:r>
          </a:p>
        </p:txBody>
      </p:sp>
      <p:grpSp>
        <p:nvGrpSpPr>
          <p:cNvPr id="2380" name="Google Shape;2380;p45">
            <a:extLst>
              <a:ext uri="{FF2B5EF4-FFF2-40B4-BE49-F238E27FC236}">
                <a16:creationId xmlns:a16="http://schemas.microsoft.com/office/drawing/2014/main" id="{F1B1A6E9-C7A1-2F57-A053-617A3DE27282}"/>
              </a:ext>
            </a:extLst>
          </p:cNvPr>
          <p:cNvGrpSpPr/>
          <p:nvPr/>
        </p:nvGrpSpPr>
        <p:grpSpPr>
          <a:xfrm>
            <a:off x="6544742" y="1987886"/>
            <a:ext cx="1530341" cy="1510858"/>
            <a:chOff x="1422333" y="551900"/>
            <a:chExt cx="4651492" cy="4592275"/>
          </a:xfrm>
        </p:grpSpPr>
        <p:sp>
          <p:nvSpPr>
            <p:cNvPr id="2381" name="Google Shape;2381;p45">
              <a:extLst>
                <a:ext uri="{FF2B5EF4-FFF2-40B4-BE49-F238E27FC236}">
                  <a16:creationId xmlns:a16="http://schemas.microsoft.com/office/drawing/2014/main" id="{0C76CBF2-8C4E-1DF7-5AE2-EA540DFCEA0F}"/>
                </a:ext>
              </a:extLst>
            </p:cNvPr>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5">
              <a:extLst>
                <a:ext uri="{FF2B5EF4-FFF2-40B4-BE49-F238E27FC236}">
                  <a16:creationId xmlns:a16="http://schemas.microsoft.com/office/drawing/2014/main" id="{156C3B8B-EF7E-6078-52F4-1ECABD0ED995}"/>
                </a:ext>
              </a:extLst>
            </p:cNvPr>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5">
              <a:extLst>
                <a:ext uri="{FF2B5EF4-FFF2-40B4-BE49-F238E27FC236}">
                  <a16:creationId xmlns:a16="http://schemas.microsoft.com/office/drawing/2014/main" id="{1A9BAE00-B311-135C-D23F-444FB05B0B63}"/>
                </a:ext>
              </a:extLst>
            </p:cNvPr>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a:extLst>
                <a:ext uri="{FF2B5EF4-FFF2-40B4-BE49-F238E27FC236}">
                  <a16:creationId xmlns:a16="http://schemas.microsoft.com/office/drawing/2014/main" id="{289CFF46-F32A-7677-325A-B7F74362C026}"/>
                </a:ext>
              </a:extLst>
            </p:cNvPr>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5">
              <a:extLst>
                <a:ext uri="{FF2B5EF4-FFF2-40B4-BE49-F238E27FC236}">
                  <a16:creationId xmlns:a16="http://schemas.microsoft.com/office/drawing/2014/main" id="{79B2C9B1-7C0F-480D-0AE3-F116BF332EC6}"/>
                </a:ext>
              </a:extLst>
            </p:cNvPr>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5">
              <a:extLst>
                <a:ext uri="{FF2B5EF4-FFF2-40B4-BE49-F238E27FC236}">
                  <a16:creationId xmlns:a16="http://schemas.microsoft.com/office/drawing/2014/main" id="{53F79023-D67D-7D50-56D6-EBC40AFCEBE8}"/>
                </a:ext>
              </a:extLst>
            </p:cNvPr>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a:extLst>
                <a:ext uri="{FF2B5EF4-FFF2-40B4-BE49-F238E27FC236}">
                  <a16:creationId xmlns:a16="http://schemas.microsoft.com/office/drawing/2014/main" id="{A00D8FE2-1430-B1D8-1784-FFB027E03AAC}"/>
                </a:ext>
              </a:extLst>
            </p:cNvPr>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a:extLst>
                <a:ext uri="{FF2B5EF4-FFF2-40B4-BE49-F238E27FC236}">
                  <a16:creationId xmlns:a16="http://schemas.microsoft.com/office/drawing/2014/main" id="{91F28DD6-7BAA-68DF-DA5D-8EF7C7943A5B}"/>
                </a:ext>
              </a:extLst>
            </p:cNvPr>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5">
              <a:extLst>
                <a:ext uri="{FF2B5EF4-FFF2-40B4-BE49-F238E27FC236}">
                  <a16:creationId xmlns:a16="http://schemas.microsoft.com/office/drawing/2014/main" id="{5542FA9A-97E8-12CE-790B-37D2F1B7E1D3}"/>
                </a:ext>
              </a:extLst>
            </p:cNvPr>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5">
              <a:extLst>
                <a:ext uri="{FF2B5EF4-FFF2-40B4-BE49-F238E27FC236}">
                  <a16:creationId xmlns:a16="http://schemas.microsoft.com/office/drawing/2014/main" id="{10F52A1A-CE3E-1F29-DBB6-6D079FEF80C4}"/>
                </a:ext>
              </a:extLst>
            </p:cNvPr>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a:extLst>
                <a:ext uri="{FF2B5EF4-FFF2-40B4-BE49-F238E27FC236}">
                  <a16:creationId xmlns:a16="http://schemas.microsoft.com/office/drawing/2014/main" id="{B08CC45D-D62B-46E8-1CB7-82CF5F7A9CE1}"/>
                </a:ext>
              </a:extLst>
            </p:cNvPr>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a:extLst>
                <a:ext uri="{FF2B5EF4-FFF2-40B4-BE49-F238E27FC236}">
                  <a16:creationId xmlns:a16="http://schemas.microsoft.com/office/drawing/2014/main" id="{AE0FAC88-7CAA-2A21-7115-D374949C001A}"/>
                </a:ext>
              </a:extLst>
            </p:cNvPr>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5">
              <a:extLst>
                <a:ext uri="{FF2B5EF4-FFF2-40B4-BE49-F238E27FC236}">
                  <a16:creationId xmlns:a16="http://schemas.microsoft.com/office/drawing/2014/main" id="{F9124E77-DAF7-1B25-2382-3B71E122B3AF}"/>
                </a:ext>
              </a:extLst>
            </p:cNvPr>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5">
              <a:extLst>
                <a:ext uri="{FF2B5EF4-FFF2-40B4-BE49-F238E27FC236}">
                  <a16:creationId xmlns:a16="http://schemas.microsoft.com/office/drawing/2014/main" id="{1132FDC0-CF3F-4DDD-DDF5-C2F1BD3052E5}"/>
                </a:ext>
              </a:extLst>
            </p:cNvPr>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a:extLst>
                <a:ext uri="{FF2B5EF4-FFF2-40B4-BE49-F238E27FC236}">
                  <a16:creationId xmlns:a16="http://schemas.microsoft.com/office/drawing/2014/main" id="{A9C7E9C4-EA72-8CE0-52E7-633CB5DBBA0E}"/>
                </a:ext>
              </a:extLst>
            </p:cNvPr>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5">
              <a:extLst>
                <a:ext uri="{FF2B5EF4-FFF2-40B4-BE49-F238E27FC236}">
                  <a16:creationId xmlns:a16="http://schemas.microsoft.com/office/drawing/2014/main" id="{7637E9D4-C89E-D3D1-75A1-C1C7D4BD053A}"/>
                </a:ext>
              </a:extLst>
            </p:cNvPr>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a:extLst>
                <a:ext uri="{FF2B5EF4-FFF2-40B4-BE49-F238E27FC236}">
                  <a16:creationId xmlns:a16="http://schemas.microsoft.com/office/drawing/2014/main" id="{91EF9D29-ED70-7CED-7F94-EFFFE61B3DE5}"/>
                </a:ext>
              </a:extLst>
            </p:cNvPr>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5">
              <a:extLst>
                <a:ext uri="{FF2B5EF4-FFF2-40B4-BE49-F238E27FC236}">
                  <a16:creationId xmlns:a16="http://schemas.microsoft.com/office/drawing/2014/main" id="{CE0B99B9-DA4D-3BCE-0D96-D79803CD8080}"/>
                </a:ext>
              </a:extLst>
            </p:cNvPr>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5">
              <a:extLst>
                <a:ext uri="{FF2B5EF4-FFF2-40B4-BE49-F238E27FC236}">
                  <a16:creationId xmlns:a16="http://schemas.microsoft.com/office/drawing/2014/main" id="{2CD3AFB6-94DB-8D66-E620-1D1250216EFE}"/>
                </a:ext>
              </a:extLst>
            </p:cNvPr>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a:extLst>
                <a:ext uri="{FF2B5EF4-FFF2-40B4-BE49-F238E27FC236}">
                  <a16:creationId xmlns:a16="http://schemas.microsoft.com/office/drawing/2014/main" id="{F977E351-2FFC-C4ED-739A-D7E7BFF802A2}"/>
                </a:ext>
              </a:extLst>
            </p:cNvPr>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a:extLst>
                <a:ext uri="{FF2B5EF4-FFF2-40B4-BE49-F238E27FC236}">
                  <a16:creationId xmlns:a16="http://schemas.microsoft.com/office/drawing/2014/main" id="{0417AFFF-C1F2-AE30-2D4B-FFDA66DC927F}"/>
                </a:ext>
              </a:extLst>
            </p:cNvPr>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a:extLst>
                <a:ext uri="{FF2B5EF4-FFF2-40B4-BE49-F238E27FC236}">
                  <a16:creationId xmlns:a16="http://schemas.microsoft.com/office/drawing/2014/main" id="{8BA91EE6-20B7-B268-2255-8A3B3468A0A7}"/>
                </a:ext>
              </a:extLst>
            </p:cNvPr>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5">
              <a:extLst>
                <a:ext uri="{FF2B5EF4-FFF2-40B4-BE49-F238E27FC236}">
                  <a16:creationId xmlns:a16="http://schemas.microsoft.com/office/drawing/2014/main" id="{E40BBCD4-B64B-C017-61F7-611A15033B5F}"/>
                </a:ext>
              </a:extLst>
            </p:cNvPr>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5">
              <a:extLst>
                <a:ext uri="{FF2B5EF4-FFF2-40B4-BE49-F238E27FC236}">
                  <a16:creationId xmlns:a16="http://schemas.microsoft.com/office/drawing/2014/main" id="{02AD4CD2-F73E-C0E0-EA55-051F5DF98D87}"/>
                </a:ext>
              </a:extLst>
            </p:cNvPr>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a:extLst>
                <a:ext uri="{FF2B5EF4-FFF2-40B4-BE49-F238E27FC236}">
                  <a16:creationId xmlns:a16="http://schemas.microsoft.com/office/drawing/2014/main" id="{B74C979D-AC9A-5C14-9DE2-5977DFAA3FA6}"/>
                </a:ext>
              </a:extLst>
            </p:cNvPr>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a:extLst>
                <a:ext uri="{FF2B5EF4-FFF2-40B4-BE49-F238E27FC236}">
                  <a16:creationId xmlns:a16="http://schemas.microsoft.com/office/drawing/2014/main" id="{7705A78A-BA5C-4548-B87A-066845F1E423}"/>
                </a:ext>
              </a:extLst>
            </p:cNvPr>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5">
              <a:extLst>
                <a:ext uri="{FF2B5EF4-FFF2-40B4-BE49-F238E27FC236}">
                  <a16:creationId xmlns:a16="http://schemas.microsoft.com/office/drawing/2014/main" id="{08F2F308-1C32-7EC1-B323-25BEC0B9550C}"/>
                </a:ext>
              </a:extLst>
            </p:cNvPr>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5">
              <a:extLst>
                <a:ext uri="{FF2B5EF4-FFF2-40B4-BE49-F238E27FC236}">
                  <a16:creationId xmlns:a16="http://schemas.microsoft.com/office/drawing/2014/main" id="{0BAC7ACE-DF76-23A8-CBB2-315455397D9F}"/>
                </a:ext>
              </a:extLst>
            </p:cNvPr>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a:extLst>
                <a:ext uri="{FF2B5EF4-FFF2-40B4-BE49-F238E27FC236}">
                  <a16:creationId xmlns:a16="http://schemas.microsoft.com/office/drawing/2014/main" id="{1712AA54-6735-9053-D6AF-08825E3AA5EE}"/>
                </a:ext>
              </a:extLst>
            </p:cNvPr>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a:extLst>
                <a:ext uri="{FF2B5EF4-FFF2-40B4-BE49-F238E27FC236}">
                  <a16:creationId xmlns:a16="http://schemas.microsoft.com/office/drawing/2014/main" id="{B3A2908D-B528-B6F3-F6DF-870CD21FB39B}"/>
                </a:ext>
              </a:extLst>
            </p:cNvPr>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a:extLst>
                <a:ext uri="{FF2B5EF4-FFF2-40B4-BE49-F238E27FC236}">
                  <a16:creationId xmlns:a16="http://schemas.microsoft.com/office/drawing/2014/main" id="{37DE286A-9B5D-DE7E-EA12-3E942522C6D8}"/>
                </a:ext>
              </a:extLst>
            </p:cNvPr>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a:extLst>
                <a:ext uri="{FF2B5EF4-FFF2-40B4-BE49-F238E27FC236}">
                  <a16:creationId xmlns:a16="http://schemas.microsoft.com/office/drawing/2014/main" id="{93586CF5-5810-0E47-87E2-8A9E0EB9BBBD}"/>
                </a:ext>
              </a:extLst>
            </p:cNvPr>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a:extLst>
                <a:ext uri="{FF2B5EF4-FFF2-40B4-BE49-F238E27FC236}">
                  <a16:creationId xmlns:a16="http://schemas.microsoft.com/office/drawing/2014/main" id="{E1EF0791-9B9B-3E9A-DF2F-4079124E6076}"/>
                </a:ext>
              </a:extLst>
            </p:cNvPr>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a:extLst>
                <a:ext uri="{FF2B5EF4-FFF2-40B4-BE49-F238E27FC236}">
                  <a16:creationId xmlns:a16="http://schemas.microsoft.com/office/drawing/2014/main" id="{D5B9CC54-5AF1-3157-3FB4-F3DD7D9C6F7F}"/>
                </a:ext>
              </a:extLst>
            </p:cNvPr>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a:extLst>
                <a:ext uri="{FF2B5EF4-FFF2-40B4-BE49-F238E27FC236}">
                  <a16:creationId xmlns:a16="http://schemas.microsoft.com/office/drawing/2014/main" id="{CE1BBCB3-180F-8902-FDFE-29F4A4AE4110}"/>
                </a:ext>
              </a:extLst>
            </p:cNvPr>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a:extLst>
                <a:ext uri="{FF2B5EF4-FFF2-40B4-BE49-F238E27FC236}">
                  <a16:creationId xmlns:a16="http://schemas.microsoft.com/office/drawing/2014/main" id="{B6F1A014-FC7F-1914-90D7-69EEE51A433F}"/>
                </a:ext>
              </a:extLst>
            </p:cNvPr>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5">
              <a:extLst>
                <a:ext uri="{FF2B5EF4-FFF2-40B4-BE49-F238E27FC236}">
                  <a16:creationId xmlns:a16="http://schemas.microsoft.com/office/drawing/2014/main" id="{44475E99-BFA9-4C4B-799E-14D9711C4626}"/>
                </a:ext>
              </a:extLst>
            </p:cNvPr>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5">
              <a:extLst>
                <a:ext uri="{FF2B5EF4-FFF2-40B4-BE49-F238E27FC236}">
                  <a16:creationId xmlns:a16="http://schemas.microsoft.com/office/drawing/2014/main" id="{C0A6AE67-4C06-43B3-6CAE-420A98DC2925}"/>
                </a:ext>
              </a:extLst>
            </p:cNvPr>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a:extLst>
                <a:ext uri="{FF2B5EF4-FFF2-40B4-BE49-F238E27FC236}">
                  <a16:creationId xmlns:a16="http://schemas.microsoft.com/office/drawing/2014/main" id="{4D92DACE-B4A2-7D15-CE21-2469788AAD33}"/>
                </a:ext>
              </a:extLst>
            </p:cNvPr>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a:extLst>
                <a:ext uri="{FF2B5EF4-FFF2-40B4-BE49-F238E27FC236}">
                  <a16:creationId xmlns:a16="http://schemas.microsoft.com/office/drawing/2014/main" id="{8E9868FE-872F-809A-B80F-0221E7D60129}"/>
                </a:ext>
              </a:extLst>
            </p:cNvPr>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5096117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2615"/>
        <p:cNvGrpSpPr/>
        <p:nvPr/>
      </p:nvGrpSpPr>
      <p:grpSpPr>
        <a:xfrm>
          <a:off x="0" y="0"/>
          <a:ext cx="0" cy="0"/>
          <a:chOff x="0" y="0"/>
          <a:chExt cx="0" cy="0"/>
        </a:xfrm>
      </p:grpSpPr>
      <p:sp>
        <p:nvSpPr>
          <p:cNvPr id="2616" name="Google Shape;2616;p50"/>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6000"/>
              <a:t>Conclusions</a:t>
            </a:r>
          </a:p>
        </p:txBody>
      </p:sp>
      <p:sp>
        <p:nvSpPr>
          <p:cNvPr id="2617" name="Google Shape;2617;p5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53</a:t>
            </a:fld>
            <a:endParaRPr/>
          </a:p>
        </p:txBody>
      </p:sp>
      <p:grpSp>
        <p:nvGrpSpPr>
          <p:cNvPr id="2618" name="Google Shape;2618;p50"/>
          <p:cNvGrpSpPr/>
          <p:nvPr/>
        </p:nvGrpSpPr>
        <p:grpSpPr>
          <a:xfrm rot="-7805300">
            <a:off x="7098342" y="111758"/>
            <a:ext cx="2395072" cy="2055950"/>
            <a:chOff x="-202347" y="2663068"/>
            <a:chExt cx="3183384" cy="2732643"/>
          </a:xfrm>
        </p:grpSpPr>
        <p:sp>
          <p:nvSpPr>
            <p:cNvPr id="2619" name="Google Shape;2619;p50"/>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0"/>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0"/>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0"/>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0"/>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0"/>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0"/>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0"/>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0"/>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0"/>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0"/>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0"/>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0"/>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0"/>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0"/>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0"/>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 name="Google Shape;2635;p50"/>
          <p:cNvGrpSpPr/>
          <p:nvPr/>
        </p:nvGrpSpPr>
        <p:grpSpPr>
          <a:xfrm>
            <a:off x="-147792" y="2904913"/>
            <a:ext cx="2694417" cy="2312909"/>
            <a:chOff x="-202347" y="2663068"/>
            <a:chExt cx="3183384" cy="2732643"/>
          </a:xfrm>
        </p:grpSpPr>
        <p:sp>
          <p:nvSpPr>
            <p:cNvPr id="2636" name="Google Shape;2636;p50"/>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0"/>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0"/>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0"/>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0"/>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0"/>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0"/>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0"/>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0"/>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0"/>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0"/>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0"/>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0"/>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0"/>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0"/>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0"/>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655"/>
        <p:cNvGrpSpPr/>
        <p:nvPr/>
      </p:nvGrpSpPr>
      <p:grpSpPr>
        <a:xfrm>
          <a:off x="0" y="0"/>
          <a:ext cx="0" cy="0"/>
          <a:chOff x="0" y="0"/>
          <a:chExt cx="0" cy="0"/>
        </a:xfrm>
      </p:grpSpPr>
      <p:sp>
        <p:nvSpPr>
          <p:cNvPr id="2656" name="Google Shape;2656;p51"/>
          <p:cNvSpPr txBox="1">
            <a:spLocks noGrp="1"/>
          </p:cNvSpPr>
          <p:nvPr>
            <p:ph type="title"/>
          </p:nvPr>
        </p:nvSpPr>
        <p:spPr>
          <a:xfrm>
            <a:off x="2290050" y="3011700"/>
            <a:ext cx="4563900" cy="531900"/>
          </a:xfrm>
          <a:prstGeom prst="rect">
            <a:avLst/>
          </a:prstGeom>
        </p:spPr>
        <p:txBody>
          <a:bodyPr spcFirstLastPara="1" wrap="square" lIns="91425" tIns="91425" rIns="91425" bIns="91425" anchor="t" anchorCtr="0">
            <a:noAutofit/>
          </a:bodyPr>
          <a:lstStyle/>
          <a:p>
            <a:pPr marL="457200" lvl="0" indent="0" algn="ctr" rtl="0">
              <a:spcBef>
                <a:spcPts val="0"/>
              </a:spcBef>
              <a:spcAft>
                <a:spcPts val="0"/>
              </a:spcAft>
              <a:buNone/>
            </a:pPr>
            <a:r>
              <a:rPr lang="en"/>
              <a:t>—Someone Famous</a:t>
            </a:r>
            <a:endParaRPr/>
          </a:p>
        </p:txBody>
      </p:sp>
      <p:sp>
        <p:nvSpPr>
          <p:cNvPr id="2657" name="Google Shape;2657;p51"/>
          <p:cNvSpPr txBox="1">
            <a:spLocks noGrp="1"/>
          </p:cNvSpPr>
          <p:nvPr>
            <p:ph type="subTitle" idx="1"/>
          </p:nvPr>
        </p:nvSpPr>
        <p:spPr>
          <a:xfrm>
            <a:off x="1458150" y="1402400"/>
            <a:ext cx="6227700" cy="147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that can inspire the reader.”</a:t>
            </a:r>
            <a:endParaRPr/>
          </a:p>
        </p:txBody>
      </p:sp>
      <p:sp>
        <p:nvSpPr>
          <p:cNvPr id="2658" name="Google Shape;2658;p5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54</a:t>
            </a:fld>
            <a:endParaRPr/>
          </a:p>
        </p:txBody>
      </p:sp>
      <p:grpSp>
        <p:nvGrpSpPr>
          <p:cNvPr id="2659" name="Google Shape;2659;p51"/>
          <p:cNvGrpSpPr/>
          <p:nvPr/>
        </p:nvGrpSpPr>
        <p:grpSpPr>
          <a:xfrm rot="-642238">
            <a:off x="275724" y="3598807"/>
            <a:ext cx="1587432" cy="1149393"/>
            <a:chOff x="5637718" y="2912097"/>
            <a:chExt cx="892647" cy="646478"/>
          </a:xfrm>
        </p:grpSpPr>
        <p:sp>
          <p:nvSpPr>
            <p:cNvPr id="2660" name="Google Shape;2660;p51"/>
            <p:cNvSpPr/>
            <p:nvPr/>
          </p:nvSpPr>
          <p:spPr>
            <a:xfrm>
              <a:off x="5712000" y="2912097"/>
              <a:ext cx="23770" cy="605897"/>
            </a:xfrm>
            <a:custGeom>
              <a:avLst/>
              <a:gdLst/>
              <a:ahLst/>
              <a:cxnLst/>
              <a:rect l="l" t="t" r="r" b="b"/>
              <a:pathLst>
                <a:path w="584" h="14886" extrusionOk="0">
                  <a:moveTo>
                    <a:pt x="1" y="0"/>
                  </a:moveTo>
                  <a:lnTo>
                    <a:pt x="1" y="14886"/>
                  </a:lnTo>
                  <a:lnTo>
                    <a:pt x="583" y="14886"/>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1"/>
            <p:cNvSpPr/>
            <p:nvPr/>
          </p:nvSpPr>
          <p:spPr>
            <a:xfrm>
              <a:off x="6176578" y="2930413"/>
              <a:ext cx="11437" cy="430755"/>
            </a:xfrm>
            <a:custGeom>
              <a:avLst/>
              <a:gdLst/>
              <a:ahLst/>
              <a:cxnLst/>
              <a:rect l="l" t="t" r="r" b="b"/>
              <a:pathLst>
                <a:path w="281" h="10583" extrusionOk="0">
                  <a:moveTo>
                    <a:pt x="140" y="1"/>
                  </a:moveTo>
                  <a:cubicBezTo>
                    <a:pt x="70" y="1"/>
                    <a:pt x="0" y="48"/>
                    <a:pt x="0" y="144"/>
                  </a:cubicBezTo>
                  <a:lnTo>
                    <a:pt x="0" y="10448"/>
                  </a:lnTo>
                  <a:cubicBezTo>
                    <a:pt x="0" y="10527"/>
                    <a:pt x="67" y="10583"/>
                    <a:pt x="146"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1"/>
            <p:cNvSpPr/>
            <p:nvPr/>
          </p:nvSpPr>
          <p:spPr>
            <a:xfrm>
              <a:off x="5747126" y="3298038"/>
              <a:ext cx="126300" cy="114822"/>
            </a:xfrm>
            <a:custGeom>
              <a:avLst/>
              <a:gdLst/>
              <a:ahLst/>
              <a:cxnLst/>
              <a:rect l="l" t="t" r="r" b="b"/>
              <a:pathLst>
                <a:path w="3103" h="2821" extrusionOk="0">
                  <a:moveTo>
                    <a:pt x="1555" y="0"/>
                  </a:moveTo>
                  <a:cubicBezTo>
                    <a:pt x="913" y="0"/>
                    <a:pt x="333" y="438"/>
                    <a:pt x="179" y="1080"/>
                  </a:cubicBezTo>
                  <a:cubicBezTo>
                    <a:pt x="0" y="1842"/>
                    <a:pt x="471" y="2603"/>
                    <a:pt x="1232" y="2783"/>
                  </a:cubicBezTo>
                  <a:cubicBezTo>
                    <a:pt x="1342" y="2808"/>
                    <a:pt x="1451" y="2821"/>
                    <a:pt x="1559" y="2821"/>
                  </a:cubicBezTo>
                  <a:cubicBezTo>
                    <a:pt x="2201" y="2821"/>
                    <a:pt x="2781" y="2382"/>
                    <a:pt x="2935" y="1730"/>
                  </a:cubicBezTo>
                  <a:cubicBezTo>
                    <a:pt x="3103" y="968"/>
                    <a:pt x="2632" y="206"/>
                    <a:pt x="1882" y="38"/>
                  </a:cubicBezTo>
                  <a:cubicBezTo>
                    <a:pt x="1772" y="13"/>
                    <a:pt x="1663" y="0"/>
                    <a:pt x="15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1"/>
            <p:cNvSpPr/>
            <p:nvPr/>
          </p:nvSpPr>
          <p:spPr>
            <a:xfrm>
              <a:off x="5871106" y="3297875"/>
              <a:ext cx="129963" cy="115147"/>
            </a:xfrm>
            <a:custGeom>
              <a:avLst/>
              <a:gdLst/>
              <a:ahLst/>
              <a:cxnLst/>
              <a:rect l="l" t="t" r="r" b="b"/>
              <a:pathLst>
                <a:path w="3193" h="2829" extrusionOk="0">
                  <a:moveTo>
                    <a:pt x="1595" y="1"/>
                  </a:moveTo>
                  <a:cubicBezTo>
                    <a:pt x="1292" y="1"/>
                    <a:pt x="987" y="98"/>
                    <a:pt x="729" y="300"/>
                  </a:cubicBezTo>
                  <a:cubicBezTo>
                    <a:pt x="113" y="782"/>
                    <a:pt x="1" y="1678"/>
                    <a:pt x="482" y="2283"/>
                  </a:cubicBezTo>
                  <a:cubicBezTo>
                    <a:pt x="762" y="2641"/>
                    <a:pt x="1182" y="2828"/>
                    <a:pt x="1606" y="2828"/>
                  </a:cubicBezTo>
                  <a:cubicBezTo>
                    <a:pt x="1911" y="2828"/>
                    <a:pt x="2218" y="2731"/>
                    <a:pt x="2476" y="2529"/>
                  </a:cubicBezTo>
                  <a:cubicBezTo>
                    <a:pt x="3081" y="2047"/>
                    <a:pt x="3193" y="1151"/>
                    <a:pt x="2711" y="546"/>
                  </a:cubicBezTo>
                  <a:cubicBezTo>
                    <a:pt x="2431" y="189"/>
                    <a:pt x="2015" y="1"/>
                    <a:pt x="15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1"/>
            <p:cNvSpPr/>
            <p:nvPr/>
          </p:nvSpPr>
          <p:spPr>
            <a:xfrm>
              <a:off x="5995127" y="3297998"/>
              <a:ext cx="126300" cy="115025"/>
            </a:xfrm>
            <a:custGeom>
              <a:avLst/>
              <a:gdLst/>
              <a:ahLst/>
              <a:cxnLst/>
              <a:rect l="l" t="t" r="r" b="b"/>
              <a:pathLst>
                <a:path w="3103" h="2826" extrusionOk="0">
                  <a:moveTo>
                    <a:pt x="1557" y="0"/>
                  </a:moveTo>
                  <a:cubicBezTo>
                    <a:pt x="1196" y="0"/>
                    <a:pt x="835" y="140"/>
                    <a:pt x="560" y="420"/>
                  </a:cubicBezTo>
                  <a:cubicBezTo>
                    <a:pt x="0" y="969"/>
                    <a:pt x="0" y="1865"/>
                    <a:pt x="560" y="2414"/>
                  </a:cubicBezTo>
                  <a:cubicBezTo>
                    <a:pt x="835" y="2688"/>
                    <a:pt x="1196" y="2826"/>
                    <a:pt x="1557" y="2826"/>
                  </a:cubicBezTo>
                  <a:cubicBezTo>
                    <a:pt x="1918" y="2826"/>
                    <a:pt x="2280" y="2688"/>
                    <a:pt x="2554" y="2414"/>
                  </a:cubicBezTo>
                  <a:cubicBezTo>
                    <a:pt x="3103" y="1865"/>
                    <a:pt x="3103" y="969"/>
                    <a:pt x="2554" y="420"/>
                  </a:cubicBezTo>
                  <a:cubicBezTo>
                    <a:pt x="2280" y="140"/>
                    <a:pt x="1918" y="0"/>
                    <a:pt x="15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1"/>
            <p:cNvSpPr/>
            <p:nvPr/>
          </p:nvSpPr>
          <p:spPr>
            <a:xfrm>
              <a:off x="6119595" y="3297998"/>
              <a:ext cx="126300" cy="115025"/>
            </a:xfrm>
            <a:custGeom>
              <a:avLst/>
              <a:gdLst/>
              <a:ahLst/>
              <a:cxnLst/>
              <a:rect l="l" t="t" r="r" b="b"/>
              <a:pathLst>
                <a:path w="3103" h="2826" extrusionOk="0">
                  <a:moveTo>
                    <a:pt x="1551" y="0"/>
                  </a:moveTo>
                  <a:cubicBezTo>
                    <a:pt x="1190" y="0"/>
                    <a:pt x="829" y="140"/>
                    <a:pt x="549" y="420"/>
                  </a:cubicBezTo>
                  <a:cubicBezTo>
                    <a:pt x="0" y="969"/>
                    <a:pt x="0" y="1865"/>
                    <a:pt x="549" y="2414"/>
                  </a:cubicBezTo>
                  <a:cubicBezTo>
                    <a:pt x="829" y="2688"/>
                    <a:pt x="1190" y="2826"/>
                    <a:pt x="1551" y="2826"/>
                  </a:cubicBezTo>
                  <a:cubicBezTo>
                    <a:pt x="1913" y="2826"/>
                    <a:pt x="2274" y="2688"/>
                    <a:pt x="2554" y="2414"/>
                  </a:cubicBezTo>
                  <a:cubicBezTo>
                    <a:pt x="3103" y="1865"/>
                    <a:pt x="3103" y="969"/>
                    <a:pt x="2554" y="420"/>
                  </a:cubicBezTo>
                  <a:cubicBezTo>
                    <a:pt x="2274" y="140"/>
                    <a:pt x="1913" y="0"/>
                    <a:pt x="1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1"/>
            <p:cNvSpPr/>
            <p:nvPr/>
          </p:nvSpPr>
          <p:spPr>
            <a:xfrm>
              <a:off x="6403617" y="3216430"/>
              <a:ext cx="126300" cy="114862"/>
            </a:xfrm>
            <a:custGeom>
              <a:avLst/>
              <a:gdLst/>
              <a:ahLst/>
              <a:cxnLst/>
              <a:rect l="l" t="t" r="r" b="b"/>
              <a:pathLst>
                <a:path w="3103" h="2822" extrusionOk="0">
                  <a:moveTo>
                    <a:pt x="1555" y="1"/>
                  </a:moveTo>
                  <a:cubicBezTo>
                    <a:pt x="913" y="1"/>
                    <a:pt x="333" y="439"/>
                    <a:pt x="179" y="1091"/>
                  </a:cubicBezTo>
                  <a:cubicBezTo>
                    <a:pt x="0" y="1853"/>
                    <a:pt x="471" y="2603"/>
                    <a:pt x="1232" y="2783"/>
                  </a:cubicBezTo>
                  <a:cubicBezTo>
                    <a:pt x="1343" y="2809"/>
                    <a:pt x="1454" y="2821"/>
                    <a:pt x="1563" y="2821"/>
                  </a:cubicBezTo>
                  <a:cubicBezTo>
                    <a:pt x="2201" y="2821"/>
                    <a:pt x="2770" y="2392"/>
                    <a:pt x="2923" y="1741"/>
                  </a:cubicBezTo>
                  <a:cubicBezTo>
                    <a:pt x="3103" y="979"/>
                    <a:pt x="2632" y="218"/>
                    <a:pt x="1882" y="39"/>
                  </a:cubicBezTo>
                  <a:cubicBezTo>
                    <a:pt x="1772" y="13"/>
                    <a:pt x="1663"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1"/>
            <p:cNvSpPr/>
            <p:nvPr/>
          </p:nvSpPr>
          <p:spPr>
            <a:xfrm>
              <a:off x="6363036" y="2912097"/>
              <a:ext cx="23730" cy="606345"/>
            </a:xfrm>
            <a:custGeom>
              <a:avLst/>
              <a:gdLst/>
              <a:ahLst/>
              <a:cxnLst/>
              <a:rect l="l" t="t" r="r" b="b"/>
              <a:pathLst>
                <a:path w="583" h="14897" extrusionOk="0">
                  <a:moveTo>
                    <a:pt x="0" y="0"/>
                  </a:moveTo>
                  <a:lnTo>
                    <a:pt x="0" y="14897"/>
                  </a:lnTo>
                  <a:lnTo>
                    <a:pt x="583" y="14897"/>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1"/>
            <p:cNvSpPr/>
            <p:nvPr/>
          </p:nvSpPr>
          <p:spPr>
            <a:xfrm>
              <a:off x="5658680" y="3460970"/>
              <a:ext cx="771842" cy="81201"/>
            </a:xfrm>
            <a:custGeom>
              <a:avLst/>
              <a:gdLst/>
              <a:ahLst/>
              <a:cxnLst/>
              <a:rect l="l" t="t" r="r" b="b"/>
              <a:pathLst>
                <a:path w="18963" h="1995" extrusionOk="0">
                  <a:moveTo>
                    <a:pt x="0" y="0"/>
                  </a:moveTo>
                  <a:lnTo>
                    <a:pt x="0" y="1994"/>
                  </a:lnTo>
                  <a:lnTo>
                    <a:pt x="18963" y="1994"/>
                  </a:lnTo>
                  <a:lnTo>
                    <a:pt x="189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1"/>
            <p:cNvSpPr/>
            <p:nvPr/>
          </p:nvSpPr>
          <p:spPr>
            <a:xfrm>
              <a:off x="5637718" y="3477373"/>
              <a:ext cx="771842" cy="81201"/>
            </a:xfrm>
            <a:custGeom>
              <a:avLst/>
              <a:gdLst/>
              <a:ahLst/>
              <a:cxnLst/>
              <a:rect l="l" t="t" r="r" b="b"/>
              <a:pathLst>
                <a:path w="18963" h="1995" extrusionOk="0">
                  <a:moveTo>
                    <a:pt x="0" y="1"/>
                  </a:moveTo>
                  <a:lnTo>
                    <a:pt x="0" y="1994"/>
                  </a:lnTo>
                  <a:lnTo>
                    <a:pt x="18963" y="1994"/>
                  </a:lnTo>
                  <a:lnTo>
                    <a:pt x="189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1"/>
            <p:cNvSpPr/>
            <p:nvPr/>
          </p:nvSpPr>
          <p:spPr>
            <a:xfrm>
              <a:off x="5805005"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1"/>
            <p:cNvSpPr/>
            <p:nvPr/>
          </p:nvSpPr>
          <p:spPr>
            <a:xfrm>
              <a:off x="5929026" y="2930413"/>
              <a:ext cx="11437" cy="430755"/>
            </a:xfrm>
            <a:custGeom>
              <a:avLst/>
              <a:gdLst/>
              <a:ahLst/>
              <a:cxnLst/>
              <a:rect l="l" t="t" r="r" b="b"/>
              <a:pathLst>
                <a:path w="281" h="10583" extrusionOk="0">
                  <a:moveTo>
                    <a:pt x="140" y="1"/>
                  </a:moveTo>
                  <a:cubicBezTo>
                    <a:pt x="70" y="1"/>
                    <a:pt x="0" y="48"/>
                    <a:pt x="0" y="144"/>
                  </a:cubicBezTo>
                  <a:lnTo>
                    <a:pt x="0" y="10448"/>
                  </a:lnTo>
                  <a:cubicBezTo>
                    <a:pt x="0" y="10527"/>
                    <a:pt x="56" y="10583"/>
                    <a:pt x="135"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1"/>
            <p:cNvSpPr/>
            <p:nvPr/>
          </p:nvSpPr>
          <p:spPr>
            <a:xfrm>
              <a:off x="6052558"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1"/>
            <p:cNvSpPr/>
            <p:nvPr/>
          </p:nvSpPr>
          <p:spPr>
            <a:xfrm>
              <a:off x="6299215" y="2930902"/>
              <a:ext cx="174614" cy="349105"/>
            </a:xfrm>
            <a:custGeom>
              <a:avLst/>
              <a:gdLst/>
              <a:ahLst/>
              <a:cxnLst/>
              <a:rect l="l" t="t" r="r" b="b"/>
              <a:pathLst>
                <a:path w="4290" h="8577" extrusionOk="0">
                  <a:moveTo>
                    <a:pt x="175" y="0"/>
                  </a:moveTo>
                  <a:cubicBezTo>
                    <a:pt x="88" y="0"/>
                    <a:pt x="1" y="84"/>
                    <a:pt x="45" y="188"/>
                  </a:cubicBezTo>
                  <a:lnTo>
                    <a:pt x="3999" y="8487"/>
                  </a:lnTo>
                  <a:cubicBezTo>
                    <a:pt x="4021" y="8543"/>
                    <a:pt x="4066" y="8566"/>
                    <a:pt x="4122" y="8577"/>
                  </a:cubicBezTo>
                  <a:cubicBezTo>
                    <a:pt x="4144" y="8577"/>
                    <a:pt x="4167" y="8566"/>
                    <a:pt x="4189" y="8554"/>
                  </a:cubicBezTo>
                  <a:cubicBezTo>
                    <a:pt x="4256" y="8521"/>
                    <a:pt x="4290" y="8442"/>
                    <a:pt x="4256" y="8375"/>
                  </a:cubicBezTo>
                  <a:lnTo>
                    <a:pt x="291" y="76"/>
                  </a:lnTo>
                  <a:cubicBezTo>
                    <a:pt x="265" y="22"/>
                    <a:pt x="220"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1"/>
            <p:cNvSpPr/>
            <p:nvPr/>
          </p:nvSpPr>
          <p:spPr>
            <a:xfrm>
              <a:off x="5737520" y="3314523"/>
              <a:ext cx="131347" cy="115147"/>
            </a:xfrm>
            <a:custGeom>
              <a:avLst/>
              <a:gdLst/>
              <a:ahLst/>
              <a:cxnLst/>
              <a:rect l="l" t="t" r="r" b="b"/>
              <a:pathLst>
                <a:path w="3227" h="2829" extrusionOk="0">
                  <a:moveTo>
                    <a:pt x="1616" y="0"/>
                  </a:moveTo>
                  <a:cubicBezTo>
                    <a:pt x="1145" y="0"/>
                    <a:pt x="684" y="236"/>
                    <a:pt x="415" y="664"/>
                  </a:cubicBezTo>
                  <a:cubicBezTo>
                    <a:pt x="1" y="1325"/>
                    <a:pt x="203" y="2198"/>
                    <a:pt x="863" y="2613"/>
                  </a:cubicBezTo>
                  <a:cubicBezTo>
                    <a:pt x="1096" y="2759"/>
                    <a:pt x="1355" y="2828"/>
                    <a:pt x="1611" y="2828"/>
                  </a:cubicBezTo>
                  <a:cubicBezTo>
                    <a:pt x="2083" y="2828"/>
                    <a:pt x="2544" y="2593"/>
                    <a:pt x="2812" y="2165"/>
                  </a:cubicBezTo>
                  <a:cubicBezTo>
                    <a:pt x="3227" y="1504"/>
                    <a:pt x="3025" y="630"/>
                    <a:pt x="2364" y="216"/>
                  </a:cubicBezTo>
                  <a:cubicBezTo>
                    <a:pt x="2132" y="70"/>
                    <a:pt x="1873" y="0"/>
                    <a:pt x="1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1"/>
            <p:cNvSpPr/>
            <p:nvPr/>
          </p:nvSpPr>
          <p:spPr>
            <a:xfrm>
              <a:off x="5865204" y="3315174"/>
              <a:ext cx="128131" cy="114985"/>
            </a:xfrm>
            <a:custGeom>
              <a:avLst/>
              <a:gdLst/>
              <a:ahLst/>
              <a:cxnLst/>
              <a:rect l="l" t="t" r="r" b="b"/>
              <a:pathLst>
                <a:path w="3148" h="2825" extrusionOk="0">
                  <a:moveTo>
                    <a:pt x="1567" y="1"/>
                  </a:moveTo>
                  <a:cubicBezTo>
                    <a:pt x="966" y="1"/>
                    <a:pt x="406" y="396"/>
                    <a:pt x="224" y="1006"/>
                  </a:cubicBezTo>
                  <a:cubicBezTo>
                    <a:pt x="0" y="1746"/>
                    <a:pt x="415" y="2541"/>
                    <a:pt x="1165" y="2765"/>
                  </a:cubicBezTo>
                  <a:cubicBezTo>
                    <a:pt x="1301" y="2805"/>
                    <a:pt x="1438" y="2825"/>
                    <a:pt x="1572" y="2825"/>
                  </a:cubicBezTo>
                  <a:cubicBezTo>
                    <a:pt x="2181" y="2825"/>
                    <a:pt x="2740" y="2429"/>
                    <a:pt x="2924" y="1824"/>
                  </a:cubicBezTo>
                  <a:cubicBezTo>
                    <a:pt x="3148" y="1074"/>
                    <a:pt x="2733" y="289"/>
                    <a:pt x="1983" y="65"/>
                  </a:cubicBezTo>
                  <a:cubicBezTo>
                    <a:pt x="1845" y="22"/>
                    <a:pt x="1704" y="1"/>
                    <a:pt x="1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1"/>
            <p:cNvSpPr/>
            <p:nvPr/>
          </p:nvSpPr>
          <p:spPr>
            <a:xfrm>
              <a:off x="5987352" y="3314441"/>
              <a:ext cx="126788" cy="115310"/>
            </a:xfrm>
            <a:custGeom>
              <a:avLst/>
              <a:gdLst/>
              <a:ahLst/>
              <a:cxnLst/>
              <a:rect l="l" t="t" r="r" b="b"/>
              <a:pathLst>
                <a:path w="3115" h="2833" extrusionOk="0">
                  <a:moveTo>
                    <a:pt x="1556" y="1"/>
                  </a:moveTo>
                  <a:cubicBezTo>
                    <a:pt x="914" y="1"/>
                    <a:pt x="334" y="439"/>
                    <a:pt x="180" y="1092"/>
                  </a:cubicBezTo>
                  <a:cubicBezTo>
                    <a:pt x="1" y="1853"/>
                    <a:pt x="471" y="2615"/>
                    <a:pt x="1233" y="2794"/>
                  </a:cubicBezTo>
                  <a:cubicBezTo>
                    <a:pt x="1342" y="2820"/>
                    <a:pt x="1452" y="2832"/>
                    <a:pt x="1559" y="2832"/>
                  </a:cubicBezTo>
                  <a:cubicBezTo>
                    <a:pt x="2201" y="2832"/>
                    <a:pt x="2782" y="2393"/>
                    <a:pt x="2935" y="1741"/>
                  </a:cubicBezTo>
                  <a:cubicBezTo>
                    <a:pt x="3115" y="980"/>
                    <a:pt x="2644" y="218"/>
                    <a:pt x="1883" y="39"/>
                  </a:cubicBezTo>
                  <a:cubicBezTo>
                    <a:pt x="1773" y="13"/>
                    <a:pt x="1664"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1"/>
            <p:cNvSpPr/>
            <p:nvPr/>
          </p:nvSpPr>
          <p:spPr>
            <a:xfrm>
              <a:off x="6111821" y="3314889"/>
              <a:ext cx="126788" cy="114862"/>
            </a:xfrm>
            <a:custGeom>
              <a:avLst/>
              <a:gdLst/>
              <a:ahLst/>
              <a:cxnLst/>
              <a:rect l="l" t="t" r="r" b="b"/>
              <a:pathLst>
                <a:path w="3115" h="2822" extrusionOk="0">
                  <a:moveTo>
                    <a:pt x="1556" y="1"/>
                  </a:moveTo>
                  <a:cubicBezTo>
                    <a:pt x="914" y="1"/>
                    <a:pt x="333" y="438"/>
                    <a:pt x="180" y="1081"/>
                  </a:cubicBezTo>
                  <a:cubicBezTo>
                    <a:pt x="1" y="1842"/>
                    <a:pt x="471" y="2604"/>
                    <a:pt x="1233" y="2783"/>
                  </a:cubicBezTo>
                  <a:cubicBezTo>
                    <a:pt x="1342" y="2809"/>
                    <a:pt x="1452" y="2821"/>
                    <a:pt x="1559" y="2821"/>
                  </a:cubicBezTo>
                  <a:cubicBezTo>
                    <a:pt x="2201" y="2821"/>
                    <a:pt x="2782" y="2382"/>
                    <a:pt x="2935" y="1730"/>
                  </a:cubicBezTo>
                  <a:cubicBezTo>
                    <a:pt x="3114" y="969"/>
                    <a:pt x="2644" y="218"/>
                    <a:pt x="1882" y="39"/>
                  </a:cubicBezTo>
                  <a:cubicBezTo>
                    <a:pt x="1773" y="13"/>
                    <a:pt x="1663"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1"/>
            <p:cNvSpPr/>
            <p:nvPr/>
          </p:nvSpPr>
          <p:spPr>
            <a:xfrm>
              <a:off x="6396290" y="3233281"/>
              <a:ext cx="126341" cy="114862"/>
            </a:xfrm>
            <a:custGeom>
              <a:avLst/>
              <a:gdLst/>
              <a:ahLst/>
              <a:cxnLst/>
              <a:rect l="l" t="t" r="r" b="b"/>
              <a:pathLst>
                <a:path w="3104" h="2822" extrusionOk="0">
                  <a:moveTo>
                    <a:pt x="1549" y="1"/>
                  </a:moveTo>
                  <a:cubicBezTo>
                    <a:pt x="914" y="1"/>
                    <a:pt x="334" y="440"/>
                    <a:pt x="180" y="1092"/>
                  </a:cubicBezTo>
                  <a:cubicBezTo>
                    <a:pt x="1" y="1842"/>
                    <a:pt x="471" y="2604"/>
                    <a:pt x="1222" y="2783"/>
                  </a:cubicBezTo>
                  <a:cubicBezTo>
                    <a:pt x="1331" y="2809"/>
                    <a:pt x="1441" y="2821"/>
                    <a:pt x="1548" y="2821"/>
                  </a:cubicBezTo>
                  <a:cubicBezTo>
                    <a:pt x="2190" y="2821"/>
                    <a:pt x="2771" y="2383"/>
                    <a:pt x="2924" y="1730"/>
                  </a:cubicBezTo>
                  <a:cubicBezTo>
                    <a:pt x="3103" y="980"/>
                    <a:pt x="2633" y="218"/>
                    <a:pt x="1871" y="39"/>
                  </a:cubicBezTo>
                  <a:cubicBezTo>
                    <a:pt x="1764" y="13"/>
                    <a:pt x="1656" y="1"/>
                    <a:pt x="1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1"/>
            <p:cNvSpPr/>
            <p:nvPr/>
          </p:nvSpPr>
          <p:spPr>
            <a:xfrm>
              <a:off x="5687375" y="2912097"/>
              <a:ext cx="722184" cy="48355"/>
            </a:xfrm>
            <a:custGeom>
              <a:avLst/>
              <a:gdLst/>
              <a:ahLst/>
              <a:cxnLst/>
              <a:rect l="l" t="t" r="r" b="b"/>
              <a:pathLst>
                <a:path w="17743" h="1188" extrusionOk="0">
                  <a:moveTo>
                    <a:pt x="1" y="0"/>
                  </a:moveTo>
                  <a:lnTo>
                    <a:pt x="1" y="1187"/>
                  </a:lnTo>
                  <a:lnTo>
                    <a:pt x="17743" y="1187"/>
                  </a:lnTo>
                  <a:lnTo>
                    <a:pt x="177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1"/>
            <p:cNvSpPr/>
            <p:nvPr/>
          </p:nvSpPr>
          <p:spPr>
            <a:xfrm>
              <a:off x="5653185" y="3455516"/>
              <a:ext cx="782831" cy="92110"/>
            </a:xfrm>
            <a:custGeom>
              <a:avLst/>
              <a:gdLst/>
              <a:ahLst/>
              <a:cxnLst/>
              <a:rect l="l" t="t" r="r" b="b"/>
              <a:pathLst>
                <a:path w="19233" h="2263" extrusionOk="0">
                  <a:moveTo>
                    <a:pt x="18952" y="280"/>
                  </a:moveTo>
                  <a:lnTo>
                    <a:pt x="18952" y="1983"/>
                  </a:lnTo>
                  <a:lnTo>
                    <a:pt x="281" y="1983"/>
                  </a:lnTo>
                  <a:lnTo>
                    <a:pt x="281" y="280"/>
                  </a:lnTo>
                  <a:close/>
                  <a:moveTo>
                    <a:pt x="135" y="0"/>
                  </a:moveTo>
                  <a:cubicBezTo>
                    <a:pt x="57" y="0"/>
                    <a:pt x="1" y="56"/>
                    <a:pt x="1" y="134"/>
                  </a:cubicBezTo>
                  <a:lnTo>
                    <a:pt x="1" y="2128"/>
                  </a:lnTo>
                  <a:cubicBezTo>
                    <a:pt x="1" y="2207"/>
                    <a:pt x="57" y="2263"/>
                    <a:pt x="135" y="2263"/>
                  </a:cubicBezTo>
                  <a:lnTo>
                    <a:pt x="19098" y="2263"/>
                  </a:lnTo>
                  <a:cubicBezTo>
                    <a:pt x="19176" y="2263"/>
                    <a:pt x="19232" y="2207"/>
                    <a:pt x="19232" y="2128"/>
                  </a:cubicBezTo>
                  <a:lnTo>
                    <a:pt x="19232" y="134"/>
                  </a:lnTo>
                  <a:cubicBezTo>
                    <a:pt x="19232" y="56"/>
                    <a:pt x="19176" y="0"/>
                    <a:pt x="19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1"/>
            <p:cNvSpPr/>
            <p:nvPr/>
          </p:nvSpPr>
          <p:spPr>
            <a:xfrm>
              <a:off x="5726124" y="3292014"/>
              <a:ext cx="148239" cy="126585"/>
            </a:xfrm>
            <a:custGeom>
              <a:avLst/>
              <a:gdLst/>
              <a:ahLst/>
              <a:cxnLst/>
              <a:rect l="l" t="t" r="r" b="b"/>
              <a:pathLst>
                <a:path w="3642" h="3110" extrusionOk="0">
                  <a:moveTo>
                    <a:pt x="2084" y="287"/>
                  </a:moveTo>
                  <a:cubicBezTo>
                    <a:pt x="2779" y="287"/>
                    <a:pt x="3350" y="858"/>
                    <a:pt x="3350" y="1553"/>
                  </a:cubicBezTo>
                  <a:cubicBezTo>
                    <a:pt x="3350" y="2326"/>
                    <a:pt x="2724" y="2838"/>
                    <a:pt x="2070" y="2838"/>
                  </a:cubicBezTo>
                  <a:cubicBezTo>
                    <a:pt x="1757" y="2838"/>
                    <a:pt x="1438" y="2721"/>
                    <a:pt x="1177" y="2460"/>
                  </a:cubicBezTo>
                  <a:cubicBezTo>
                    <a:pt x="371" y="1654"/>
                    <a:pt x="942" y="287"/>
                    <a:pt x="2084" y="287"/>
                  </a:cubicBezTo>
                  <a:close/>
                  <a:moveTo>
                    <a:pt x="2069" y="1"/>
                  </a:moveTo>
                  <a:cubicBezTo>
                    <a:pt x="1688" y="1"/>
                    <a:pt x="1301" y="141"/>
                    <a:pt x="987" y="455"/>
                  </a:cubicBezTo>
                  <a:cubicBezTo>
                    <a:pt x="1" y="1430"/>
                    <a:pt x="695" y="3110"/>
                    <a:pt x="2084" y="3110"/>
                  </a:cubicBezTo>
                  <a:cubicBezTo>
                    <a:pt x="2936" y="3110"/>
                    <a:pt x="3630" y="2415"/>
                    <a:pt x="3641" y="1564"/>
                  </a:cubicBezTo>
                  <a:cubicBezTo>
                    <a:pt x="3641" y="623"/>
                    <a:pt x="2869" y="1"/>
                    <a:pt x="20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1"/>
            <p:cNvSpPr/>
            <p:nvPr/>
          </p:nvSpPr>
          <p:spPr>
            <a:xfrm>
              <a:off x="5851528" y="3292014"/>
              <a:ext cx="148198" cy="126585"/>
            </a:xfrm>
            <a:custGeom>
              <a:avLst/>
              <a:gdLst/>
              <a:ahLst/>
              <a:cxnLst/>
              <a:rect l="l" t="t" r="r" b="b"/>
              <a:pathLst>
                <a:path w="3641" h="3110" extrusionOk="0">
                  <a:moveTo>
                    <a:pt x="2083" y="287"/>
                  </a:moveTo>
                  <a:cubicBezTo>
                    <a:pt x="2778" y="287"/>
                    <a:pt x="3349" y="858"/>
                    <a:pt x="3360" y="1553"/>
                  </a:cubicBezTo>
                  <a:cubicBezTo>
                    <a:pt x="3360" y="2326"/>
                    <a:pt x="2729" y="2833"/>
                    <a:pt x="2071" y="2833"/>
                  </a:cubicBezTo>
                  <a:cubicBezTo>
                    <a:pt x="1757" y="2833"/>
                    <a:pt x="1437" y="2717"/>
                    <a:pt x="1176" y="2460"/>
                  </a:cubicBezTo>
                  <a:cubicBezTo>
                    <a:pt x="381" y="1654"/>
                    <a:pt x="941" y="287"/>
                    <a:pt x="2083" y="287"/>
                  </a:cubicBezTo>
                  <a:close/>
                  <a:moveTo>
                    <a:pt x="2069" y="0"/>
                  </a:moveTo>
                  <a:cubicBezTo>
                    <a:pt x="1688" y="0"/>
                    <a:pt x="1300" y="141"/>
                    <a:pt x="986" y="455"/>
                  </a:cubicBezTo>
                  <a:cubicBezTo>
                    <a:pt x="0" y="1441"/>
                    <a:pt x="695" y="3110"/>
                    <a:pt x="2083" y="3110"/>
                  </a:cubicBezTo>
                  <a:cubicBezTo>
                    <a:pt x="2935" y="3110"/>
                    <a:pt x="3640" y="2415"/>
                    <a:pt x="3640" y="1553"/>
                  </a:cubicBezTo>
                  <a:cubicBezTo>
                    <a:pt x="3640" y="620"/>
                    <a:pt x="2870"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1"/>
            <p:cNvSpPr/>
            <p:nvPr/>
          </p:nvSpPr>
          <p:spPr>
            <a:xfrm>
              <a:off x="5973676" y="3292014"/>
              <a:ext cx="148239" cy="126585"/>
            </a:xfrm>
            <a:custGeom>
              <a:avLst/>
              <a:gdLst/>
              <a:ahLst/>
              <a:cxnLst/>
              <a:rect l="l" t="t" r="r" b="b"/>
              <a:pathLst>
                <a:path w="3642" h="3110" extrusionOk="0">
                  <a:moveTo>
                    <a:pt x="2084" y="287"/>
                  </a:moveTo>
                  <a:cubicBezTo>
                    <a:pt x="2779" y="287"/>
                    <a:pt x="3350" y="858"/>
                    <a:pt x="3361" y="1553"/>
                  </a:cubicBezTo>
                  <a:cubicBezTo>
                    <a:pt x="3361" y="2326"/>
                    <a:pt x="2730" y="2838"/>
                    <a:pt x="2072" y="2838"/>
                  </a:cubicBezTo>
                  <a:cubicBezTo>
                    <a:pt x="1758" y="2838"/>
                    <a:pt x="1438" y="2721"/>
                    <a:pt x="1177" y="2460"/>
                  </a:cubicBezTo>
                  <a:cubicBezTo>
                    <a:pt x="382" y="1654"/>
                    <a:pt x="942" y="287"/>
                    <a:pt x="2084" y="287"/>
                  </a:cubicBezTo>
                  <a:close/>
                  <a:moveTo>
                    <a:pt x="2068" y="0"/>
                  </a:moveTo>
                  <a:cubicBezTo>
                    <a:pt x="1688" y="0"/>
                    <a:pt x="1301" y="141"/>
                    <a:pt x="987" y="455"/>
                  </a:cubicBezTo>
                  <a:cubicBezTo>
                    <a:pt x="1" y="1441"/>
                    <a:pt x="695" y="3110"/>
                    <a:pt x="2084" y="3110"/>
                  </a:cubicBezTo>
                  <a:cubicBezTo>
                    <a:pt x="2935" y="3110"/>
                    <a:pt x="3630" y="2415"/>
                    <a:pt x="3641" y="1553"/>
                  </a:cubicBezTo>
                  <a:cubicBezTo>
                    <a:pt x="3634" y="620"/>
                    <a:pt x="2865" y="0"/>
                    <a:pt x="20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1"/>
            <p:cNvSpPr/>
            <p:nvPr/>
          </p:nvSpPr>
          <p:spPr>
            <a:xfrm>
              <a:off x="6098145" y="3292014"/>
              <a:ext cx="147750" cy="126585"/>
            </a:xfrm>
            <a:custGeom>
              <a:avLst/>
              <a:gdLst/>
              <a:ahLst/>
              <a:cxnLst/>
              <a:rect l="l" t="t" r="r" b="b"/>
              <a:pathLst>
                <a:path w="3630" h="3110" extrusionOk="0">
                  <a:moveTo>
                    <a:pt x="2084" y="287"/>
                  </a:moveTo>
                  <a:cubicBezTo>
                    <a:pt x="2778" y="287"/>
                    <a:pt x="3350" y="858"/>
                    <a:pt x="3350" y="1553"/>
                  </a:cubicBezTo>
                  <a:cubicBezTo>
                    <a:pt x="3350" y="2326"/>
                    <a:pt x="2724" y="2833"/>
                    <a:pt x="2069" y="2833"/>
                  </a:cubicBezTo>
                  <a:cubicBezTo>
                    <a:pt x="1756" y="2833"/>
                    <a:pt x="1437" y="2717"/>
                    <a:pt x="1177" y="2460"/>
                  </a:cubicBezTo>
                  <a:cubicBezTo>
                    <a:pt x="370" y="1654"/>
                    <a:pt x="942" y="287"/>
                    <a:pt x="2084" y="287"/>
                  </a:cubicBezTo>
                  <a:close/>
                  <a:moveTo>
                    <a:pt x="2064" y="0"/>
                  </a:moveTo>
                  <a:cubicBezTo>
                    <a:pt x="1682" y="0"/>
                    <a:pt x="1293" y="141"/>
                    <a:pt x="975" y="455"/>
                  </a:cubicBezTo>
                  <a:cubicBezTo>
                    <a:pt x="1" y="1441"/>
                    <a:pt x="695" y="3110"/>
                    <a:pt x="2084" y="3110"/>
                  </a:cubicBezTo>
                  <a:cubicBezTo>
                    <a:pt x="2935" y="3110"/>
                    <a:pt x="3630" y="2415"/>
                    <a:pt x="3630" y="1553"/>
                  </a:cubicBezTo>
                  <a:cubicBezTo>
                    <a:pt x="3630" y="620"/>
                    <a:pt x="2864" y="0"/>
                    <a:pt x="20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1"/>
            <p:cNvSpPr/>
            <p:nvPr/>
          </p:nvSpPr>
          <p:spPr>
            <a:xfrm>
              <a:off x="6382614" y="3210569"/>
              <a:ext cx="147750" cy="126910"/>
            </a:xfrm>
            <a:custGeom>
              <a:avLst/>
              <a:gdLst/>
              <a:ahLst/>
              <a:cxnLst/>
              <a:rect l="l" t="t" r="r" b="b"/>
              <a:pathLst>
                <a:path w="3630" h="3118" extrusionOk="0">
                  <a:moveTo>
                    <a:pt x="2073" y="283"/>
                  </a:moveTo>
                  <a:cubicBezTo>
                    <a:pt x="2779" y="283"/>
                    <a:pt x="3350" y="855"/>
                    <a:pt x="3350" y="1560"/>
                  </a:cubicBezTo>
                  <a:cubicBezTo>
                    <a:pt x="3350" y="2328"/>
                    <a:pt x="2721" y="2838"/>
                    <a:pt x="2064" y="2838"/>
                  </a:cubicBezTo>
                  <a:cubicBezTo>
                    <a:pt x="1753" y="2838"/>
                    <a:pt x="1436" y="2723"/>
                    <a:pt x="1177" y="2467"/>
                  </a:cubicBezTo>
                  <a:cubicBezTo>
                    <a:pt x="370" y="1661"/>
                    <a:pt x="942" y="283"/>
                    <a:pt x="2073" y="283"/>
                  </a:cubicBezTo>
                  <a:close/>
                  <a:moveTo>
                    <a:pt x="2069" y="0"/>
                  </a:moveTo>
                  <a:cubicBezTo>
                    <a:pt x="1686" y="0"/>
                    <a:pt x="1295" y="143"/>
                    <a:pt x="975" y="463"/>
                  </a:cubicBezTo>
                  <a:cubicBezTo>
                    <a:pt x="1" y="1437"/>
                    <a:pt x="695" y="3117"/>
                    <a:pt x="2073" y="3117"/>
                  </a:cubicBezTo>
                  <a:cubicBezTo>
                    <a:pt x="2935" y="3117"/>
                    <a:pt x="3630" y="2423"/>
                    <a:pt x="3630" y="1560"/>
                  </a:cubicBezTo>
                  <a:cubicBezTo>
                    <a:pt x="3630" y="622"/>
                    <a:pt x="2868"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689"/>
        <p:cNvGrpSpPr/>
        <p:nvPr/>
      </p:nvGrpSpPr>
      <p:grpSpPr>
        <a:xfrm>
          <a:off x="0" y="0"/>
          <a:ext cx="0" cy="0"/>
          <a:chOff x="0" y="0"/>
          <a:chExt cx="0" cy="0"/>
        </a:xfrm>
      </p:grpSpPr>
      <p:sp>
        <p:nvSpPr>
          <p:cNvPr id="2690" name="Google Shape;2690;p52"/>
          <p:cNvSpPr txBox="1">
            <a:spLocks noGrp="1"/>
          </p:cNvSpPr>
          <p:nvPr>
            <p:ph type="title"/>
          </p:nvPr>
        </p:nvSpPr>
        <p:spPr>
          <a:xfrm>
            <a:off x="1284000" y="616200"/>
            <a:ext cx="65760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2691" name="Google Shape;2691;p52"/>
          <p:cNvSpPr txBox="1">
            <a:spLocks noGrp="1"/>
          </p:cNvSpPr>
          <p:nvPr>
            <p:ph type="subTitle" idx="1"/>
          </p:nvPr>
        </p:nvSpPr>
        <p:spPr>
          <a:xfrm>
            <a:off x="1284000" y="1409141"/>
            <a:ext cx="65760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2692" name="Google Shape;2692;p52"/>
          <p:cNvSpPr txBox="1">
            <a:spLocks noGrp="1"/>
          </p:cNvSpPr>
          <p:nvPr>
            <p:ph type="title" idx="2"/>
          </p:nvPr>
        </p:nvSpPr>
        <p:spPr>
          <a:xfrm>
            <a:off x="1284000" y="1919938"/>
            <a:ext cx="65760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2693" name="Google Shape;2693;p52"/>
          <p:cNvSpPr txBox="1">
            <a:spLocks noGrp="1"/>
          </p:cNvSpPr>
          <p:nvPr>
            <p:ph type="subTitle" idx="3"/>
          </p:nvPr>
        </p:nvSpPr>
        <p:spPr>
          <a:xfrm>
            <a:off x="1284000" y="2778363"/>
            <a:ext cx="65760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2694" name="Google Shape;2694;p52"/>
          <p:cNvSpPr txBox="1">
            <a:spLocks noGrp="1"/>
          </p:cNvSpPr>
          <p:nvPr>
            <p:ph type="title" idx="4"/>
          </p:nvPr>
        </p:nvSpPr>
        <p:spPr>
          <a:xfrm>
            <a:off x="1284000" y="3289172"/>
            <a:ext cx="65760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2695" name="Google Shape;2695;p52"/>
          <p:cNvSpPr txBox="1">
            <a:spLocks noGrp="1"/>
          </p:cNvSpPr>
          <p:nvPr>
            <p:ph type="subTitle" idx="5"/>
          </p:nvPr>
        </p:nvSpPr>
        <p:spPr>
          <a:xfrm>
            <a:off x="1284000" y="4082113"/>
            <a:ext cx="65760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a:p>
            <a:pPr marL="0" lvl="0" indent="0" algn="ctr" rtl="0">
              <a:spcBef>
                <a:spcPts val="0"/>
              </a:spcBef>
              <a:spcAft>
                <a:spcPts val="0"/>
              </a:spcAft>
              <a:buNone/>
            </a:pPr>
            <a:endParaRPr/>
          </a:p>
        </p:txBody>
      </p:sp>
      <p:sp>
        <p:nvSpPr>
          <p:cNvPr id="2696" name="Google Shape;2696;p5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55</a:t>
            </a:fld>
            <a:endParaRPr/>
          </a:p>
        </p:txBody>
      </p:sp>
      <p:grpSp>
        <p:nvGrpSpPr>
          <p:cNvPr id="2697" name="Google Shape;2697;p52"/>
          <p:cNvGrpSpPr/>
          <p:nvPr/>
        </p:nvGrpSpPr>
        <p:grpSpPr>
          <a:xfrm>
            <a:off x="191567" y="3402348"/>
            <a:ext cx="1530341" cy="1510858"/>
            <a:chOff x="1422333" y="551900"/>
            <a:chExt cx="4651492" cy="4592275"/>
          </a:xfrm>
        </p:grpSpPr>
        <p:sp>
          <p:nvSpPr>
            <p:cNvPr id="2698" name="Google Shape;2698;p52"/>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2"/>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2"/>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2"/>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2"/>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2"/>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2"/>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2"/>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2"/>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2"/>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2"/>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2"/>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2"/>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2"/>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2"/>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2"/>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2"/>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2"/>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2"/>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2"/>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2"/>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2"/>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2"/>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2"/>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2"/>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2"/>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2"/>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2"/>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2"/>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2"/>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2"/>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2"/>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2"/>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2"/>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2"/>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2"/>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2"/>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2"/>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2"/>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2"/>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741"/>
        <p:cNvGrpSpPr/>
        <p:nvPr/>
      </p:nvGrpSpPr>
      <p:grpSpPr>
        <a:xfrm>
          <a:off x="0" y="0"/>
          <a:ext cx="0" cy="0"/>
          <a:chOff x="0" y="0"/>
          <a:chExt cx="0" cy="0"/>
        </a:xfrm>
      </p:grpSpPr>
      <p:sp>
        <p:nvSpPr>
          <p:cNvPr id="2742" name="Google Shape;2742;p5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56</a:t>
            </a:fld>
            <a:endParaRPr/>
          </a:p>
        </p:txBody>
      </p:sp>
      <p:sp>
        <p:nvSpPr>
          <p:cNvPr id="2743" name="Google Shape;2743;p53"/>
          <p:cNvSpPr txBox="1">
            <a:spLocks noGrp="1"/>
          </p:cNvSpPr>
          <p:nvPr>
            <p:ph type="title"/>
          </p:nvPr>
        </p:nvSpPr>
        <p:spPr>
          <a:xfrm>
            <a:off x="903600" y="4035800"/>
            <a:ext cx="7336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grpSp>
        <p:nvGrpSpPr>
          <p:cNvPr id="2744" name="Google Shape;2744;p53"/>
          <p:cNvGrpSpPr/>
          <p:nvPr/>
        </p:nvGrpSpPr>
        <p:grpSpPr>
          <a:xfrm>
            <a:off x="41337" y="3921947"/>
            <a:ext cx="1237297" cy="1221545"/>
            <a:chOff x="1422333" y="551900"/>
            <a:chExt cx="4651492" cy="4592275"/>
          </a:xfrm>
        </p:grpSpPr>
        <p:sp>
          <p:nvSpPr>
            <p:cNvPr id="2745" name="Google Shape;2745;p53"/>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3"/>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3"/>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3"/>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3"/>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3"/>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3"/>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3"/>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3"/>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3"/>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3"/>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3"/>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3"/>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3"/>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3"/>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3"/>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3"/>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3"/>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3"/>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3"/>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3"/>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3"/>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3"/>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3"/>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3"/>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3"/>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3"/>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3"/>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3"/>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3"/>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3"/>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3"/>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3"/>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3"/>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3"/>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3"/>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3"/>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3"/>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3"/>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3"/>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2788"/>
        <p:cNvGrpSpPr/>
        <p:nvPr/>
      </p:nvGrpSpPr>
      <p:grpSpPr>
        <a:xfrm>
          <a:off x="0" y="0"/>
          <a:ext cx="0" cy="0"/>
          <a:chOff x="0" y="0"/>
          <a:chExt cx="0" cy="0"/>
        </a:xfrm>
      </p:grpSpPr>
      <p:sp>
        <p:nvSpPr>
          <p:cNvPr id="2789" name="Google Shape;2789;p54"/>
          <p:cNvSpPr txBox="1">
            <a:spLocks noGrp="1"/>
          </p:cNvSpPr>
          <p:nvPr>
            <p:ph type="title"/>
          </p:nvPr>
        </p:nvSpPr>
        <p:spPr>
          <a:xfrm>
            <a:off x="747250" y="848275"/>
            <a:ext cx="3507000" cy="153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always reinforce the concept</a:t>
            </a:r>
            <a:endParaRPr/>
          </a:p>
        </p:txBody>
      </p:sp>
      <p:sp>
        <p:nvSpPr>
          <p:cNvPr id="2790" name="Google Shape;2790;p5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57</a:t>
            </a:fld>
            <a:endParaRPr/>
          </a:p>
        </p:txBody>
      </p:sp>
      <p:sp>
        <p:nvSpPr>
          <p:cNvPr id="2791" name="Google Shape;2791;p54"/>
          <p:cNvSpPr txBox="1">
            <a:spLocks noGrp="1"/>
          </p:cNvSpPr>
          <p:nvPr>
            <p:ph type="subTitle" idx="1"/>
          </p:nvPr>
        </p:nvSpPr>
        <p:spPr>
          <a:xfrm>
            <a:off x="747250" y="2466100"/>
            <a:ext cx="3507000" cy="1181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2792" name="Google Shape;2792;p54"/>
          <p:cNvPicPr preferRelativeResize="0">
            <a:picLocks noGrp="1"/>
          </p:cNvPicPr>
          <p:nvPr>
            <p:ph type="pic" idx="2"/>
          </p:nvPr>
        </p:nvPicPr>
        <p:blipFill rotWithShape="1">
          <a:blip r:embed="rId3">
            <a:alphaModFix/>
          </a:blip>
          <a:srcRect l="22670" t="17382" r="19200" b="5361"/>
          <a:stretch/>
        </p:blipFill>
        <p:spPr>
          <a:xfrm>
            <a:off x="4388888" y="933926"/>
            <a:ext cx="3292200" cy="3292200"/>
          </a:xfrm>
          <a:prstGeom prst="ellipse">
            <a:avLst/>
          </a:prstGeom>
        </p:spPr>
      </p:pic>
      <p:grpSp>
        <p:nvGrpSpPr>
          <p:cNvPr id="2793" name="Google Shape;2793;p54"/>
          <p:cNvGrpSpPr/>
          <p:nvPr/>
        </p:nvGrpSpPr>
        <p:grpSpPr>
          <a:xfrm rot="-2700000">
            <a:off x="6377598" y="2840954"/>
            <a:ext cx="1818064" cy="1797863"/>
            <a:chOff x="1453200" y="540325"/>
            <a:chExt cx="4666300" cy="4614450"/>
          </a:xfrm>
        </p:grpSpPr>
        <p:sp>
          <p:nvSpPr>
            <p:cNvPr id="2794" name="Google Shape;2794;p54"/>
            <p:cNvSpPr/>
            <p:nvPr/>
          </p:nvSpPr>
          <p:spPr>
            <a:xfrm>
              <a:off x="1487450" y="570825"/>
              <a:ext cx="3164975" cy="3093225"/>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4"/>
            <p:cNvSpPr/>
            <p:nvPr/>
          </p:nvSpPr>
          <p:spPr>
            <a:xfrm>
              <a:off x="1453200" y="540325"/>
              <a:ext cx="3205750" cy="3154700"/>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4"/>
            <p:cNvSpPr/>
            <p:nvPr/>
          </p:nvSpPr>
          <p:spPr>
            <a:xfrm>
              <a:off x="2310300" y="1039000"/>
              <a:ext cx="639375" cy="573925"/>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4"/>
            <p:cNvSpPr/>
            <p:nvPr/>
          </p:nvSpPr>
          <p:spPr>
            <a:xfrm>
              <a:off x="2301325" y="1008375"/>
              <a:ext cx="657300" cy="634875"/>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4"/>
            <p:cNvSpPr/>
            <p:nvPr/>
          </p:nvSpPr>
          <p:spPr>
            <a:xfrm>
              <a:off x="3213850" y="2621350"/>
              <a:ext cx="590450" cy="573425"/>
            </a:xfrm>
            <a:custGeom>
              <a:avLst/>
              <a:gdLst/>
              <a:ahLst/>
              <a:cxnLst/>
              <a:rect l="l" t="t" r="r" b="b"/>
              <a:pathLst>
                <a:path w="23618" h="22937" extrusionOk="0">
                  <a:moveTo>
                    <a:pt x="11818" y="0"/>
                  </a:moveTo>
                  <a:cubicBezTo>
                    <a:pt x="11599" y="0"/>
                    <a:pt x="11379" y="6"/>
                    <a:pt x="11157" y="19"/>
                  </a:cubicBezTo>
                  <a:cubicBezTo>
                    <a:pt x="4829" y="378"/>
                    <a:pt x="1" y="5793"/>
                    <a:pt x="360" y="12121"/>
                  </a:cubicBezTo>
                  <a:cubicBezTo>
                    <a:pt x="706" y="18227"/>
                    <a:pt x="5760" y="22937"/>
                    <a:pt x="11800" y="22937"/>
                  </a:cubicBezTo>
                  <a:cubicBezTo>
                    <a:pt x="12019" y="22937"/>
                    <a:pt x="12240" y="22931"/>
                    <a:pt x="12462" y="22918"/>
                  </a:cubicBezTo>
                  <a:cubicBezTo>
                    <a:pt x="18790" y="22559"/>
                    <a:pt x="23618" y="17144"/>
                    <a:pt x="23259" y="10816"/>
                  </a:cubicBezTo>
                  <a:cubicBezTo>
                    <a:pt x="22913" y="4709"/>
                    <a:pt x="17858" y="0"/>
                    <a:pt x="118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4"/>
            <p:cNvSpPr/>
            <p:nvPr/>
          </p:nvSpPr>
          <p:spPr>
            <a:xfrm>
              <a:off x="3156775" y="2591600"/>
              <a:ext cx="681775" cy="635325"/>
            </a:xfrm>
            <a:custGeom>
              <a:avLst/>
              <a:gdLst/>
              <a:ahLst/>
              <a:cxnLst/>
              <a:rect l="l" t="t" r="r" b="b"/>
              <a:pathLst>
                <a:path w="27271" h="25413" extrusionOk="0">
                  <a:moveTo>
                    <a:pt x="14125" y="2448"/>
                  </a:moveTo>
                  <a:cubicBezTo>
                    <a:pt x="15071" y="2448"/>
                    <a:pt x="16017" y="2579"/>
                    <a:pt x="16930" y="2840"/>
                  </a:cubicBezTo>
                  <a:cubicBezTo>
                    <a:pt x="19572" y="3590"/>
                    <a:pt x="21758" y="5319"/>
                    <a:pt x="23095" y="7733"/>
                  </a:cubicBezTo>
                  <a:cubicBezTo>
                    <a:pt x="24433" y="10114"/>
                    <a:pt x="24726" y="12887"/>
                    <a:pt x="23976" y="15529"/>
                  </a:cubicBezTo>
                  <a:cubicBezTo>
                    <a:pt x="22705" y="20019"/>
                    <a:pt x="18563" y="22962"/>
                    <a:pt x="14097" y="22962"/>
                  </a:cubicBezTo>
                  <a:cubicBezTo>
                    <a:pt x="13178" y="22962"/>
                    <a:pt x="12244" y="22837"/>
                    <a:pt x="11320" y="22575"/>
                  </a:cubicBezTo>
                  <a:cubicBezTo>
                    <a:pt x="5872" y="21009"/>
                    <a:pt x="2708" y="15333"/>
                    <a:pt x="4274" y="9886"/>
                  </a:cubicBezTo>
                  <a:cubicBezTo>
                    <a:pt x="5546" y="5384"/>
                    <a:pt x="9656" y="2448"/>
                    <a:pt x="14125" y="2448"/>
                  </a:cubicBezTo>
                  <a:close/>
                  <a:moveTo>
                    <a:pt x="14136" y="1"/>
                  </a:moveTo>
                  <a:cubicBezTo>
                    <a:pt x="8617" y="1"/>
                    <a:pt x="3518" y="3640"/>
                    <a:pt x="1925" y="9201"/>
                  </a:cubicBezTo>
                  <a:cubicBezTo>
                    <a:pt x="0" y="15953"/>
                    <a:pt x="3915" y="22999"/>
                    <a:pt x="10635" y="24924"/>
                  </a:cubicBezTo>
                  <a:cubicBezTo>
                    <a:pt x="11809" y="25250"/>
                    <a:pt x="12983" y="25413"/>
                    <a:pt x="14125" y="25413"/>
                  </a:cubicBezTo>
                  <a:cubicBezTo>
                    <a:pt x="19638" y="25413"/>
                    <a:pt x="24759" y="21759"/>
                    <a:pt x="26325" y="16181"/>
                  </a:cubicBezTo>
                  <a:cubicBezTo>
                    <a:pt x="27271" y="12919"/>
                    <a:pt x="26879" y="9494"/>
                    <a:pt x="25216" y="6526"/>
                  </a:cubicBezTo>
                  <a:cubicBezTo>
                    <a:pt x="23585" y="3557"/>
                    <a:pt x="20877" y="1405"/>
                    <a:pt x="17615" y="491"/>
                  </a:cubicBezTo>
                  <a:cubicBezTo>
                    <a:pt x="16456" y="159"/>
                    <a:pt x="15287" y="1"/>
                    <a:pt x="14136"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4"/>
            <p:cNvSpPr/>
            <p:nvPr/>
          </p:nvSpPr>
          <p:spPr>
            <a:xfrm>
              <a:off x="3538425" y="1391150"/>
              <a:ext cx="645900" cy="57372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4"/>
            <p:cNvSpPr/>
            <p:nvPr/>
          </p:nvSpPr>
          <p:spPr>
            <a:xfrm>
              <a:off x="3508250" y="1359850"/>
              <a:ext cx="707075" cy="635675"/>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4"/>
            <p:cNvSpPr/>
            <p:nvPr/>
          </p:nvSpPr>
          <p:spPr>
            <a:xfrm>
              <a:off x="1955550" y="2270325"/>
              <a:ext cx="645075" cy="57372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4"/>
            <p:cNvSpPr/>
            <p:nvPr/>
          </p:nvSpPr>
          <p:spPr>
            <a:xfrm>
              <a:off x="1925375" y="2240125"/>
              <a:ext cx="706250" cy="634525"/>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4"/>
            <p:cNvSpPr/>
            <p:nvPr/>
          </p:nvSpPr>
          <p:spPr>
            <a:xfrm>
              <a:off x="2989600" y="2071000"/>
              <a:ext cx="3120925" cy="3053625"/>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4"/>
            <p:cNvSpPr/>
            <p:nvPr/>
          </p:nvSpPr>
          <p:spPr>
            <a:xfrm>
              <a:off x="2980625" y="2040200"/>
              <a:ext cx="3138875" cy="3114575"/>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4"/>
            <p:cNvSpPr/>
            <p:nvPr/>
          </p:nvSpPr>
          <p:spPr>
            <a:xfrm>
              <a:off x="3454425" y="2848550"/>
              <a:ext cx="634475" cy="574075"/>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4"/>
            <p:cNvSpPr/>
            <p:nvPr/>
          </p:nvSpPr>
          <p:spPr>
            <a:xfrm>
              <a:off x="3443025" y="2818250"/>
              <a:ext cx="679325" cy="634575"/>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4"/>
            <p:cNvSpPr/>
            <p:nvPr/>
          </p:nvSpPr>
          <p:spPr>
            <a:xfrm>
              <a:off x="4223450" y="3308625"/>
              <a:ext cx="655675" cy="574100"/>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4"/>
            <p:cNvSpPr/>
            <p:nvPr/>
          </p:nvSpPr>
          <p:spPr>
            <a:xfrm>
              <a:off x="4198975" y="3279825"/>
              <a:ext cx="702175" cy="63537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4"/>
            <p:cNvSpPr/>
            <p:nvPr/>
          </p:nvSpPr>
          <p:spPr>
            <a:xfrm>
              <a:off x="5012025" y="3772500"/>
              <a:ext cx="634475" cy="574125"/>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4"/>
            <p:cNvSpPr/>
            <p:nvPr/>
          </p:nvSpPr>
          <p:spPr>
            <a:xfrm>
              <a:off x="5000625" y="3741950"/>
              <a:ext cx="657300" cy="635650"/>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2815"/>
        <p:cNvGrpSpPr/>
        <p:nvPr/>
      </p:nvGrpSpPr>
      <p:grpSpPr>
        <a:xfrm>
          <a:off x="0" y="0"/>
          <a:ext cx="0" cy="0"/>
          <a:chOff x="0" y="0"/>
          <a:chExt cx="0" cy="0"/>
        </a:xfrm>
      </p:grpSpPr>
      <p:sp>
        <p:nvSpPr>
          <p:cNvPr id="2816" name="Google Shape;2816;p55"/>
          <p:cNvSpPr txBox="1">
            <a:spLocks noGrp="1"/>
          </p:cNvSpPr>
          <p:nvPr>
            <p:ph type="title"/>
          </p:nvPr>
        </p:nvSpPr>
        <p:spPr>
          <a:xfrm>
            <a:off x="1284000" y="1663788"/>
            <a:ext cx="6576000" cy="1295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4,498,300,000</a:t>
            </a:r>
            <a:endParaRPr/>
          </a:p>
        </p:txBody>
      </p:sp>
      <p:sp>
        <p:nvSpPr>
          <p:cNvPr id="2817" name="Google Shape;2817;p55"/>
          <p:cNvSpPr txBox="1">
            <a:spLocks noGrp="1"/>
          </p:cNvSpPr>
          <p:nvPr>
            <p:ph type="subTitle" idx="1"/>
          </p:nvPr>
        </p:nvSpPr>
        <p:spPr>
          <a:xfrm>
            <a:off x="1284000" y="2958913"/>
            <a:ext cx="6576000" cy="52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
        <p:nvSpPr>
          <p:cNvPr id="2818" name="Google Shape;2818;p5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58</a:t>
            </a:fld>
            <a:endParaRPr/>
          </a:p>
        </p:txBody>
      </p:sp>
      <p:grpSp>
        <p:nvGrpSpPr>
          <p:cNvPr id="2819" name="Google Shape;2819;p55"/>
          <p:cNvGrpSpPr/>
          <p:nvPr/>
        </p:nvGrpSpPr>
        <p:grpSpPr>
          <a:xfrm>
            <a:off x="-147792" y="2904913"/>
            <a:ext cx="2694417" cy="2312909"/>
            <a:chOff x="-202347" y="2663068"/>
            <a:chExt cx="3183384" cy="2732643"/>
          </a:xfrm>
        </p:grpSpPr>
        <p:sp>
          <p:nvSpPr>
            <p:cNvPr id="2820" name="Google Shape;2820;p55"/>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5"/>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5"/>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5"/>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5"/>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5"/>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5"/>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5"/>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5"/>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5"/>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5"/>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5"/>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5"/>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5"/>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5"/>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5"/>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6" name="Google Shape;2836;p55"/>
          <p:cNvGrpSpPr/>
          <p:nvPr/>
        </p:nvGrpSpPr>
        <p:grpSpPr>
          <a:xfrm rot="-7805300">
            <a:off x="7098342" y="111758"/>
            <a:ext cx="2395072" cy="2055950"/>
            <a:chOff x="-202347" y="2663068"/>
            <a:chExt cx="3183384" cy="2732643"/>
          </a:xfrm>
        </p:grpSpPr>
        <p:sp>
          <p:nvSpPr>
            <p:cNvPr id="2837" name="Google Shape;2837;p55"/>
            <p:cNvSpPr/>
            <p:nvPr/>
          </p:nvSpPr>
          <p:spPr>
            <a:xfrm rot="-900087">
              <a:off x="-8835" y="2879851"/>
              <a:ext cx="1768078" cy="1727996"/>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5"/>
            <p:cNvSpPr/>
            <p:nvPr/>
          </p:nvSpPr>
          <p:spPr>
            <a:xfrm rot="-900087">
              <a:off x="2605" y="2864812"/>
              <a:ext cx="1790856" cy="1762338"/>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5"/>
            <p:cNvSpPr/>
            <p:nvPr/>
          </p:nvSpPr>
          <p:spPr>
            <a:xfrm rot="-900087">
              <a:off x="411784" y="3220077"/>
              <a:ext cx="357180" cy="320617"/>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5"/>
            <p:cNvSpPr/>
            <p:nvPr/>
          </p:nvSpPr>
          <p:spPr>
            <a:xfrm rot="-900087">
              <a:off x="370010" y="3202973"/>
              <a:ext cx="367193" cy="354666"/>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5"/>
            <p:cNvSpPr/>
            <p:nvPr/>
          </p:nvSpPr>
          <p:spPr>
            <a:xfrm rot="-900087">
              <a:off x="1106955" y="3232041"/>
              <a:ext cx="360825" cy="32050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5"/>
            <p:cNvSpPr/>
            <p:nvPr/>
          </p:nvSpPr>
          <p:spPr>
            <a:xfrm rot="-900087">
              <a:off x="1053304" y="3214502"/>
              <a:ext cx="395000" cy="355113"/>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5"/>
            <p:cNvSpPr/>
            <p:nvPr/>
          </p:nvSpPr>
          <p:spPr>
            <a:xfrm rot="-900087">
              <a:off x="379973" y="3935387"/>
              <a:ext cx="360364" cy="32050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5"/>
            <p:cNvSpPr/>
            <p:nvPr/>
          </p:nvSpPr>
          <p:spPr>
            <a:xfrm rot="-900087">
              <a:off x="326397" y="3918452"/>
              <a:ext cx="394539" cy="354470"/>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5"/>
            <p:cNvSpPr/>
            <p:nvPr/>
          </p:nvSpPr>
          <p:spPr>
            <a:xfrm rot="-900087">
              <a:off x="1009743" y="3475696"/>
              <a:ext cx="1743470" cy="1705873"/>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5"/>
            <p:cNvSpPr/>
            <p:nvPr/>
          </p:nvSpPr>
          <p:spPr>
            <a:xfrm rot="-900087">
              <a:off x="1032236" y="3458496"/>
              <a:ext cx="1753497" cy="1739922"/>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5"/>
            <p:cNvSpPr/>
            <p:nvPr/>
          </p:nvSpPr>
          <p:spPr>
            <a:xfrm rot="-900087">
              <a:off x="1272503" y="4008230"/>
              <a:ext cx="354442" cy="320701"/>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5"/>
            <p:cNvSpPr/>
            <p:nvPr/>
          </p:nvSpPr>
          <p:spPr>
            <a:xfrm rot="-900087">
              <a:off x="1265917" y="4012903"/>
              <a:ext cx="379497" cy="354498"/>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5"/>
            <p:cNvSpPr/>
            <p:nvPr/>
          </p:nvSpPr>
          <p:spPr>
            <a:xfrm rot="-900087">
              <a:off x="1753796" y="4143752"/>
              <a:ext cx="366286" cy="320715"/>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5"/>
            <p:cNvSpPr/>
            <p:nvPr/>
          </p:nvSpPr>
          <p:spPr>
            <a:xfrm rot="-900087">
              <a:off x="1740412" y="4150998"/>
              <a:ext cx="392262" cy="35494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5"/>
            <p:cNvSpPr/>
            <p:nvPr/>
          </p:nvSpPr>
          <p:spPr>
            <a:xfrm rot="-900087">
              <a:off x="2246591" y="4281564"/>
              <a:ext cx="354442" cy="320729"/>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5"/>
            <p:cNvSpPr/>
            <p:nvPr/>
          </p:nvSpPr>
          <p:spPr>
            <a:xfrm rot="-900087">
              <a:off x="2240253" y="4287684"/>
              <a:ext cx="367193" cy="355099"/>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2856"/>
        <p:cNvGrpSpPr/>
        <p:nvPr/>
      </p:nvGrpSpPr>
      <p:grpSpPr>
        <a:xfrm>
          <a:off x="0" y="0"/>
          <a:ext cx="0" cy="0"/>
          <a:chOff x="0" y="0"/>
          <a:chExt cx="0" cy="0"/>
        </a:xfrm>
      </p:grpSpPr>
      <p:sp>
        <p:nvSpPr>
          <p:cNvPr id="2857" name="Google Shape;2857;p56"/>
          <p:cNvSpPr txBox="1">
            <a:spLocks noGrp="1"/>
          </p:cNvSpPr>
          <p:nvPr>
            <p:ph type="title"/>
          </p:nvPr>
        </p:nvSpPr>
        <p:spPr>
          <a:xfrm>
            <a:off x="1493200" y="1751400"/>
            <a:ext cx="10638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2858" name="Google Shape;2858;p56"/>
          <p:cNvSpPr txBox="1">
            <a:spLocks noGrp="1"/>
          </p:cNvSpPr>
          <p:nvPr>
            <p:ph type="subTitle" idx="1"/>
          </p:nvPr>
        </p:nvSpPr>
        <p:spPr>
          <a:xfrm>
            <a:off x="833650" y="3393975"/>
            <a:ext cx="2382900" cy="81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2859" name="Google Shape;2859;p56"/>
          <p:cNvSpPr txBox="1">
            <a:spLocks noGrp="1"/>
          </p:cNvSpPr>
          <p:nvPr>
            <p:ph type="title" idx="2"/>
          </p:nvPr>
        </p:nvSpPr>
        <p:spPr>
          <a:xfrm>
            <a:off x="4040100" y="1751400"/>
            <a:ext cx="10638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2860" name="Google Shape;2860;p56"/>
          <p:cNvSpPr txBox="1">
            <a:spLocks noGrp="1"/>
          </p:cNvSpPr>
          <p:nvPr>
            <p:ph type="subTitle" idx="3"/>
          </p:nvPr>
        </p:nvSpPr>
        <p:spPr>
          <a:xfrm>
            <a:off x="3380550" y="3393975"/>
            <a:ext cx="2382900" cy="81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2861" name="Google Shape;2861;p56"/>
          <p:cNvSpPr txBox="1">
            <a:spLocks noGrp="1"/>
          </p:cNvSpPr>
          <p:nvPr>
            <p:ph type="title" idx="4"/>
          </p:nvPr>
        </p:nvSpPr>
        <p:spPr>
          <a:xfrm>
            <a:off x="6587000" y="1751400"/>
            <a:ext cx="1063800" cy="82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2862" name="Google Shape;2862;p56"/>
          <p:cNvSpPr txBox="1">
            <a:spLocks noGrp="1"/>
          </p:cNvSpPr>
          <p:nvPr>
            <p:ph type="subTitle" idx="5"/>
          </p:nvPr>
        </p:nvSpPr>
        <p:spPr>
          <a:xfrm>
            <a:off x="5927450" y="3380725"/>
            <a:ext cx="2382900" cy="81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2863" name="Google Shape;2863;p5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59</a:t>
            </a:fld>
            <a:endParaRPr/>
          </a:p>
        </p:txBody>
      </p:sp>
      <p:grpSp>
        <p:nvGrpSpPr>
          <p:cNvPr id="2864" name="Google Shape;2864;p56"/>
          <p:cNvGrpSpPr/>
          <p:nvPr/>
        </p:nvGrpSpPr>
        <p:grpSpPr>
          <a:xfrm>
            <a:off x="1326199" y="1466650"/>
            <a:ext cx="1397802" cy="1397802"/>
            <a:chOff x="4045063" y="635665"/>
            <a:chExt cx="868200" cy="868200"/>
          </a:xfrm>
        </p:grpSpPr>
        <p:sp>
          <p:nvSpPr>
            <p:cNvPr id="2865" name="Google Shape;2865;p56"/>
            <p:cNvSpPr/>
            <p:nvPr/>
          </p:nvSpPr>
          <p:spPr>
            <a:xfrm>
              <a:off x="4049799" y="640401"/>
              <a:ext cx="858900" cy="858900"/>
            </a:xfrm>
            <a:prstGeom prst="donut">
              <a:avLst>
                <a:gd name="adj" fmla="val 11930"/>
              </a:avLst>
            </a:prstGeom>
            <a:no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flipH="1">
              <a:off x="4045063" y="635665"/>
              <a:ext cx="868200" cy="868200"/>
            </a:xfrm>
            <a:prstGeom prst="blockArc">
              <a:avLst>
                <a:gd name="adj1" fmla="val 10798115"/>
                <a:gd name="adj2" fmla="val 16256715"/>
                <a:gd name="adj3" fmla="val 12710"/>
              </a:avLst>
            </a:pr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7" name="Google Shape;2867;p56"/>
          <p:cNvGrpSpPr/>
          <p:nvPr/>
        </p:nvGrpSpPr>
        <p:grpSpPr>
          <a:xfrm>
            <a:off x="3873100" y="1466650"/>
            <a:ext cx="1397802" cy="1397802"/>
            <a:chOff x="4045063" y="635665"/>
            <a:chExt cx="868200" cy="868200"/>
          </a:xfrm>
        </p:grpSpPr>
        <p:sp>
          <p:nvSpPr>
            <p:cNvPr id="2868" name="Google Shape;2868;p56"/>
            <p:cNvSpPr/>
            <p:nvPr/>
          </p:nvSpPr>
          <p:spPr>
            <a:xfrm>
              <a:off x="4049799" y="640401"/>
              <a:ext cx="858900" cy="858900"/>
            </a:xfrm>
            <a:prstGeom prst="donut">
              <a:avLst>
                <a:gd name="adj" fmla="val 11930"/>
              </a:avLst>
            </a:prstGeom>
            <a:no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flipH="1">
              <a:off x="4045063" y="635665"/>
              <a:ext cx="868200" cy="868200"/>
            </a:xfrm>
            <a:prstGeom prst="blockArc">
              <a:avLst>
                <a:gd name="adj1" fmla="val 5400645"/>
                <a:gd name="adj2" fmla="val 16256715"/>
                <a:gd name="adj3" fmla="val 12710"/>
              </a:avLst>
            </a:prstGeom>
            <a:solidFill>
              <a:schemeClr val="dk2"/>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 name="Google Shape;2870;p56"/>
          <p:cNvGrpSpPr/>
          <p:nvPr/>
        </p:nvGrpSpPr>
        <p:grpSpPr>
          <a:xfrm>
            <a:off x="6419999" y="1466650"/>
            <a:ext cx="1397802" cy="1397802"/>
            <a:chOff x="4045063" y="635665"/>
            <a:chExt cx="868200" cy="868200"/>
          </a:xfrm>
        </p:grpSpPr>
        <p:sp>
          <p:nvSpPr>
            <p:cNvPr id="2871" name="Google Shape;2871;p56"/>
            <p:cNvSpPr/>
            <p:nvPr/>
          </p:nvSpPr>
          <p:spPr>
            <a:xfrm>
              <a:off x="4049799" y="640401"/>
              <a:ext cx="858900" cy="858900"/>
            </a:xfrm>
            <a:prstGeom prst="donut">
              <a:avLst>
                <a:gd name="adj" fmla="val 11930"/>
              </a:avLst>
            </a:prstGeom>
            <a:no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flipH="1">
              <a:off x="4045063" y="635665"/>
              <a:ext cx="868200" cy="868200"/>
            </a:xfrm>
            <a:prstGeom prst="blockArc">
              <a:avLst>
                <a:gd name="adj1" fmla="val 26082"/>
                <a:gd name="adj2" fmla="val 16256715"/>
                <a:gd name="adj3" fmla="val 12710"/>
              </a:avLst>
            </a:prstGeom>
            <a:solidFill>
              <a:schemeClr val="accent6"/>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3" name="Google Shape;2873;p56"/>
          <p:cNvSpPr txBox="1">
            <a:spLocks noGrp="1"/>
          </p:cNvSpPr>
          <p:nvPr>
            <p:ph type="title" idx="6"/>
          </p:nvPr>
        </p:nvSpPr>
        <p:spPr>
          <a:xfrm>
            <a:off x="833650" y="2942900"/>
            <a:ext cx="2382900" cy="53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
        <p:nvSpPr>
          <p:cNvPr id="2874" name="Google Shape;2874;p56"/>
          <p:cNvSpPr txBox="1">
            <a:spLocks noGrp="1"/>
          </p:cNvSpPr>
          <p:nvPr>
            <p:ph type="title" idx="7"/>
          </p:nvPr>
        </p:nvSpPr>
        <p:spPr>
          <a:xfrm>
            <a:off x="3380550" y="2942900"/>
            <a:ext cx="2382900" cy="53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2875" name="Google Shape;2875;p56"/>
          <p:cNvSpPr txBox="1">
            <a:spLocks noGrp="1"/>
          </p:cNvSpPr>
          <p:nvPr>
            <p:ph type="title" idx="8"/>
          </p:nvPr>
        </p:nvSpPr>
        <p:spPr>
          <a:xfrm>
            <a:off x="5927450" y="2942900"/>
            <a:ext cx="2382900" cy="53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a:t>
            </a:r>
            <a:endParaRPr/>
          </a:p>
        </p:txBody>
      </p:sp>
      <p:sp>
        <p:nvSpPr>
          <p:cNvPr id="2876" name="Google Shape;2876;p56"/>
          <p:cNvSpPr txBox="1">
            <a:spLocks noGrp="1"/>
          </p:cNvSpPr>
          <p:nvPr>
            <p:ph type="title" idx="9"/>
          </p:nvPr>
        </p:nvSpPr>
        <p:spPr>
          <a:xfrm>
            <a:off x="720000" y="531556"/>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 percentages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2880"/>
        <p:cNvGrpSpPr/>
        <p:nvPr/>
      </p:nvGrpSpPr>
      <p:grpSpPr>
        <a:xfrm>
          <a:off x="0" y="0"/>
          <a:ext cx="0" cy="0"/>
          <a:chOff x="0" y="0"/>
          <a:chExt cx="0" cy="0"/>
        </a:xfrm>
      </p:grpSpPr>
      <p:sp>
        <p:nvSpPr>
          <p:cNvPr id="2881" name="Google Shape;2881;p5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60</a:t>
            </a:fld>
            <a:endParaRPr/>
          </a:p>
        </p:txBody>
      </p:sp>
      <p:sp>
        <p:nvSpPr>
          <p:cNvPr id="2882" name="Google Shape;2882;p57"/>
          <p:cNvSpPr txBox="1">
            <a:spLocks noGrp="1"/>
          </p:cNvSpPr>
          <p:nvPr>
            <p:ph type="subTitle" idx="1"/>
          </p:nvPr>
        </p:nvSpPr>
        <p:spPr>
          <a:xfrm>
            <a:off x="747250" y="2318750"/>
            <a:ext cx="3198300" cy="114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2883" name="Google Shape;2883;p57"/>
          <p:cNvSpPr txBox="1">
            <a:spLocks noGrp="1"/>
          </p:cNvSpPr>
          <p:nvPr>
            <p:ph type="title"/>
          </p:nvPr>
        </p:nvSpPr>
        <p:spPr>
          <a:xfrm>
            <a:off x="747250" y="1244750"/>
            <a:ext cx="3198300" cy="109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Computer mockup</a:t>
            </a:r>
            <a:endParaRPr/>
          </a:p>
        </p:txBody>
      </p:sp>
      <p:grpSp>
        <p:nvGrpSpPr>
          <p:cNvPr id="2884" name="Google Shape;2884;p57"/>
          <p:cNvGrpSpPr/>
          <p:nvPr/>
        </p:nvGrpSpPr>
        <p:grpSpPr>
          <a:xfrm>
            <a:off x="4565560" y="1379157"/>
            <a:ext cx="3269378" cy="2377328"/>
            <a:chOff x="331763" y="414153"/>
            <a:chExt cx="6903246" cy="5019697"/>
          </a:xfrm>
        </p:grpSpPr>
        <p:sp>
          <p:nvSpPr>
            <p:cNvPr id="2885" name="Google Shape;2885;p57"/>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7"/>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7"/>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89" name="Google Shape;2889;p57"/>
          <p:cNvPicPr preferRelativeResize="0"/>
          <p:nvPr/>
        </p:nvPicPr>
        <p:blipFill rotWithShape="1">
          <a:blip r:embed="rId3">
            <a:alphaModFix/>
          </a:blip>
          <a:srcRect l="3807" t="650" r="4449" b="-650"/>
          <a:stretch/>
        </p:blipFill>
        <p:spPr>
          <a:xfrm>
            <a:off x="4668990" y="1477222"/>
            <a:ext cx="3051581" cy="1871434"/>
          </a:xfrm>
          <a:prstGeom prst="rect">
            <a:avLst/>
          </a:prstGeom>
          <a:noFill/>
          <a:ln>
            <a:noFill/>
          </a:ln>
        </p:spPr>
      </p:pic>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893"/>
        <p:cNvGrpSpPr/>
        <p:nvPr/>
      </p:nvGrpSpPr>
      <p:grpSpPr>
        <a:xfrm>
          <a:off x="0" y="0"/>
          <a:ext cx="0" cy="0"/>
          <a:chOff x="0" y="0"/>
          <a:chExt cx="0" cy="0"/>
        </a:xfrm>
      </p:grpSpPr>
      <p:sp>
        <p:nvSpPr>
          <p:cNvPr id="2894" name="Google Shape;2894;p58"/>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61</a:t>
            </a:fld>
            <a:endParaRPr/>
          </a:p>
        </p:txBody>
      </p:sp>
      <p:sp>
        <p:nvSpPr>
          <p:cNvPr id="2895" name="Google Shape;2895;p58"/>
          <p:cNvSpPr txBox="1">
            <a:spLocks noGrp="1"/>
          </p:cNvSpPr>
          <p:nvPr>
            <p:ph type="subTitle" idx="1"/>
          </p:nvPr>
        </p:nvSpPr>
        <p:spPr>
          <a:xfrm>
            <a:off x="4674150" y="2454900"/>
            <a:ext cx="3032400" cy="1133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sp>
        <p:nvSpPr>
          <p:cNvPr id="2896" name="Google Shape;2896;p58"/>
          <p:cNvSpPr txBox="1">
            <a:spLocks noGrp="1"/>
          </p:cNvSpPr>
          <p:nvPr>
            <p:ph type="title"/>
          </p:nvPr>
        </p:nvSpPr>
        <p:spPr>
          <a:xfrm>
            <a:off x="4674150" y="1391125"/>
            <a:ext cx="3032400" cy="1133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Tablet </a:t>
            </a:r>
            <a:endParaRPr/>
          </a:p>
          <a:p>
            <a:pPr marL="0" lvl="0" indent="0" algn="r" rtl="0">
              <a:spcBef>
                <a:spcPts val="0"/>
              </a:spcBef>
              <a:spcAft>
                <a:spcPts val="0"/>
              </a:spcAft>
              <a:buNone/>
            </a:pPr>
            <a:r>
              <a:rPr lang="en"/>
              <a:t>mockup</a:t>
            </a:r>
            <a:endParaRPr/>
          </a:p>
        </p:txBody>
      </p:sp>
      <p:grpSp>
        <p:nvGrpSpPr>
          <p:cNvPr id="2897" name="Google Shape;2897;p58"/>
          <p:cNvGrpSpPr/>
          <p:nvPr/>
        </p:nvGrpSpPr>
        <p:grpSpPr>
          <a:xfrm>
            <a:off x="1409522" y="783965"/>
            <a:ext cx="2614437" cy="3559504"/>
            <a:chOff x="1655550" y="790900"/>
            <a:chExt cx="2510262" cy="3417671"/>
          </a:xfrm>
        </p:grpSpPr>
        <p:sp>
          <p:nvSpPr>
            <p:cNvPr id="2898" name="Google Shape;2898;p58"/>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8"/>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00" name="Google Shape;2900;p58"/>
          <p:cNvPicPr preferRelativeResize="0"/>
          <p:nvPr/>
        </p:nvPicPr>
        <p:blipFill rotWithShape="1">
          <a:blip r:embed="rId3">
            <a:alphaModFix/>
          </a:blip>
          <a:srcRect l="1484" t="8242" r="2120" b="4626"/>
          <a:stretch/>
        </p:blipFill>
        <p:spPr>
          <a:xfrm>
            <a:off x="1500681" y="883826"/>
            <a:ext cx="2435366" cy="3245199"/>
          </a:xfrm>
          <a:prstGeom prst="rect">
            <a:avLst/>
          </a:prstGeom>
          <a:noFill/>
          <a:ln>
            <a:noFill/>
          </a:ln>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2904"/>
        <p:cNvGrpSpPr/>
        <p:nvPr/>
      </p:nvGrpSpPr>
      <p:grpSpPr>
        <a:xfrm>
          <a:off x="0" y="0"/>
          <a:ext cx="0" cy="0"/>
          <a:chOff x="0" y="0"/>
          <a:chExt cx="0" cy="0"/>
        </a:xfrm>
      </p:grpSpPr>
      <p:sp>
        <p:nvSpPr>
          <p:cNvPr id="2905" name="Google Shape;2905;p5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62</a:t>
            </a:fld>
            <a:endParaRPr/>
          </a:p>
        </p:txBody>
      </p:sp>
      <p:sp>
        <p:nvSpPr>
          <p:cNvPr id="2906" name="Google Shape;2906;p59"/>
          <p:cNvSpPr txBox="1">
            <a:spLocks noGrp="1"/>
          </p:cNvSpPr>
          <p:nvPr>
            <p:ph type="subTitle" idx="1"/>
          </p:nvPr>
        </p:nvSpPr>
        <p:spPr>
          <a:xfrm>
            <a:off x="747250" y="2318750"/>
            <a:ext cx="3198300" cy="114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2907" name="Google Shape;2907;p59"/>
          <p:cNvSpPr txBox="1">
            <a:spLocks noGrp="1"/>
          </p:cNvSpPr>
          <p:nvPr>
            <p:ph type="title"/>
          </p:nvPr>
        </p:nvSpPr>
        <p:spPr>
          <a:xfrm>
            <a:off x="747250" y="1244750"/>
            <a:ext cx="3198300" cy="109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Phone</a:t>
            </a:r>
            <a:endParaRPr/>
          </a:p>
          <a:p>
            <a:pPr marL="0" lvl="0" indent="0" algn="l" rtl="0">
              <a:spcBef>
                <a:spcPts val="0"/>
              </a:spcBef>
              <a:spcAft>
                <a:spcPts val="0"/>
              </a:spcAft>
              <a:buNone/>
            </a:pPr>
            <a:r>
              <a:rPr lang="en"/>
              <a:t>mockup</a:t>
            </a:r>
            <a:endParaRPr/>
          </a:p>
        </p:txBody>
      </p:sp>
      <p:sp>
        <p:nvSpPr>
          <p:cNvPr id="2908" name="Google Shape;2908;p59"/>
          <p:cNvSpPr/>
          <p:nvPr/>
        </p:nvSpPr>
        <p:spPr>
          <a:xfrm>
            <a:off x="5420802" y="1023991"/>
            <a:ext cx="1602472" cy="3057626"/>
          </a:xfrm>
          <a:custGeom>
            <a:avLst/>
            <a:gdLst/>
            <a:ahLst/>
            <a:cxnLst/>
            <a:rect l="l" t="t" r="r" b="b"/>
            <a:pathLst>
              <a:path w="84552" h="161331" extrusionOk="0">
                <a:moveTo>
                  <a:pt x="1" y="1"/>
                </a:moveTo>
                <a:lnTo>
                  <a:pt x="1" y="161331"/>
                </a:lnTo>
                <a:lnTo>
                  <a:pt x="84551" y="161331"/>
                </a:lnTo>
                <a:lnTo>
                  <a:pt x="84551" y="1"/>
                </a:lnTo>
                <a:close/>
              </a:path>
            </a:pathLst>
          </a:custGeom>
          <a:solidFill>
            <a:srgbClr val="9090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9" name="Google Shape;2909;p59"/>
          <p:cNvGrpSpPr/>
          <p:nvPr/>
        </p:nvGrpSpPr>
        <p:grpSpPr>
          <a:xfrm>
            <a:off x="5338717" y="848264"/>
            <a:ext cx="1766529" cy="3585748"/>
            <a:chOff x="5186401" y="494525"/>
            <a:chExt cx="1834973" cy="3724678"/>
          </a:xfrm>
        </p:grpSpPr>
        <p:sp>
          <p:nvSpPr>
            <p:cNvPr id="2910" name="Google Shape;2910;p59"/>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9"/>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4"/>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12" name="Google Shape;2912;p59"/>
          <p:cNvPicPr preferRelativeResize="0"/>
          <p:nvPr/>
        </p:nvPicPr>
        <p:blipFill rotWithShape="1">
          <a:blip r:embed="rId3">
            <a:alphaModFix/>
          </a:blip>
          <a:srcRect l="9742" t="2467" r="7482"/>
          <a:stretch/>
        </p:blipFill>
        <p:spPr>
          <a:xfrm>
            <a:off x="5420800" y="1099425"/>
            <a:ext cx="1602550" cy="2982349"/>
          </a:xfrm>
          <a:prstGeom prst="rect">
            <a:avLst/>
          </a:prstGeom>
          <a:noFill/>
          <a:ln w="38100" cap="flat" cmpd="sng">
            <a:solidFill>
              <a:schemeClr val="lt2"/>
            </a:solidFill>
            <a:prstDash val="solid"/>
            <a:round/>
            <a:headEnd type="none" w="sm" len="sm"/>
            <a:tailEnd type="none" w="sm" len="sm"/>
          </a:ln>
        </p:spPr>
      </p:pic>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2916"/>
        <p:cNvGrpSpPr/>
        <p:nvPr/>
      </p:nvGrpSpPr>
      <p:grpSpPr>
        <a:xfrm>
          <a:off x="0" y="0"/>
          <a:ext cx="0" cy="0"/>
          <a:chOff x="0" y="0"/>
          <a:chExt cx="0" cy="0"/>
        </a:xfrm>
      </p:grpSpPr>
      <p:grpSp>
        <p:nvGrpSpPr>
          <p:cNvPr id="2917" name="Google Shape;2917;p60"/>
          <p:cNvGrpSpPr/>
          <p:nvPr/>
        </p:nvGrpSpPr>
        <p:grpSpPr>
          <a:xfrm>
            <a:off x="3189834" y="1431991"/>
            <a:ext cx="5051781" cy="2690888"/>
            <a:chOff x="233350" y="949250"/>
            <a:chExt cx="7137300" cy="3802300"/>
          </a:xfrm>
        </p:grpSpPr>
        <p:sp>
          <p:nvSpPr>
            <p:cNvPr id="2918" name="Google Shape;2918;p6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9" name="Google Shape;2969;p60"/>
          <p:cNvSpPr/>
          <p:nvPr/>
        </p:nvSpPr>
        <p:spPr>
          <a:xfrm>
            <a:off x="3629725" y="1616225"/>
            <a:ext cx="755400" cy="755400"/>
          </a:xfrm>
          <a:prstGeom prst="ellipse">
            <a:avLst/>
          </a:prstGeom>
          <a:solidFill>
            <a:schemeClr val="dk1"/>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2970" name="Google Shape;2970;p6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63</a:t>
            </a:fld>
            <a:endParaRPr/>
          </a:p>
        </p:txBody>
      </p:sp>
      <p:sp>
        <p:nvSpPr>
          <p:cNvPr id="2971" name="Google Shape;2971;p60"/>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This is a map</a:t>
            </a:r>
            <a:endParaRPr/>
          </a:p>
        </p:txBody>
      </p:sp>
      <p:sp>
        <p:nvSpPr>
          <p:cNvPr id="2972" name="Google Shape;2972;p60"/>
          <p:cNvSpPr txBox="1">
            <a:spLocks noGrp="1"/>
          </p:cNvSpPr>
          <p:nvPr>
            <p:ph type="subTitle" idx="4294967295"/>
          </p:nvPr>
        </p:nvSpPr>
        <p:spPr>
          <a:xfrm>
            <a:off x="780150" y="1616225"/>
            <a:ext cx="2394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Venus is the second planet from the Sun</a:t>
            </a:r>
            <a:endParaRPr/>
          </a:p>
        </p:txBody>
      </p:sp>
      <p:sp>
        <p:nvSpPr>
          <p:cNvPr id="2973" name="Google Shape;2973;p60"/>
          <p:cNvSpPr txBox="1">
            <a:spLocks noGrp="1"/>
          </p:cNvSpPr>
          <p:nvPr>
            <p:ph type="subTitle" idx="4294967295"/>
          </p:nvPr>
        </p:nvSpPr>
        <p:spPr>
          <a:xfrm>
            <a:off x="780150" y="1198650"/>
            <a:ext cx="2380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400">
                <a:solidFill>
                  <a:schemeClr val="dk1"/>
                </a:solidFill>
                <a:latin typeface="Poppins ExtraBold"/>
                <a:ea typeface="Poppins ExtraBold"/>
                <a:cs typeface="Poppins ExtraBold"/>
                <a:sym typeface="Poppins ExtraBold"/>
              </a:rPr>
              <a:t>Venus</a:t>
            </a:r>
            <a:endParaRPr sz="2400">
              <a:solidFill>
                <a:schemeClr val="dk1"/>
              </a:solidFill>
              <a:latin typeface="Poppins ExtraBold"/>
              <a:ea typeface="Poppins ExtraBold"/>
              <a:cs typeface="Poppins ExtraBold"/>
              <a:sym typeface="Poppins ExtraBold"/>
            </a:endParaRPr>
          </a:p>
        </p:txBody>
      </p:sp>
      <p:sp>
        <p:nvSpPr>
          <p:cNvPr id="2974" name="Google Shape;2974;p60"/>
          <p:cNvSpPr txBox="1">
            <a:spLocks noGrp="1"/>
          </p:cNvSpPr>
          <p:nvPr>
            <p:ph type="subTitle" idx="4294967295"/>
          </p:nvPr>
        </p:nvSpPr>
        <p:spPr>
          <a:xfrm>
            <a:off x="780150" y="2621100"/>
            <a:ext cx="2394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Mercury is the closest planet to the Sun</a:t>
            </a:r>
            <a:endParaRPr/>
          </a:p>
        </p:txBody>
      </p:sp>
      <p:sp>
        <p:nvSpPr>
          <p:cNvPr id="2975" name="Google Shape;2975;p60"/>
          <p:cNvSpPr txBox="1">
            <a:spLocks noGrp="1"/>
          </p:cNvSpPr>
          <p:nvPr>
            <p:ph type="subTitle" idx="4294967295"/>
          </p:nvPr>
        </p:nvSpPr>
        <p:spPr>
          <a:xfrm>
            <a:off x="780150" y="2203525"/>
            <a:ext cx="2389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400">
                <a:solidFill>
                  <a:schemeClr val="accent3"/>
                </a:solidFill>
                <a:latin typeface="Poppins ExtraBold"/>
                <a:ea typeface="Poppins ExtraBold"/>
                <a:cs typeface="Poppins ExtraBold"/>
                <a:sym typeface="Poppins ExtraBold"/>
              </a:rPr>
              <a:t>Mercury</a:t>
            </a:r>
            <a:endParaRPr sz="2400">
              <a:solidFill>
                <a:schemeClr val="accent3"/>
              </a:solidFill>
              <a:latin typeface="Poppins ExtraBold"/>
              <a:ea typeface="Poppins ExtraBold"/>
              <a:cs typeface="Poppins ExtraBold"/>
              <a:sym typeface="Poppins ExtraBold"/>
            </a:endParaRPr>
          </a:p>
        </p:txBody>
      </p:sp>
      <p:sp>
        <p:nvSpPr>
          <p:cNvPr id="2976" name="Google Shape;2976;p60"/>
          <p:cNvSpPr txBox="1">
            <a:spLocks noGrp="1"/>
          </p:cNvSpPr>
          <p:nvPr>
            <p:ph type="subTitle" idx="4294967295"/>
          </p:nvPr>
        </p:nvSpPr>
        <p:spPr>
          <a:xfrm>
            <a:off x="780150" y="3625975"/>
            <a:ext cx="2394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Despite being red, Mars is a very cold place</a:t>
            </a:r>
            <a:endParaRPr/>
          </a:p>
        </p:txBody>
      </p:sp>
      <p:sp>
        <p:nvSpPr>
          <p:cNvPr id="2977" name="Google Shape;2977;p60"/>
          <p:cNvSpPr txBox="1">
            <a:spLocks noGrp="1"/>
          </p:cNvSpPr>
          <p:nvPr>
            <p:ph type="subTitle" idx="4294967295"/>
          </p:nvPr>
        </p:nvSpPr>
        <p:spPr>
          <a:xfrm>
            <a:off x="780150" y="3208400"/>
            <a:ext cx="2394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400">
                <a:solidFill>
                  <a:schemeClr val="dk2"/>
                </a:solidFill>
                <a:latin typeface="Poppins ExtraBold"/>
                <a:ea typeface="Poppins ExtraBold"/>
                <a:cs typeface="Poppins ExtraBold"/>
                <a:sym typeface="Poppins ExtraBold"/>
              </a:rPr>
              <a:t>Mars</a:t>
            </a:r>
            <a:endParaRPr sz="2400">
              <a:solidFill>
                <a:schemeClr val="dk2"/>
              </a:solidFill>
              <a:latin typeface="Poppins ExtraBold"/>
              <a:ea typeface="Poppins ExtraBold"/>
              <a:cs typeface="Poppins ExtraBold"/>
              <a:sym typeface="Poppins ExtraBold"/>
            </a:endParaRPr>
          </a:p>
        </p:txBody>
      </p:sp>
      <p:grpSp>
        <p:nvGrpSpPr>
          <p:cNvPr id="2978" name="Google Shape;2978;p60"/>
          <p:cNvGrpSpPr/>
          <p:nvPr/>
        </p:nvGrpSpPr>
        <p:grpSpPr>
          <a:xfrm>
            <a:off x="3782136" y="1809730"/>
            <a:ext cx="393755" cy="393800"/>
            <a:chOff x="1294150" y="391300"/>
            <a:chExt cx="4971650" cy="4972225"/>
          </a:xfrm>
        </p:grpSpPr>
        <p:sp>
          <p:nvSpPr>
            <p:cNvPr id="2979" name="Google Shape;2979;p60"/>
            <p:cNvSpPr/>
            <p:nvPr/>
          </p:nvSpPr>
          <p:spPr>
            <a:xfrm>
              <a:off x="1294150" y="3423025"/>
              <a:ext cx="1939900" cy="1940500"/>
            </a:xfrm>
            <a:custGeom>
              <a:avLst/>
              <a:gdLst/>
              <a:ahLst/>
              <a:cxnLst/>
              <a:rect l="l" t="t" r="r" b="b"/>
              <a:pathLst>
                <a:path w="77596" h="77620" fill="none" extrusionOk="0">
                  <a:moveTo>
                    <a:pt x="57082" y="3211"/>
                  </a:moveTo>
                  <a:lnTo>
                    <a:pt x="74410" y="20539"/>
                  </a:lnTo>
                  <a:cubicBezTo>
                    <a:pt x="77596" y="23725"/>
                    <a:pt x="77596" y="28896"/>
                    <a:pt x="74410" y="32083"/>
                  </a:cubicBezTo>
                  <a:lnTo>
                    <a:pt x="36862" y="69630"/>
                  </a:lnTo>
                  <a:cubicBezTo>
                    <a:pt x="28872" y="77620"/>
                    <a:pt x="15956" y="77620"/>
                    <a:pt x="7966" y="69630"/>
                  </a:cubicBezTo>
                  <a:cubicBezTo>
                    <a:pt x="1" y="61665"/>
                    <a:pt x="1" y="48724"/>
                    <a:pt x="7966" y="40759"/>
                  </a:cubicBezTo>
                  <a:lnTo>
                    <a:pt x="45514" y="3211"/>
                  </a:lnTo>
                  <a:cubicBezTo>
                    <a:pt x="48700" y="1"/>
                    <a:pt x="53871" y="1"/>
                    <a:pt x="57082" y="3211"/>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0"/>
            <p:cNvSpPr/>
            <p:nvPr/>
          </p:nvSpPr>
          <p:spPr>
            <a:xfrm>
              <a:off x="2721175" y="2768025"/>
              <a:ext cx="1168500" cy="1168475"/>
            </a:xfrm>
            <a:custGeom>
              <a:avLst/>
              <a:gdLst/>
              <a:ahLst/>
              <a:cxnLst/>
              <a:rect l="l" t="t" r="r" b="b"/>
              <a:pathLst>
                <a:path w="46740" h="46739" fill="none" extrusionOk="0">
                  <a:moveTo>
                    <a:pt x="29411" y="1"/>
                  </a:moveTo>
                  <a:lnTo>
                    <a:pt x="1" y="29411"/>
                  </a:lnTo>
                  <a:lnTo>
                    <a:pt x="17329" y="46739"/>
                  </a:lnTo>
                  <a:lnTo>
                    <a:pt x="46739" y="17328"/>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0"/>
            <p:cNvSpPr/>
            <p:nvPr/>
          </p:nvSpPr>
          <p:spPr>
            <a:xfrm>
              <a:off x="4121250" y="2331775"/>
              <a:ext cx="25" cy="306375"/>
            </a:xfrm>
            <a:custGeom>
              <a:avLst/>
              <a:gdLst/>
              <a:ahLst/>
              <a:cxnLst/>
              <a:rect l="l" t="t" r="r" b="b"/>
              <a:pathLst>
                <a:path w="1" h="12255" fill="none" extrusionOk="0">
                  <a:moveTo>
                    <a:pt x="0" y="0"/>
                  </a:moveTo>
                  <a:lnTo>
                    <a:pt x="0" y="12255"/>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0"/>
            <p:cNvSpPr/>
            <p:nvPr/>
          </p:nvSpPr>
          <p:spPr>
            <a:xfrm>
              <a:off x="4733975" y="2025425"/>
              <a:ext cx="25" cy="612725"/>
            </a:xfrm>
            <a:custGeom>
              <a:avLst/>
              <a:gdLst/>
              <a:ahLst/>
              <a:cxnLst/>
              <a:rect l="l" t="t" r="r" b="b"/>
              <a:pathLst>
                <a:path w="1" h="24509" fill="none" extrusionOk="0">
                  <a:moveTo>
                    <a:pt x="0" y="0"/>
                  </a:moveTo>
                  <a:lnTo>
                    <a:pt x="0" y="24509"/>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0"/>
            <p:cNvSpPr/>
            <p:nvPr/>
          </p:nvSpPr>
          <p:spPr>
            <a:xfrm>
              <a:off x="5346700" y="1719050"/>
              <a:ext cx="0" cy="919100"/>
            </a:xfrm>
            <a:custGeom>
              <a:avLst/>
              <a:gdLst/>
              <a:ahLst/>
              <a:cxnLst/>
              <a:rect l="l" t="t" r="r" b="b"/>
              <a:pathLst>
                <a:path h="36764" fill="none" extrusionOk="0">
                  <a:moveTo>
                    <a:pt x="0" y="1"/>
                  </a:moveTo>
                  <a:lnTo>
                    <a:pt x="0" y="36764"/>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0"/>
            <p:cNvSpPr/>
            <p:nvPr/>
          </p:nvSpPr>
          <p:spPr>
            <a:xfrm>
              <a:off x="3202175" y="391300"/>
              <a:ext cx="3063625" cy="3063625"/>
            </a:xfrm>
            <a:custGeom>
              <a:avLst/>
              <a:gdLst/>
              <a:ahLst/>
              <a:cxnLst/>
              <a:rect l="l" t="t" r="r" b="b"/>
              <a:pathLst>
                <a:path w="122545" h="122545" fill="none" extrusionOk="0">
                  <a:moveTo>
                    <a:pt x="0" y="61272"/>
                  </a:moveTo>
                  <a:cubicBezTo>
                    <a:pt x="0" y="27426"/>
                    <a:pt x="27450" y="0"/>
                    <a:pt x="61272" y="0"/>
                  </a:cubicBezTo>
                  <a:cubicBezTo>
                    <a:pt x="95119" y="0"/>
                    <a:pt x="122544" y="27426"/>
                    <a:pt x="122544" y="61272"/>
                  </a:cubicBezTo>
                  <a:cubicBezTo>
                    <a:pt x="122544" y="95119"/>
                    <a:pt x="95119" y="122544"/>
                    <a:pt x="61272" y="122544"/>
                  </a:cubicBezTo>
                  <a:cubicBezTo>
                    <a:pt x="27450" y="122544"/>
                    <a:pt x="0" y="95119"/>
                    <a:pt x="0" y="61272"/>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0"/>
            <p:cNvSpPr/>
            <p:nvPr/>
          </p:nvSpPr>
          <p:spPr>
            <a:xfrm>
              <a:off x="4019550" y="1004000"/>
              <a:ext cx="714450" cy="715075"/>
            </a:xfrm>
            <a:custGeom>
              <a:avLst/>
              <a:gdLst/>
              <a:ahLst/>
              <a:cxnLst/>
              <a:rect l="l" t="t" r="r" b="b"/>
              <a:pathLst>
                <a:path w="28578" h="28603" fill="none" extrusionOk="0">
                  <a:moveTo>
                    <a:pt x="0" y="28603"/>
                  </a:moveTo>
                  <a:lnTo>
                    <a:pt x="28577"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0"/>
            <p:cNvSpPr/>
            <p:nvPr/>
          </p:nvSpPr>
          <p:spPr>
            <a:xfrm>
              <a:off x="4274425" y="1004000"/>
              <a:ext cx="459575" cy="459575"/>
            </a:xfrm>
            <a:custGeom>
              <a:avLst/>
              <a:gdLst/>
              <a:ahLst/>
              <a:cxnLst/>
              <a:rect l="l" t="t" r="r" b="b"/>
              <a:pathLst>
                <a:path w="18383" h="18383" fill="none" extrusionOk="0">
                  <a:moveTo>
                    <a:pt x="18382" y="18383"/>
                  </a:moveTo>
                  <a:lnTo>
                    <a:pt x="18382" y="1"/>
                  </a:ln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7" name="Google Shape;2987;p60"/>
          <p:cNvSpPr/>
          <p:nvPr/>
        </p:nvSpPr>
        <p:spPr>
          <a:xfrm>
            <a:off x="6289188" y="1647295"/>
            <a:ext cx="755400" cy="755400"/>
          </a:xfrm>
          <a:prstGeom prst="ellipse">
            <a:avLst/>
          </a:prstGeom>
          <a:solidFill>
            <a:schemeClr val="accent3"/>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2988" name="Google Shape;2988;p60"/>
          <p:cNvGrpSpPr/>
          <p:nvPr/>
        </p:nvGrpSpPr>
        <p:grpSpPr>
          <a:xfrm>
            <a:off x="6470008" y="1809750"/>
            <a:ext cx="393760" cy="393760"/>
            <a:chOff x="1343800" y="391300"/>
            <a:chExt cx="4922000" cy="4922000"/>
          </a:xfrm>
        </p:grpSpPr>
        <p:sp>
          <p:nvSpPr>
            <p:cNvPr id="2989" name="Google Shape;2989;p60"/>
            <p:cNvSpPr/>
            <p:nvPr/>
          </p:nvSpPr>
          <p:spPr>
            <a:xfrm>
              <a:off x="3090050" y="1208050"/>
              <a:ext cx="1429500" cy="919100"/>
            </a:xfrm>
            <a:custGeom>
              <a:avLst/>
              <a:gdLst/>
              <a:ahLst/>
              <a:cxnLst/>
              <a:rect l="l" t="t" r="r" b="b"/>
              <a:pathLst>
                <a:path w="57180" h="36764" fill="none" extrusionOk="0">
                  <a:moveTo>
                    <a:pt x="28602" y="0"/>
                  </a:moveTo>
                  <a:lnTo>
                    <a:pt x="28602" y="0"/>
                  </a:lnTo>
                  <a:cubicBezTo>
                    <a:pt x="44386" y="0"/>
                    <a:pt x="57179" y="12818"/>
                    <a:pt x="57179" y="28602"/>
                  </a:cubicBezTo>
                  <a:lnTo>
                    <a:pt x="57179" y="36764"/>
                  </a:lnTo>
                  <a:lnTo>
                    <a:pt x="0" y="36764"/>
                  </a:lnTo>
                  <a:lnTo>
                    <a:pt x="0" y="28602"/>
                  </a:lnTo>
                  <a:cubicBezTo>
                    <a:pt x="0" y="12818"/>
                    <a:pt x="12794" y="0"/>
                    <a:pt x="28602"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0"/>
            <p:cNvSpPr/>
            <p:nvPr/>
          </p:nvSpPr>
          <p:spPr>
            <a:xfrm>
              <a:off x="3396400" y="391300"/>
              <a:ext cx="816775" cy="816775"/>
            </a:xfrm>
            <a:custGeom>
              <a:avLst/>
              <a:gdLst/>
              <a:ahLst/>
              <a:cxnLst/>
              <a:rect l="l" t="t" r="r" b="b"/>
              <a:pathLst>
                <a:path w="32671" h="32671" fill="none" extrusionOk="0">
                  <a:moveTo>
                    <a:pt x="1" y="16348"/>
                  </a:moveTo>
                  <a:cubicBezTo>
                    <a:pt x="1" y="7304"/>
                    <a:pt x="7304" y="0"/>
                    <a:pt x="16348" y="0"/>
                  </a:cubicBezTo>
                  <a:cubicBezTo>
                    <a:pt x="25367" y="0"/>
                    <a:pt x="32671" y="7304"/>
                    <a:pt x="32671" y="16348"/>
                  </a:cubicBezTo>
                  <a:cubicBezTo>
                    <a:pt x="32671" y="25367"/>
                    <a:pt x="25367" y="32670"/>
                    <a:pt x="16348" y="32670"/>
                  </a:cubicBezTo>
                  <a:cubicBezTo>
                    <a:pt x="7304" y="32670"/>
                    <a:pt x="1" y="25367"/>
                    <a:pt x="1" y="16348"/>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0"/>
            <p:cNvSpPr/>
            <p:nvPr/>
          </p:nvSpPr>
          <p:spPr>
            <a:xfrm>
              <a:off x="3090050" y="2760675"/>
              <a:ext cx="1429500" cy="2552625"/>
            </a:xfrm>
            <a:custGeom>
              <a:avLst/>
              <a:gdLst/>
              <a:ahLst/>
              <a:cxnLst/>
              <a:rect l="l" t="t" r="r" b="b"/>
              <a:pathLst>
                <a:path w="57180" h="102105" fill="none" extrusionOk="0">
                  <a:moveTo>
                    <a:pt x="28602" y="1"/>
                  </a:moveTo>
                  <a:lnTo>
                    <a:pt x="0" y="32671"/>
                  </a:lnTo>
                  <a:lnTo>
                    <a:pt x="16348" y="32671"/>
                  </a:lnTo>
                  <a:lnTo>
                    <a:pt x="16348" y="102104"/>
                  </a:lnTo>
                  <a:lnTo>
                    <a:pt x="40856" y="102104"/>
                  </a:lnTo>
                  <a:lnTo>
                    <a:pt x="40856" y="32671"/>
                  </a:lnTo>
                  <a:lnTo>
                    <a:pt x="57179" y="32671"/>
                  </a:ln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0"/>
            <p:cNvSpPr/>
            <p:nvPr/>
          </p:nvSpPr>
          <p:spPr>
            <a:xfrm>
              <a:off x="1343800" y="2249675"/>
              <a:ext cx="1429500" cy="919100"/>
            </a:xfrm>
            <a:custGeom>
              <a:avLst/>
              <a:gdLst/>
              <a:ahLst/>
              <a:cxnLst/>
              <a:rect l="l" t="t" r="r" b="b"/>
              <a:pathLst>
                <a:path w="57180" h="36764" fill="none" extrusionOk="0">
                  <a:moveTo>
                    <a:pt x="28602" y="0"/>
                  </a:moveTo>
                  <a:lnTo>
                    <a:pt x="28602" y="0"/>
                  </a:lnTo>
                  <a:cubicBezTo>
                    <a:pt x="44386" y="0"/>
                    <a:pt x="57179" y="12818"/>
                    <a:pt x="57179" y="28602"/>
                  </a:cubicBezTo>
                  <a:lnTo>
                    <a:pt x="57179" y="36763"/>
                  </a:lnTo>
                  <a:lnTo>
                    <a:pt x="0" y="36763"/>
                  </a:lnTo>
                  <a:lnTo>
                    <a:pt x="0" y="28602"/>
                  </a:lnTo>
                  <a:cubicBezTo>
                    <a:pt x="0" y="12818"/>
                    <a:pt x="12794" y="0"/>
                    <a:pt x="28602"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0"/>
            <p:cNvSpPr/>
            <p:nvPr/>
          </p:nvSpPr>
          <p:spPr>
            <a:xfrm>
              <a:off x="1650150" y="1432925"/>
              <a:ext cx="816775" cy="816775"/>
            </a:xfrm>
            <a:custGeom>
              <a:avLst/>
              <a:gdLst/>
              <a:ahLst/>
              <a:cxnLst/>
              <a:rect l="l" t="t" r="r" b="b"/>
              <a:pathLst>
                <a:path w="32671" h="32671" fill="none" extrusionOk="0">
                  <a:moveTo>
                    <a:pt x="1" y="16347"/>
                  </a:moveTo>
                  <a:cubicBezTo>
                    <a:pt x="1" y="7304"/>
                    <a:pt x="7304" y="0"/>
                    <a:pt x="16348" y="0"/>
                  </a:cubicBezTo>
                  <a:cubicBezTo>
                    <a:pt x="25367" y="0"/>
                    <a:pt x="32671" y="7304"/>
                    <a:pt x="32671" y="16347"/>
                  </a:cubicBezTo>
                  <a:cubicBezTo>
                    <a:pt x="32671" y="25367"/>
                    <a:pt x="25367" y="32670"/>
                    <a:pt x="16348" y="32670"/>
                  </a:cubicBezTo>
                  <a:cubicBezTo>
                    <a:pt x="7304" y="32670"/>
                    <a:pt x="1" y="25367"/>
                    <a:pt x="1" y="16347"/>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0"/>
            <p:cNvSpPr/>
            <p:nvPr/>
          </p:nvSpPr>
          <p:spPr>
            <a:xfrm>
              <a:off x="1343800" y="3781475"/>
              <a:ext cx="1429500" cy="1531825"/>
            </a:xfrm>
            <a:custGeom>
              <a:avLst/>
              <a:gdLst/>
              <a:ahLst/>
              <a:cxnLst/>
              <a:rect l="l" t="t" r="r" b="b"/>
              <a:pathLst>
                <a:path w="57180" h="61273" fill="none" extrusionOk="0">
                  <a:moveTo>
                    <a:pt x="28602" y="0"/>
                  </a:moveTo>
                  <a:lnTo>
                    <a:pt x="0" y="32695"/>
                  </a:lnTo>
                  <a:lnTo>
                    <a:pt x="16348" y="32695"/>
                  </a:lnTo>
                  <a:lnTo>
                    <a:pt x="16348" y="61272"/>
                  </a:lnTo>
                  <a:lnTo>
                    <a:pt x="40856" y="61272"/>
                  </a:lnTo>
                  <a:lnTo>
                    <a:pt x="40856" y="32695"/>
                  </a:lnTo>
                  <a:lnTo>
                    <a:pt x="57179" y="32695"/>
                  </a:ln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0"/>
            <p:cNvSpPr/>
            <p:nvPr/>
          </p:nvSpPr>
          <p:spPr>
            <a:xfrm>
              <a:off x="4836300" y="2249675"/>
              <a:ext cx="1429500" cy="919100"/>
            </a:xfrm>
            <a:custGeom>
              <a:avLst/>
              <a:gdLst/>
              <a:ahLst/>
              <a:cxnLst/>
              <a:rect l="l" t="t" r="r" b="b"/>
              <a:pathLst>
                <a:path w="57180" h="36764" fill="none" extrusionOk="0">
                  <a:moveTo>
                    <a:pt x="28602" y="0"/>
                  </a:moveTo>
                  <a:lnTo>
                    <a:pt x="28602" y="0"/>
                  </a:lnTo>
                  <a:cubicBezTo>
                    <a:pt x="12794" y="0"/>
                    <a:pt x="0" y="12818"/>
                    <a:pt x="0" y="28602"/>
                  </a:cubicBezTo>
                  <a:lnTo>
                    <a:pt x="0" y="36763"/>
                  </a:lnTo>
                  <a:lnTo>
                    <a:pt x="57179" y="36763"/>
                  </a:lnTo>
                  <a:lnTo>
                    <a:pt x="57179" y="28602"/>
                  </a:lnTo>
                  <a:cubicBezTo>
                    <a:pt x="57179" y="12818"/>
                    <a:pt x="44386" y="0"/>
                    <a:pt x="28602"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0"/>
            <p:cNvSpPr/>
            <p:nvPr/>
          </p:nvSpPr>
          <p:spPr>
            <a:xfrm>
              <a:off x="5142650" y="1432925"/>
              <a:ext cx="816775" cy="816775"/>
            </a:xfrm>
            <a:custGeom>
              <a:avLst/>
              <a:gdLst/>
              <a:ahLst/>
              <a:cxnLst/>
              <a:rect l="l" t="t" r="r" b="b"/>
              <a:pathLst>
                <a:path w="32671" h="32671" fill="none" extrusionOk="0">
                  <a:moveTo>
                    <a:pt x="32671" y="16347"/>
                  </a:moveTo>
                  <a:cubicBezTo>
                    <a:pt x="32671" y="7304"/>
                    <a:pt x="25367" y="0"/>
                    <a:pt x="16348" y="0"/>
                  </a:cubicBezTo>
                  <a:cubicBezTo>
                    <a:pt x="7304" y="0"/>
                    <a:pt x="1" y="7304"/>
                    <a:pt x="1" y="16347"/>
                  </a:cubicBezTo>
                  <a:cubicBezTo>
                    <a:pt x="1" y="25367"/>
                    <a:pt x="7304" y="32670"/>
                    <a:pt x="16348" y="32670"/>
                  </a:cubicBezTo>
                  <a:cubicBezTo>
                    <a:pt x="25367" y="32670"/>
                    <a:pt x="32671" y="25367"/>
                    <a:pt x="32671" y="16347"/>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0"/>
            <p:cNvSpPr/>
            <p:nvPr/>
          </p:nvSpPr>
          <p:spPr>
            <a:xfrm>
              <a:off x="4836300" y="3781475"/>
              <a:ext cx="1429500" cy="1531825"/>
            </a:xfrm>
            <a:custGeom>
              <a:avLst/>
              <a:gdLst/>
              <a:ahLst/>
              <a:cxnLst/>
              <a:rect l="l" t="t" r="r" b="b"/>
              <a:pathLst>
                <a:path w="57180" h="61273" fill="none" extrusionOk="0">
                  <a:moveTo>
                    <a:pt x="28602" y="0"/>
                  </a:moveTo>
                  <a:lnTo>
                    <a:pt x="57179" y="32695"/>
                  </a:lnTo>
                  <a:lnTo>
                    <a:pt x="40856" y="32695"/>
                  </a:lnTo>
                  <a:lnTo>
                    <a:pt x="40856" y="61272"/>
                  </a:lnTo>
                  <a:lnTo>
                    <a:pt x="16348" y="61272"/>
                  </a:lnTo>
                  <a:lnTo>
                    <a:pt x="16348" y="32695"/>
                  </a:lnTo>
                  <a:lnTo>
                    <a:pt x="0" y="32695"/>
                  </a:ln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8" name="Google Shape;2998;p60"/>
          <p:cNvSpPr/>
          <p:nvPr/>
        </p:nvSpPr>
        <p:spPr>
          <a:xfrm>
            <a:off x="4136738" y="2947241"/>
            <a:ext cx="755400" cy="755400"/>
          </a:xfrm>
          <a:prstGeom prst="ellipse">
            <a:avLst/>
          </a:prstGeom>
          <a:solidFill>
            <a:schemeClr val="dk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2999" name="Google Shape;2999;p60"/>
          <p:cNvGrpSpPr/>
          <p:nvPr/>
        </p:nvGrpSpPr>
        <p:grpSpPr>
          <a:xfrm>
            <a:off x="4317558" y="3106975"/>
            <a:ext cx="393760" cy="393760"/>
            <a:chOff x="1343800" y="391300"/>
            <a:chExt cx="4922000" cy="4922000"/>
          </a:xfrm>
        </p:grpSpPr>
        <p:sp>
          <p:nvSpPr>
            <p:cNvPr id="3000" name="Google Shape;3000;p60"/>
            <p:cNvSpPr/>
            <p:nvPr/>
          </p:nvSpPr>
          <p:spPr>
            <a:xfrm>
              <a:off x="3805075" y="3046200"/>
              <a:ext cx="25" cy="1654375"/>
            </a:xfrm>
            <a:custGeom>
              <a:avLst/>
              <a:gdLst/>
              <a:ahLst/>
              <a:cxnLst/>
              <a:rect l="l" t="t" r="r" b="b"/>
              <a:pathLst>
                <a:path w="1" h="66175" fill="none" extrusionOk="0">
                  <a:moveTo>
                    <a:pt x="1" y="66174"/>
                  </a:move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0"/>
            <p:cNvSpPr/>
            <p:nvPr/>
          </p:nvSpPr>
          <p:spPr>
            <a:xfrm>
              <a:off x="2170975" y="4087825"/>
              <a:ext cx="25" cy="612750"/>
            </a:xfrm>
            <a:custGeom>
              <a:avLst/>
              <a:gdLst/>
              <a:ahLst/>
              <a:cxnLst/>
              <a:rect l="l" t="t" r="r" b="b"/>
              <a:pathLst>
                <a:path w="1" h="24510" fill="none" extrusionOk="0">
                  <a:moveTo>
                    <a:pt x="0" y="24509"/>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0"/>
            <p:cNvSpPr/>
            <p:nvPr/>
          </p:nvSpPr>
          <p:spPr>
            <a:xfrm>
              <a:off x="5438600" y="4087825"/>
              <a:ext cx="25" cy="612750"/>
            </a:xfrm>
            <a:custGeom>
              <a:avLst/>
              <a:gdLst/>
              <a:ahLst/>
              <a:cxnLst/>
              <a:rect l="l" t="t" r="r" b="b"/>
              <a:pathLst>
                <a:path w="1" h="24510" fill="none" extrusionOk="0">
                  <a:moveTo>
                    <a:pt x="0" y="24509"/>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0"/>
            <p:cNvSpPr/>
            <p:nvPr/>
          </p:nvSpPr>
          <p:spPr>
            <a:xfrm>
              <a:off x="2643975" y="391300"/>
              <a:ext cx="2321625" cy="2654925"/>
            </a:xfrm>
            <a:custGeom>
              <a:avLst/>
              <a:gdLst/>
              <a:ahLst/>
              <a:cxnLst/>
              <a:rect l="l" t="t" r="r" b="b"/>
              <a:pathLst>
                <a:path w="92865" h="106197" fill="none" extrusionOk="0">
                  <a:moveTo>
                    <a:pt x="46445" y="0"/>
                  </a:moveTo>
                  <a:lnTo>
                    <a:pt x="46445" y="0"/>
                  </a:lnTo>
                  <a:cubicBezTo>
                    <a:pt x="75267" y="0"/>
                    <a:pt x="92865" y="31690"/>
                    <a:pt x="77620" y="56174"/>
                  </a:cubicBezTo>
                  <a:lnTo>
                    <a:pt x="46445" y="106197"/>
                  </a:lnTo>
                  <a:lnTo>
                    <a:pt x="15245" y="56174"/>
                  </a:lnTo>
                  <a:cubicBezTo>
                    <a:pt x="1" y="31690"/>
                    <a:pt x="17598" y="0"/>
                    <a:pt x="46445"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0"/>
            <p:cNvSpPr/>
            <p:nvPr/>
          </p:nvSpPr>
          <p:spPr>
            <a:xfrm>
              <a:off x="3498725" y="1004000"/>
              <a:ext cx="612750" cy="612750"/>
            </a:xfrm>
            <a:custGeom>
              <a:avLst/>
              <a:gdLst/>
              <a:ahLst/>
              <a:cxnLst/>
              <a:rect l="l" t="t" r="r" b="b"/>
              <a:pathLst>
                <a:path w="24510" h="24510" fill="none" extrusionOk="0">
                  <a:moveTo>
                    <a:pt x="1" y="12255"/>
                  </a:moveTo>
                  <a:cubicBezTo>
                    <a:pt x="1" y="5491"/>
                    <a:pt x="5491" y="1"/>
                    <a:pt x="12255" y="1"/>
                  </a:cubicBezTo>
                  <a:cubicBezTo>
                    <a:pt x="19019" y="1"/>
                    <a:pt x="24509" y="5491"/>
                    <a:pt x="24509" y="12255"/>
                  </a:cubicBezTo>
                  <a:cubicBezTo>
                    <a:pt x="24509" y="19020"/>
                    <a:pt x="19019" y="24510"/>
                    <a:pt x="12255" y="24510"/>
                  </a:cubicBezTo>
                  <a:cubicBezTo>
                    <a:pt x="5491" y="24510"/>
                    <a:pt x="1" y="19020"/>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0"/>
            <p:cNvSpPr/>
            <p:nvPr/>
          </p:nvSpPr>
          <p:spPr>
            <a:xfrm>
              <a:off x="4667175" y="2249675"/>
              <a:ext cx="1542850" cy="1838175"/>
            </a:xfrm>
            <a:custGeom>
              <a:avLst/>
              <a:gdLst/>
              <a:ahLst/>
              <a:cxnLst/>
              <a:rect l="l" t="t" r="r" b="b"/>
              <a:pathLst>
                <a:path w="61714" h="73527" fill="none" extrusionOk="0">
                  <a:moveTo>
                    <a:pt x="30857" y="0"/>
                  </a:moveTo>
                  <a:lnTo>
                    <a:pt x="30857" y="0"/>
                  </a:lnTo>
                  <a:cubicBezTo>
                    <a:pt x="11863" y="0"/>
                    <a:pt x="1" y="20637"/>
                    <a:pt x="9584" y="37058"/>
                  </a:cubicBezTo>
                  <a:lnTo>
                    <a:pt x="30857" y="73527"/>
                  </a:lnTo>
                  <a:lnTo>
                    <a:pt x="52155" y="37058"/>
                  </a:lnTo>
                  <a:cubicBezTo>
                    <a:pt x="61714" y="20637"/>
                    <a:pt x="49876" y="0"/>
                    <a:pt x="30857"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0"/>
            <p:cNvSpPr/>
            <p:nvPr/>
          </p:nvSpPr>
          <p:spPr>
            <a:xfrm>
              <a:off x="5285425" y="2709200"/>
              <a:ext cx="306375" cy="306400"/>
            </a:xfrm>
            <a:custGeom>
              <a:avLst/>
              <a:gdLst/>
              <a:ahLst/>
              <a:cxnLst/>
              <a:rect l="l" t="t" r="r" b="b"/>
              <a:pathLst>
                <a:path w="12255" h="12256" extrusionOk="0">
                  <a:moveTo>
                    <a:pt x="6127" y="1"/>
                  </a:moveTo>
                  <a:cubicBezTo>
                    <a:pt x="2745" y="1"/>
                    <a:pt x="0" y="2746"/>
                    <a:pt x="0" y="6128"/>
                  </a:cubicBezTo>
                  <a:cubicBezTo>
                    <a:pt x="0" y="9510"/>
                    <a:pt x="2745" y="12255"/>
                    <a:pt x="6127" y="12255"/>
                  </a:cubicBezTo>
                  <a:cubicBezTo>
                    <a:pt x="9510" y="12255"/>
                    <a:pt x="12255" y="9510"/>
                    <a:pt x="12255" y="6128"/>
                  </a:cubicBezTo>
                  <a:cubicBezTo>
                    <a:pt x="12255" y="2746"/>
                    <a:pt x="9510" y="1"/>
                    <a:pt x="6127" y="1"/>
                  </a:cubicBezTo>
                  <a:close/>
                </a:path>
              </a:pathLst>
            </a:custGeom>
            <a:solidFill>
              <a:srgbClr val="000000"/>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0"/>
            <p:cNvSpPr/>
            <p:nvPr/>
          </p:nvSpPr>
          <p:spPr>
            <a:xfrm>
              <a:off x="1399550" y="2249675"/>
              <a:ext cx="1542850" cy="1838175"/>
            </a:xfrm>
            <a:custGeom>
              <a:avLst/>
              <a:gdLst/>
              <a:ahLst/>
              <a:cxnLst/>
              <a:rect l="l" t="t" r="r" b="b"/>
              <a:pathLst>
                <a:path w="61714" h="73527" fill="none" extrusionOk="0">
                  <a:moveTo>
                    <a:pt x="30857" y="0"/>
                  </a:moveTo>
                  <a:lnTo>
                    <a:pt x="30857" y="0"/>
                  </a:lnTo>
                  <a:cubicBezTo>
                    <a:pt x="49876" y="0"/>
                    <a:pt x="61714" y="20637"/>
                    <a:pt x="52131" y="37058"/>
                  </a:cubicBezTo>
                  <a:lnTo>
                    <a:pt x="30857" y="73527"/>
                  </a:lnTo>
                  <a:lnTo>
                    <a:pt x="9583" y="37058"/>
                  </a:lnTo>
                  <a:cubicBezTo>
                    <a:pt x="0" y="20637"/>
                    <a:pt x="11838" y="0"/>
                    <a:pt x="30857" y="0"/>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0"/>
            <p:cNvSpPr/>
            <p:nvPr/>
          </p:nvSpPr>
          <p:spPr>
            <a:xfrm>
              <a:off x="2017775" y="2709200"/>
              <a:ext cx="306400" cy="306400"/>
            </a:xfrm>
            <a:custGeom>
              <a:avLst/>
              <a:gdLst/>
              <a:ahLst/>
              <a:cxnLst/>
              <a:rect l="l" t="t" r="r" b="b"/>
              <a:pathLst>
                <a:path w="12256" h="12256" extrusionOk="0">
                  <a:moveTo>
                    <a:pt x="6128" y="1"/>
                  </a:moveTo>
                  <a:cubicBezTo>
                    <a:pt x="2746" y="1"/>
                    <a:pt x="1" y="2746"/>
                    <a:pt x="1" y="6128"/>
                  </a:cubicBezTo>
                  <a:cubicBezTo>
                    <a:pt x="1" y="9510"/>
                    <a:pt x="2746" y="12255"/>
                    <a:pt x="6128" y="12255"/>
                  </a:cubicBezTo>
                  <a:cubicBezTo>
                    <a:pt x="9510" y="12255"/>
                    <a:pt x="12255" y="9510"/>
                    <a:pt x="12255" y="6128"/>
                  </a:cubicBezTo>
                  <a:cubicBezTo>
                    <a:pt x="12255" y="2746"/>
                    <a:pt x="9510" y="1"/>
                    <a:pt x="6128" y="1"/>
                  </a:cubicBezTo>
                  <a:close/>
                </a:path>
              </a:pathLst>
            </a:custGeom>
            <a:solidFill>
              <a:srgbClr val="000000"/>
            </a:solid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0"/>
            <p:cNvSpPr/>
            <p:nvPr/>
          </p:nvSpPr>
          <p:spPr>
            <a:xfrm>
              <a:off x="3498725" y="4700550"/>
              <a:ext cx="612750" cy="612750"/>
            </a:xfrm>
            <a:custGeom>
              <a:avLst/>
              <a:gdLst/>
              <a:ahLst/>
              <a:cxnLst/>
              <a:rect l="l" t="t" r="r" b="b"/>
              <a:pathLst>
                <a:path w="24510" h="24510" fill="none" extrusionOk="0">
                  <a:moveTo>
                    <a:pt x="1" y="12255"/>
                  </a:moveTo>
                  <a:cubicBezTo>
                    <a:pt x="1" y="5490"/>
                    <a:pt x="5491" y="0"/>
                    <a:pt x="12255" y="0"/>
                  </a:cubicBezTo>
                  <a:cubicBezTo>
                    <a:pt x="19019" y="0"/>
                    <a:pt x="24509" y="5490"/>
                    <a:pt x="24509" y="12255"/>
                  </a:cubicBezTo>
                  <a:cubicBezTo>
                    <a:pt x="24509" y="19019"/>
                    <a:pt x="19019" y="24509"/>
                    <a:pt x="12255" y="24509"/>
                  </a:cubicBezTo>
                  <a:cubicBezTo>
                    <a:pt x="5491" y="24509"/>
                    <a:pt x="1" y="19019"/>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0"/>
            <p:cNvSpPr/>
            <p:nvPr/>
          </p:nvSpPr>
          <p:spPr>
            <a:xfrm>
              <a:off x="1864600" y="4700550"/>
              <a:ext cx="612750" cy="612750"/>
            </a:xfrm>
            <a:custGeom>
              <a:avLst/>
              <a:gdLst/>
              <a:ahLst/>
              <a:cxnLst/>
              <a:rect l="l" t="t" r="r" b="b"/>
              <a:pathLst>
                <a:path w="24510" h="24510" fill="none" extrusionOk="0">
                  <a:moveTo>
                    <a:pt x="1" y="12255"/>
                  </a:moveTo>
                  <a:cubicBezTo>
                    <a:pt x="1" y="5490"/>
                    <a:pt x="5491" y="0"/>
                    <a:pt x="12255" y="0"/>
                  </a:cubicBezTo>
                  <a:cubicBezTo>
                    <a:pt x="19019" y="0"/>
                    <a:pt x="24509" y="5490"/>
                    <a:pt x="24509" y="12255"/>
                  </a:cubicBezTo>
                  <a:cubicBezTo>
                    <a:pt x="24509" y="19019"/>
                    <a:pt x="19019" y="24509"/>
                    <a:pt x="12255" y="24509"/>
                  </a:cubicBezTo>
                  <a:cubicBezTo>
                    <a:pt x="5491" y="24509"/>
                    <a:pt x="1" y="19019"/>
                    <a:pt x="1"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0"/>
            <p:cNvSpPr/>
            <p:nvPr/>
          </p:nvSpPr>
          <p:spPr>
            <a:xfrm>
              <a:off x="5132225" y="4700550"/>
              <a:ext cx="612750" cy="612750"/>
            </a:xfrm>
            <a:custGeom>
              <a:avLst/>
              <a:gdLst/>
              <a:ahLst/>
              <a:cxnLst/>
              <a:rect l="l" t="t" r="r" b="b"/>
              <a:pathLst>
                <a:path w="24510" h="24510" fill="none" extrusionOk="0">
                  <a:moveTo>
                    <a:pt x="24510" y="12255"/>
                  </a:moveTo>
                  <a:cubicBezTo>
                    <a:pt x="24510" y="5490"/>
                    <a:pt x="19020" y="0"/>
                    <a:pt x="12255" y="0"/>
                  </a:cubicBezTo>
                  <a:cubicBezTo>
                    <a:pt x="5491" y="0"/>
                    <a:pt x="1" y="5490"/>
                    <a:pt x="1" y="12255"/>
                  </a:cubicBezTo>
                  <a:cubicBezTo>
                    <a:pt x="1" y="19019"/>
                    <a:pt x="5491" y="24509"/>
                    <a:pt x="12255" y="24509"/>
                  </a:cubicBezTo>
                  <a:cubicBezTo>
                    <a:pt x="19020" y="24509"/>
                    <a:pt x="24510" y="19019"/>
                    <a:pt x="24510" y="12255"/>
                  </a:cubicBezTo>
                  <a:close/>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0"/>
            <p:cNvSpPr/>
            <p:nvPr/>
          </p:nvSpPr>
          <p:spPr>
            <a:xfrm>
              <a:off x="5744950" y="5006900"/>
              <a:ext cx="520850" cy="25"/>
            </a:xfrm>
            <a:custGeom>
              <a:avLst/>
              <a:gdLst/>
              <a:ahLst/>
              <a:cxnLst/>
              <a:rect l="l" t="t" r="r" b="b"/>
              <a:pathLst>
                <a:path w="20834" h="1" fill="none" extrusionOk="0">
                  <a:moveTo>
                    <a:pt x="20833" y="1"/>
                  </a:moveTo>
                  <a:lnTo>
                    <a:pt x="1"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0"/>
            <p:cNvSpPr/>
            <p:nvPr/>
          </p:nvSpPr>
          <p:spPr>
            <a:xfrm>
              <a:off x="4111450" y="5006900"/>
              <a:ext cx="1020800" cy="25"/>
            </a:xfrm>
            <a:custGeom>
              <a:avLst/>
              <a:gdLst/>
              <a:ahLst/>
              <a:cxnLst/>
              <a:rect l="l" t="t" r="r" b="b"/>
              <a:pathLst>
                <a:path w="40832" h="1" fill="none" extrusionOk="0">
                  <a:moveTo>
                    <a:pt x="40832"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0"/>
            <p:cNvSpPr/>
            <p:nvPr/>
          </p:nvSpPr>
          <p:spPr>
            <a:xfrm>
              <a:off x="2477325" y="5006900"/>
              <a:ext cx="1021425" cy="25"/>
            </a:xfrm>
            <a:custGeom>
              <a:avLst/>
              <a:gdLst/>
              <a:ahLst/>
              <a:cxnLst/>
              <a:rect l="l" t="t" r="r" b="b"/>
              <a:pathLst>
                <a:path w="40857" h="1" fill="none" extrusionOk="0">
                  <a:moveTo>
                    <a:pt x="40857"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0"/>
            <p:cNvSpPr/>
            <p:nvPr/>
          </p:nvSpPr>
          <p:spPr>
            <a:xfrm>
              <a:off x="1343800" y="5006900"/>
              <a:ext cx="520825" cy="25"/>
            </a:xfrm>
            <a:custGeom>
              <a:avLst/>
              <a:gdLst/>
              <a:ahLst/>
              <a:cxnLst/>
              <a:rect l="l" t="t" r="r" b="b"/>
              <a:pathLst>
                <a:path w="20833" h="1" fill="none" extrusionOk="0">
                  <a:moveTo>
                    <a:pt x="20833" y="1"/>
                  </a:moveTo>
                  <a:lnTo>
                    <a:pt x="0" y="1"/>
                  </a:lnTo>
                </a:path>
              </a:pathLst>
            </a:custGeom>
            <a:noFill/>
            <a:ln w="28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3019"/>
        <p:cNvGrpSpPr/>
        <p:nvPr/>
      </p:nvGrpSpPr>
      <p:grpSpPr>
        <a:xfrm>
          <a:off x="0" y="0"/>
          <a:ext cx="0" cy="0"/>
          <a:chOff x="0" y="0"/>
          <a:chExt cx="0" cy="0"/>
        </a:xfrm>
      </p:grpSpPr>
      <p:sp>
        <p:nvSpPr>
          <p:cNvPr id="3020" name="Google Shape;3020;p6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64</a:t>
            </a:fld>
            <a:endParaRPr/>
          </a:p>
        </p:txBody>
      </p:sp>
      <p:sp>
        <p:nvSpPr>
          <p:cNvPr id="3021" name="Google Shape;3021;p61"/>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A timeline always works well</a:t>
            </a:r>
            <a:endParaRPr/>
          </a:p>
        </p:txBody>
      </p:sp>
      <p:cxnSp>
        <p:nvCxnSpPr>
          <p:cNvPr id="3022" name="Google Shape;3022;p61"/>
          <p:cNvCxnSpPr>
            <a:endCxn id="3023" idx="2"/>
          </p:cNvCxnSpPr>
          <p:nvPr/>
        </p:nvCxnSpPr>
        <p:spPr>
          <a:xfrm>
            <a:off x="1160850" y="2852020"/>
            <a:ext cx="1083900" cy="0"/>
          </a:xfrm>
          <a:prstGeom prst="straightConnector1">
            <a:avLst/>
          </a:prstGeom>
          <a:noFill/>
          <a:ln w="38100" cap="flat" cmpd="sng">
            <a:solidFill>
              <a:schemeClr val="lt2"/>
            </a:solidFill>
            <a:prstDash val="solid"/>
            <a:round/>
            <a:headEnd type="oval" w="med" len="med"/>
            <a:tailEnd type="none" w="med" len="med"/>
          </a:ln>
        </p:spPr>
      </p:cxnSp>
      <p:sp>
        <p:nvSpPr>
          <p:cNvPr id="3023" name="Google Shape;3023;p61"/>
          <p:cNvSpPr/>
          <p:nvPr/>
        </p:nvSpPr>
        <p:spPr>
          <a:xfrm>
            <a:off x="2244750" y="2655220"/>
            <a:ext cx="393600" cy="393600"/>
          </a:xfrm>
          <a:prstGeom prst="ellipse">
            <a:avLst/>
          </a:prstGeom>
          <a:solidFill>
            <a:schemeClr val="dk2"/>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24" name="Google Shape;3024;p61"/>
          <p:cNvCxnSpPr>
            <a:stCxn id="3023" idx="6"/>
            <a:endCxn id="3025" idx="2"/>
          </p:cNvCxnSpPr>
          <p:nvPr/>
        </p:nvCxnSpPr>
        <p:spPr>
          <a:xfrm>
            <a:off x="2638350" y="2852020"/>
            <a:ext cx="1041000" cy="0"/>
          </a:xfrm>
          <a:prstGeom prst="straightConnector1">
            <a:avLst/>
          </a:prstGeom>
          <a:noFill/>
          <a:ln w="38100" cap="flat" cmpd="sng">
            <a:solidFill>
              <a:schemeClr val="lt2"/>
            </a:solidFill>
            <a:prstDash val="solid"/>
            <a:round/>
            <a:headEnd type="none" w="med" len="med"/>
            <a:tailEnd type="none" w="med" len="med"/>
          </a:ln>
        </p:spPr>
      </p:cxnSp>
      <p:sp>
        <p:nvSpPr>
          <p:cNvPr id="3025" name="Google Shape;3025;p61"/>
          <p:cNvSpPr/>
          <p:nvPr/>
        </p:nvSpPr>
        <p:spPr>
          <a:xfrm>
            <a:off x="3679350" y="2655220"/>
            <a:ext cx="393600" cy="3936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26" name="Google Shape;3026;p61"/>
          <p:cNvCxnSpPr>
            <a:stCxn id="3025" idx="6"/>
            <a:endCxn id="3027" idx="2"/>
          </p:cNvCxnSpPr>
          <p:nvPr/>
        </p:nvCxnSpPr>
        <p:spPr>
          <a:xfrm>
            <a:off x="4072950" y="2852020"/>
            <a:ext cx="1041000" cy="8100"/>
          </a:xfrm>
          <a:prstGeom prst="straightConnector1">
            <a:avLst/>
          </a:prstGeom>
          <a:noFill/>
          <a:ln w="38100" cap="flat" cmpd="sng">
            <a:solidFill>
              <a:schemeClr val="lt2"/>
            </a:solidFill>
            <a:prstDash val="solid"/>
            <a:round/>
            <a:headEnd type="none" w="med" len="med"/>
            <a:tailEnd type="none" w="med" len="med"/>
          </a:ln>
        </p:spPr>
      </p:cxnSp>
      <p:sp>
        <p:nvSpPr>
          <p:cNvPr id="3027" name="Google Shape;3027;p61"/>
          <p:cNvSpPr/>
          <p:nvPr/>
        </p:nvSpPr>
        <p:spPr>
          <a:xfrm>
            <a:off x="5113950" y="2663391"/>
            <a:ext cx="393600" cy="393600"/>
          </a:xfrm>
          <a:prstGeom prst="ellipse">
            <a:avLst/>
          </a:prstGeom>
          <a:solidFill>
            <a:schemeClr val="lt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28" name="Google Shape;3028;p61"/>
          <p:cNvCxnSpPr>
            <a:stCxn id="3027" idx="6"/>
            <a:endCxn id="3029" idx="2"/>
          </p:cNvCxnSpPr>
          <p:nvPr/>
        </p:nvCxnSpPr>
        <p:spPr>
          <a:xfrm>
            <a:off x="5507550" y="2860191"/>
            <a:ext cx="1041000" cy="0"/>
          </a:xfrm>
          <a:prstGeom prst="straightConnector1">
            <a:avLst/>
          </a:prstGeom>
          <a:noFill/>
          <a:ln w="38100" cap="flat" cmpd="sng">
            <a:solidFill>
              <a:schemeClr val="lt2"/>
            </a:solidFill>
            <a:prstDash val="solid"/>
            <a:round/>
            <a:headEnd type="none" w="med" len="med"/>
            <a:tailEnd type="none" w="med" len="med"/>
          </a:ln>
        </p:spPr>
      </p:cxnSp>
      <p:sp>
        <p:nvSpPr>
          <p:cNvPr id="3029" name="Google Shape;3029;p61"/>
          <p:cNvSpPr/>
          <p:nvPr/>
        </p:nvSpPr>
        <p:spPr>
          <a:xfrm>
            <a:off x="6548550" y="2663391"/>
            <a:ext cx="393600" cy="393600"/>
          </a:xfrm>
          <a:prstGeom prst="ellipse">
            <a:avLst/>
          </a:pr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30" name="Google Shape;3030;p61"/>
          <p:cNvCxnSpPr>
            <a:stCxn id="3029" idx="6"/>
          </p:cNvCxnSpPr>
          <p:nvPr/>
        </p:nvCxnSpPr>
        <p:spPr>
          <a:xfrm>
            <a:off x="6942150" y="2860191"/>
            <a:ext cx="1041000" cy="0"/>
          </a:xfrm>
          <a:prstGeom prst="straightConnector1">
            <a:avLst/>
          </a:prstGeom>
          <a:noFill/>
          <a:ln w="38100" cap="flat" cmpd="sng">
            <a:solidFill>
              <a:schemeClr val="lt2"/>
            </a:solidFill>
            <a:prstDash val="solid"/>
            <a:round/>
            <a:headEnd type="none" w="med" len="med"/>
            <a:tailEnd type="oval" w="med" len="med"/>
          </a:ln>
        </p:spPr>
      </p:cxnSp>
      <p:sp>
        <p:nvSpPr>
          <p:cNvPr id="3031" name="Google Shape;3031;p61"/>
          <p:cNvSpPr txBox="1"/>
          <p:nvPr/>
        </p:nvSpPr>
        <p:spPr>
          <a:xfrm flipH="1">
            <a:off x="1239601" y="1945625"/>
            <a:ext cx="2403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Venus</a:t>
            </a:r>
            <a:endParaRPr sz="2400">
              <a:solidFill>
                <a:schemeClr val="accent4"/>
              </a:solidFill>
              <a:latin typeface="Poppins ExtraBold"/>
              <a:ea typeface="Poppins ExtraBold"/>
              <a:cs typeface="Poppins ExtraBold"/>
              <a:sym typeface="Poppins ExtraBold"/>
            </a:endParaRPr>
          </a:p>
        </p:txBody>
      </p:sp>
      <p:sp>
        <p:nvSpPr>
          <p:cNvPr id="3032" name="Google Shape;3032;p61"/>
          <p:cNvSpPr txBox="1"/>
          <p:nvPr/>
        </p:nvSpPr>
        <p:spPr>
          <a:xfrm flipH="1">
            <a:off x="1239601" y="1440275"/>
            <a:ext cx="2403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Venus is the second planet from the Sun</a:t>
            </a:r>
            <a:endParaRPr>
              <a:solidFill>
                <a:schemeClr val="lt2"/>
              </a:solidFill>
              <a:latin typeface="Poppins"/>
              <a:ea typeface="Poppins"/>
              <a:cs typeface="Poppins"/>
              <a:sym typeface="Poppins"/>
            </a:endParaRPr>
          </a:p>
        </p:txBody>
      </p:sp>
      <p:sp>
        <p:nvSpPr>
          <p:cNvPr id="3033" name="Google Shape;3033;p61"/>
          <p:cNvSpPr txBox="1"/>
          <p:nvPr/>
        </p:nvSpPr>
        <p:spPr>
          <a:xfrm flipH="1">
            <a:off x="2675367" y="3238425"/>
            <a:ext cx="2403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Mercury</a:t>
            </a:r>
            <a:endParaRPr sz="2400">
              <a:solidFill>
                <a:schemeClr val="accent4"/>
              </a:solidFill>
              <a:latin typeface="Poppins ExtraBold"/>
              <a:ea typeface="Poppins ExtraBold"/>
              <a:cs typeface="Poppins ExtraBold"/>
              <a:sym typeface="Poppins ExtraBold"/>
            </a:endParaRPr>
          </a:p>
        </p:txBody>
      </p:sp>
      <p:sp>
        <p:nvSpPr>
          <p:cNvPr id="3034" name="Google Shape;3034;p61"/>
          <p:cNvSpPr txBox="1"/>
          <p:nvPr/>
        </p:nvSpPr>
        <p:spPr>
          <a:xfrm flipH="1">
            <a:off x="2674200" y="3741025"/>
            <a:ext cx="2403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Mercury is the closest planet to the Sun</a:t>
            </a:r>
            <a:endParaRPr>
              <a:solidFill>
                <a:schemeClr val="lt2"/>
              </a:solidFill>
              <a:latin typeface="Poppins"/>
              <a:ea typeface="Poppins"/>
              <a:cs typeface="Poppins"/>
              <a:sym typeface="Poppins"/>
            </a:endParaRPr>
          </a:p>
        </p:txBody>
      </p:sp>
      <p:sp>
        <p:nvSpPr>
          <p:cNvPr id="3035" name="Google Shape;3035;p61"/>
          <p:cNvSpPr txBox="1"/>
          <p:nvPr/>
        </p:nvSpPr>
        <p:spPr>
          <a:xfrm flipH="1">
            <a:off x="4108843" y="1945625"/>
            <a:ext cx="2403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Mars</a:t>
            </a:r>
            <a:endParaRPr sz="2400">
              <a:solidFill>
                <a:schemeClr val="accent4"/>
              </a:solidFill>
              <a:latin typeface="Poppins ExtraBold"/>
              <a:ea typeface="Poppins ExtraBold"/>
              <a:cs typeface="Poppins ExtraBold"/>
              <a:sym typeface="Poppins ExtraBold"/>
            </a:endParaRPr>
          </a:p>
        </p:txBody>
      </p:sp>
      <p:sp>
        <p:nvSpPr>
          <p:cNvPr id="3036" name="Google Shape;3036;p61"/>
          <p:cNvSpPr txBox="1"/>
          <p:nvPr/>
        </p:nvSpPr>
        <p:spPr>
          <a:xfrm flipH="1">
            <a:off x="4108799" y="1440275"/>
            <a:ext cx="2403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Despite being red, Mars is a very cold place</a:t>
            </a:r>
            <a:endParaRPr>
              <a:solidFill>
                <a:schemeClr val="lt2"/>
              </a:solidFill>
              <a:latin typeface="Poppins"/>
              <a:ea typeface="Poppins"/>
              <a:cs typeface="Poppins"/>
              <a:sym typeface="Poppins"/>
            </a:endParaRPr>
          </a:p>
        </p:txBody>
      </p:sp>
      <p:sp>
        <p:nvSpPr>
          <p:cNvPr id="3037" name="Google Shape;3037;p61"/>
          <p:cNvSpPr txBox="1"/>
          <p:nvPr/>
        </p:nvSpPr>
        <p:spPr>
          <a:xfrm flipH="1">
            <a:off x="5543399" y="3238425"/>
            <a:ext cx="2403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Jupiter</a:t>
            </a:r>
            <a:endParaRPr sz="2400">
              <a:solidFill>
                <a:schemeClr val="accent4"/>
              </a:solidFill>
              <a:latin typeface="Poppins ExtraBold"/>
              <a:ea typeface="Poppins ExtraBold"/>
              <a:cs typeface="Poppins ExtraBold"/>
              <a:sym typeface="Poppins ExtraBold"/>
            </a:endParaRPr>
          </a:p>
        </p:txBody>
      </p:sp>
      <p:sp>
        <p:nvSpPr>
          <p:cNvPr id="3038" name="Google Shape;3038;p61"/>
          <p:cNvSpPr txBox="1"/>
          <p:nvPr/>
        </p:nvSpPr>
        <p:spPr>
          <a:xfrm flipH="1">
            <a:off x="5543399" y="3741025"/>
            <a:ext cx="2403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Jupiter is the biggest planet of them all</a:t>
            </a:r>
            <a:endParaRPr>
              <a:solidFill>
                <a:schemeClr val="lt2"/>
              </a:solidFill>
              <a:latin typeface="Poppins"/>
              <a:ea typeface="Poppins"/>
              <a:cs typeface="Poppins"/>
              <a:sym typeface="Poppins"/>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3042"/>
        <p:cNvGrpSpPr/>
        <p:nvPr/>
      </p:nvGrpSpPr>
      <p:grpSpPr>
        <a:xfrm>
          <a:off x="0" y="0"/>
          <a:ext cx="0" cy="0"/>
          <a:chOff x="0" y="0"/>
          <a:chExt cx="0" cy="0"/>
        </a:xfrm>
      </p:grpSpPr>
      <p:sp>
        <p:nvSpPr>
          <p:cNvPr id="3043" name="Google Shape;3043;p62"/>
          <p:cNvSpPr/>
          <p:nvPr/>
        </p:nvSpPr>
        <p:spPr>
          <a:xfrm rot="-1101868">
            <a:off x="5256563" y="1966387"/>
            <a:ext cx="385640" cy="2188423"/>
          </a:xfrm>
          <a:prstGeom prst="rect">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2"/>
          <p:cNvSpPr/>
          <p:nvPr/>
        </p:nvSpPr>
        <p:spPr>
          <a:xfrm rot="-901228">
            <a:off x="4789926" y="1966286"/>
            <a:ext cx="385470" cy="2188390"/>
          </a:xfrm>
          <a:prstGeom prst="rect">
            <a:avLst/>
          </a:prstGeom>
          <a:solidFill>
            <a:schemeClr val="accent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2"/>
          <p:cNvSpPr/>
          <p:nvPr/>
        </p:nvSpPr>
        <p:spPr>
          <a:xfrm>
            <a:off x="4043925" y="1957050"/>
            <a:ext cx="385500" cy="2188500"/>
          </a:xfrm>
          <a:prstGeom prst="rect">
            <a:avLst/>
          </a:prstGeom>
          <a:solidFill>
            <a:schemeClr val="dk2"/>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2"/>
          <p:cNvSpPr/>
          <p:nvPr/>
        </p:nvSpPr>
        <p:spPr>
          <a:xfrm>
            <a:off x="3538000" y="1957050"/>
            <a:ext cx="385500" cy="2188500"/>
          </a:xfrm>
          <a:prstGeom prst="rect">
            <a:avLst/>
          </a:prstGeom>
          <a:solidFill>
            <a:schemeClr val="accent3"/>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65</a:t>
            </a:fld>
            <a:endParaRPr/>
          </a:p>
        </p:txBody>
      </p:sp>
      <p:sp>
        <p:nvSpPr>
          <p:cNvPr id="3048" name="Google Shape;3048;p62"/>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Infographics make your idea understandable</a:t>
            </a:r>
            <a:endParaRPr/>
          </a:p>
        </p:txBody>
      </p:sp>
      <p:sp>
        <p:nvSpPr>
          <p:cNvPr id="3049" name="Google Shape;3049;p62"/>
          <p:cNvSpPr txBox="1"/>
          <p:nvPr/>
        </p:nvSpPr>
        <p:spPr>
          <a:xfrm>
            <a:off x="6281517" y="1819975"/>
            <a:ext cx="2109300" cy="527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Venus</a:t>
            </a:r>
            <a:endParaRPr sz="2400">
              <a:solidFill>
                <a:schemeClr val="accent4"/>
              </a:solidFill>
              <a:latin typeface="Poppins ExtraBold"/>
              <a:ea typeface="Poppins ExtraBold"/>
              <a:cs typeface="Poppins ExtraBold"/>
              <a:sym typeface="Poppins ExtraBold"/>
            </a:endParaRPr>
          </a:p>
        </p:txBody>
      </p:sp>
      <p:sp>
        <p:nvSpPr>
          <p:cNvPr id="3050" name="Google Shape;3050;p62"/>
          <p:cNvSpPr txBox="1"/>
          <p:nvPr/>
        </p:nvSpPr>
        <p:spPr>
          <a:xfrm>
            <a:off x="6281525" y="2199125"/>
            <a:ext cx="2109300" cy="693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Venus has extremely high temperatures</a:t>
            </a:r>
            <a:endParaRPr>
              <a:solidFill>
                <a:schemeClr val="lt2"/>
              </a:solidFill>
              <a:latin typeface="Poppins"/>
              <a:ea typeface="Poppins"/>
              <a:cs typeface="Poppins"/>
              <a:sym typeface="Poppins"/>
            </a:endParaRPr>
          </a:p>
        </p:txBody>
      </p:sp>
      <p:sp>
        <p:nvSpPr>
          <p:cNvPr id="3051" name="Google Shape;3051;p62"/>
          <p:cNvSpPr txBox="1"/>
          <p:nvPr/>
        </p:nvSpPr>
        <p:spPr>
          <a:xfrm>
            <a:off x="753167" y="3024225"/>
            <a:ext cx="2109300" cy="527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Mercury</a:t>
            </a:r>
            <a:endParaRPr sz="2400">
              <a:solidFill>
                <a:schemeClr val="accent4"/>
              </a:solidFill>
              <a:latin typeface="Poppins ExtraBold"/>
              <a:ea typeface="Poppins ExtraBold"/>
              <a:cs typeface="Poppins ExtraBold"/>
              <a:sym typeface="Poppins ExtraBold"/>
            </a:endParaRPr>
          </a:p>
        </p:txBody>
      </p:sp>
      <p:sp>
        <p:nvSpPr>
          <p:cNvPr id="3052" name="Google Shape;3052;p62"/>
          <p:cNvSpPr txBox="1"/>
          <p:nvPr/>
        </p:nvSpPr>
        <p:spPr>
          <a:xfrm>
            <a:off x="753275" y="2199125"/>
            <a:ext cx="2109300" cy="693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Mars is actually a very cold place</a:t>
            </a:r>
            <a:endParaRPr>
              <a:solidFill>
                <a:schemeClr val="lt2"/>
              </a:solidFill>
              <a:latin typeface="Poppins"/>
              <a:ea typeface="Poppins"/>
              <a:cs typeface="Poppins"/>
              <a:sym typeface="Poppins"/>
            </a:endParaRPr>
          </a:p>
        </p:txBody>
      </p:sp>
      <p:sp>
        <p:nvSpPr>
          <p:cNvPr id="3053" name="Google Shape;3053;p62"/>
          <p:cNvSpPr txBox="1"/>
          <p:nvPr/>
        </p:nvSpPr>
        <p:spPr>
          <a:xfrm>
            <a:off x="753275" y="3403375"/>
            <a:ext cx="2109300" cy="693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Mercury is the closest planet to the Sun</a:t>
            </a:r>
            <a:endParaRPr>
              <a:solidFill>
                <a:schemeClr val="lt2"/>
              </a:solidFill>
              <a:latin typeface="Poppins"/>
              <a:ea typeface="Poppins"/>
              <a:cs typeface="Poppins"/>
              <a:sym typeface="Poppins"/>
            </a:endParaRPr>
          </a:p>
        </p:txBody>
      </p:sp>
      <p:sp>
        <p:nvSpPr>
          <p:cNvPr id="3054" name="Google Shape;3054;p62"/>
          <p:cNvSpPr txBox="1"/>
          <p:nvPr/>
        </p:nvSpPr>
        <p:spPr>
          <a:xfrm>
            <a:off x="6281517" y="3024225"/>
            <a:ext cx="2109300" cy="527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Saturn</a:t>
            </a:r>
            <a:endParaRPr sz="2400">
              <a:solidFill>
                <a:schemeClr val="accent4"/>
              </a:solidFill>
              <a:latin typeface="Poppins ExtraBold"/>
              <a:ea typeface="Poppins ExtraBold"/>
              <a:cs typeface="Poppins ExtraBold"/>
              <a:sym typeface="Poppins ExtraBold"/>
            </a:endParaRPr>
          </a:p>
        </p:txBody>
      </p:sp>
      <p:sp>
        <p:nvSpPr>
          <p:cNvPr id="3055" name="Google Shape;3055;p62"/>
          <p:cNvSpPr txBox="1"/>
          <p:nvPr/>
        </p:nvSpPr>
        <p:spPr>
          <a:xfrm>
            <a:off x="6281525" y="3403375"/>
            <a:ext cx="2109300" cy="693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2"/>
                </a:solidFill>
                <a:latin typeface="Poppins"/>
                <a:ea typeface="Poppins"/>
                <a:cs typeface="Poppins"/>
                <a:sym typeface="Poppins"/>
              </a:rPr>
              <a:t>Saturn is a gas giant and has several rings</a:t>
            </a:r>
            <a:endParaRPr>
              <a:solidFill>
                <a:schemeClr val="lt2"/>
              </a:solidFill>
              <a:latin typeface="Poppins"/>
              <a:ea typeface="Poppins"/>
              <a:cs typeface="Poppins"/>
              <a:sym typeface="Poppins"/>
            </a:endParaRPr>
          </a:p>
        </p:txBody>
      </p:sp>
      <p:sp>
        <p:nvSpPr>
          <p:cNvPr id="3056" name="Google Shape;3056;p62"/>
          <p:cNvSpPr txBox="1"/>
          <p:nvPr/>
        </p:nvSpPr>
        <p:spPr>
          <a:xfrm>
            <a:off x="753167" y="1819975"/>
            <a:ext cx="2109300" cy="527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4"/>
                </a:solidFill>
                <a:latin typeface="Poppins ExtraBold"/>
                <a:ea typeface="Poppins ExtraBold"/>
                <a:cs typeface="Poppins ExtraBold"/>
                <a:sym typeface="Poppins ExtraBold"/>
              </a:rPr>
              <a:t>Mars</a:t>
            </a:r>
            <a:endParaRPr sz="2400">
              <a:solidFill>
                <a:schemeClr val="accent4"/>
              </a:solidFill>
              <a:latin typeface="Poppins ExtraBold"/>
              <a:ea typeface="Poppins ExtraBold"/>
              <a:cs typeface="Poppins ExtraBold"/>
              <a:sym typeface="Poppins ExtraBold"/>
            </a:endParaRPr>
          </a:p>
        </p:txBody>
      </p:sp>
      <p:cxnSp>
        <p:nvCxnSpPr>
          <p:cNvPr id="3057" name="Google Shape;3057;p62"/>
          <p:cNvCxnSpPr>
            <a:stCxn id="3052" idx="3"/>
            <a:endCxn id="3046" idx="0"/>
          </p:cNvCxnSpPr>
          <p:nvPr/>
        </p:nvCxnSpPr>
        <p:spPr>
          <a:xfrm rot="10800000" flipH="1">
            <a:off x="2862575" y="1957175"/>
            <a:ext cx="868200" cy="588900"/>
          </a:xfrm>
          <a:prstGeom prst="bentConnector4">
            <a:avLst>
              <a:gd name="adj1" fmla="val 38898"/>
              <a:gd name="adj2" fmla="val 140457"/>
            </a:avLst>
          </a:prstGeom>
          <a:noFill/>
          <a:ln w="38100" cap="flat" cmpd="sng">
            <a:solidFill>
              <a:schemeClr val="lt2"/>
            </a:solidFill>
            <a:prstDash val="solid"/>
            <a:round/>
            <a:headEnd type="none" w="med" len="med"/>
            <a:tailEnd type="none" w="med" len="med"/>
          </a:ln>
        </p:spPr>
      </p:cxnSp>
      <p:cxnSp>
        <p:nvCxnSpPr>
          <p:cNvPr id="3058" name="Google Shape;3058;p62"/>
          <p:cNvCxnSpPr>
            <a:stCxn id="3053" idx="3"/>
            <a:endCxn id="3045" idx="2"/>
          </p:cNvCxnSpPr>
          <p:nvPr/>
        </p:nvCxnSpPr>
        <p:spPr>
          <a:xfrm>
            <a:off x="2862575" y="3750325"/>
            <a:ext cx="1374000" cy="395100"/>
          </a:xfrm>
          <a:prstGeom prst="bentConnector4">
            <a:avLst>
              <a:gd name="adj1" fmla="val 42989"/>
              <a:gd name="adj2" fmla="val 160301"/>
            </a:avLst>
          </a:prstGeom>
          <a:noFill/>
          <a:ln w="38100" cap="flat" cmpd="sng">
            <a:solidFill>
              <a:schemeClr val="lt2"/>
            </a:solidFill>
            <a:prstDash val="solid"/>
            <a:round/>
            <a:headEnd type="none" w="med" len="med"/>
            <a:tailEnd type="none" w="med" len="med"/>
          </a:ln>
        </p:spPr>
      </p:cxnSp>
      <p:cxnSp>
        <p:nvCxnSpPr>
          <p:cNvPr id="3059" name="Google Shape;3059;p62"/>
          <p:cNvCxnSpPr>
            <a:stCxn id="3050" idx="1"/>
            <a:endCxn id="3044" idx="0"/>
          </p:cNvCxnSpPr>
          <p:nvPr/>
        </p:nvCxnSpPr>
        <p:spPr>
          <a:xfrm rot="10800000">
            <a:off x="4698725" y="2003675"/>
            <a:ext cx="1582800" cy="542400"/>
          </a:xfrm>
          <a:prstGeom prst="bentConnector4">
            <a:avLst>
              <a:gd name="adj1" fmla="val 26185"/>
              <a:gd name="adj2" fmla="val 153101"/>
            </a:avLst>
          </a:prstGeom>
          <a:noFill/>
          <a:ln w="38100" cap="flat" cmpd="sng">
            <a:solidFill>
              <a:schemeClr val="lt2"/>
            </a:solidFill>
            <a:prstDash val="solid"/>
            <a:round/>
            <a:headEnd type="none" w="med" len="med"/>
            <a:tailEnd type="none" w="med" len="med"/>
          </a:ln>
        </p:spPr>
      </p:cxnSp>
      <p:cxnSp>
        <p:nvCxnSpPr>
          <p:cNvPr id="3060" name="Google Shape;3060;p62"/>
          <p:cNvCxnSpPr>
            <a:stCxn id="3055" idx="1"/>
            <a:endCxn id="3043" idx="2"/>
          </p:cNvCxnSpPr>
          <p:nvPr/>
        </p:nvCxnSpPr>
        <p:spPr>
          <a:xfrm flipH="1">
            <a:off x="5794625" y="3750325"/>
            <a:ext cx="486900" cy="348600"/>
          </a:xfrm>
          <a:prstGeom prst="bentConnector4">
            <a:avLst>
              <a:gd name="adj1" fmla="val 31202"/>
              <a:gd name="adj2" fmla="val 185728"/>
            </a:avLst>
          </a:prstGeom>
          <a:noFill/>
          <a:ln w="38100" cap="flat" cmpd="sng">
            <a:solidFill>
              <a:schemeClr val="lt2"/>
            </a:solidFill>
            <a:prstDash val="solid"/>
            <a:round/>
            <a:headEnd type="none" w="med" len="med"/>
            <a:tailEnd type="none" w="med" len="med"/>
          </a:ln>
        </p:spPr>
      </p:cxn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3064"/>
        <p:cNvGrpSpPr/>
        <p:nvPr/>
      </p:nvGrpSpPr>
      <p:grpSpPr>
        <a:xfrm>
          <a:off x="0" y="0"/>
          <a:ext cx="0" cy="0"/>
          <a:chOff x="0" y="0"/>
          <a:chExt cx="0" cy="0"/>
        </a:xfrm>
      </p:grpSpPr>
      <p:sp>
        <p:nvSpPr>
          <p:cNvPr id="3065" name="Google Shape;3065;p6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66</a:t>
            </a:fld>
            <a:endParaRPr/>
          </a:p>
        </p:txBody>
      </p:sp>
      <p:sp>
        <p:nvSpPr>
          <p:cNvPr id="3066" name="Google Shape;3066;p63"/>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Tables represent your data in a clear way</a:t>
            </a:r>
            <a:endParaRPr/>
          </a:p>
        </p:txBody>
      </p:sp>
      <p:graphicFrame>
        <p:nvGraphicFramePr>
          <p:cNvPr id="3067" name="Google Shape;3067;p63"/>
          <p:cNvGraphicFramePr/>
          <p:nvPr/>
        </p:nvGraphicFramePr>
        <p:xfrm>
          <a:off x="972463" y="1455085"/>
          <a:ext cx="7199075" cy="2627500"/>
        </p:xfrm>
        <a:graphic>
          <a:graphicData uri="http://schemas.openxmlformats.org/drawingml/2006/table">
            <a:tbl>
              <a:tblPr>
                <a:noFill/>
                <a:tableStyleId>{BB8D47D1-8054-436B-A52A-D1FB7BF9DF01}</a:tableStyleId>
              </a:tblPr>
              <a:tblGrid>
                <a:gridCol w="1207900">
                  <a:extLst>
                    <a:ext uri="{9D8B030D-6E8A-4147-A177-3AD203B41FA5}">
                      <a16:colId xmlns:a16="http://schemas.microsoft.com/office/drawing/2014/main" val="20000"/>
                    </a:ext>
                  </a:extLst>
                </a:gridCol>
                <a:gridCol w="2064225">
                  <a:extLst>
                    <a:ext uri="{9D8B030D-6E8A-4147-A177-3AD203B41FA5}">
                      <a16:colId xmlns:a16="http://schemas.microsoft.com/office/drawing/2014/main" val="20001"/>
                    </a:ext>
                  </a:extLst>
                </a:gridCol>
                <a:gridCol w="1963500">
                  <a:extLst>
                    <a:ext uri="{9D8B030D-6E8A-4147-A177-3AD203B41FA5}">
                      <a16:colId xmlns:a16="http://schemas.microsoft.com/office/drawing/2014/main" val="20002"/>
                    </a:ext>
                  </a:extLst>
                </a:gridCol>
                <a:gridCol w="1963450">
                  <a:extLst>
                    <a:ext uri="{9D8B030D-6E8A-4147-A177-3AD203B41FA5}">
                      <a16:colId xmlns:a16="http://schemas.microsoft.com/office/drawing/2014/main" val="20003"/>
                    </a:ext>
                  </a:extLst>
                </a:gridCol>
              </a:tblGrid>
              <a:tr h="800425">
                <a:tc>
                  <a:txBody>
                    <a:bodyPr/>
                    <a:lstStyle/>
                    <a:p>
                      <a:pPr marL="0" lvl="0" indent="0" algn="ctr" rtl="0">
                        <a:spcBef>
                          <a:spcPts val="0"/>
                        </a:spcBef>
                        <a:spcAft>
                          <a:spcPts val="0"/>
                        </a:spcAft>
                        <a:buNone/>
                      </a:pPr>
                      <a:endParaRPr sz="1600">
                        <a:solidFill>
                          <a:schemeClr val="lt2"/>
                        </a:solidFill>
                        <a:latin typeface="Poppins ExtraBold"/>
                        <a:ea typeface="Poppins ExtraBold"/>
                        <a:cs typeface="Poppins ExtraBold"/>
                        <a:sym typeface="Poppins ExtraBold"/>
                      </a:endParaRPr>
                    </a:p>
                  </a:txBody>
                  <a:tcPr marL="91425" marR="91425" marT="68575" marB="68575" anchor="ctr">
                    <a:lnL w="28575" cap="flat" cmpd="sng">
                      <a:solidFill>
                        <a:schemeClr val="lt2">
                          <a:alpha val="0"/>
                        </a:schemeClr>
                      </a:solidFill>
                      <a:prstDash val="solid"/>
                      <a:round/>
                      <a:headEnd type="none" w="sm" len="sm"/>
                      <a:tailEnd type="none" w="sm" len="sm"/>
                    </a:lnL>
                    <a:lnR w="19050" cap="flat" cmpd="sng">
                      <a:solidFill>
                        <a:schemeClr val="lt2"/>
                      </a:solidFill>
                      <a:prstDash val="solid"/>
                      <a:round/>
                      <a:headEnd type="none" w="sm" len="sm"/>
                      <a:tailEnd type="none" w="sm" len="sm"/>
                    </a:lnR>
                    <a:lnT w="28575" cap="flat" cmpd="sng">
                      <a:solidFill>
                        <a:schemeClr val="lt2">
                          <a:alpha val="0"/>
                        </a:schemeClr>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600">
                          <a:solidFill>
                            <a:schemeClr val="lt2"/>
                          </a:solidFill>
                          <a:latin typeface="Poppins ExtraBold"/>
                          <a:ea typeface="Poppins ExtraBold"/>
                          <a:cs typeface="Poppins ExtraBold"/>
                          <a:sym typeface="Poppins ExtraBold"/>
                        </a:rPr>
                        <a:t>Mass</a:t>
                      </a:r>
                      <a:endParaRPr sz="1600">
                        <a:solidFill>
                          <a:schemeClr val="lt2"/>
                        </a:solidFill>
                        <a:latin typeface="Poppins ExtraBold"/>
                        <a:ea typeface="Poppins ExtraBold"/>
                        <a:cs typeface="Poppins ExtraBold"/>
                        <a:sym typeface="Poppins ExtraBold"/>
                      </a:endParaRPr>
                    </a:p>
                    <a:p>
                      <a:pPr marL="0" lvl="0" indent="0" algn="ctr" rtl="0">
                        <a:lnSpc>
                          <a:spcPct val="115000"/>
                        </a:lnSpc>
                        <a:spcBef>
                          <a:spcPts val="0"/>
                        </a:spcBef>
                        <a:spcAft>
                          <a:spcPts val="0"/>
                        </a:spcAft>
                        <a:buNone/>
                      </a:pPr>
                      <a:r>
                        <a:rPr lang="en" sz="1200">
                          <a:solidFill>
                            <a:schemeClr val="lt2"/>
                          </a:solidFill>
                          <a:latin typeface="Poppins"/>
                          <a:ea typeface="Poppins"/>
                          <a:cs typeface="Poppins"/>
                          <a:sym typeface="Poppins"/>
                        </a:rPr>
                        <a:t>(earths)</a:t>
                      </a:r>
                      <a:endParaRPr sz="12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Clr>
                          <a:srgbClr val="000000"/>
                        </a:buClr>
                        <a:buSzPts val="1100"/>
                        <a:buFont typeface="Arial"/>
                        <a:buNone/>
                      </a:pPr>
                      <a:r>
                        <a:rPr lang="en" sz="1600">
                          <a:solidFill>
                            <a:schemeClr val="lt2"/>
                          </a:solidFill>
                          <a:latin typeface="Poppins ExtraBold"/>
                          <a:ea typeface="Poppins ExtraBold"/>
                          <a:cs typeface="Poppins ExtraBold"/>
                          <a:sym typeface="Poppins ExtraBold"/>
                        </a:rPr>
                        <a:t>Diameter</a:t>
                      </a:r>
                      <a:endParaRPr sz="1600">
                        <a:solidFill>
                          <a:schemeClr val="lt2"/>
                        </a:solidFill>
                        <a:latin typeface="Poppins ExtraBold"/>
                        <a:ea typeface="Poppins ExtraBold"/>
                        <a:cs typeface="Poppins ExtraBold"/>
                        <a:sym typeface="Poppins ExtraBold"/>
                      </a:endParaRPr>
                    </a:p>
                    <a:p>
                      <a:pPr marL="0" lvl="0" indent="0" algn="ctr" rtl="0">
                        <a:lnSpc>
                          <a:spcPct val="115000"/>
                        </a:lnSpc>
                        <a:spcBef>
                          <a:spcPts val="0"/>
                        </a:spcBef>
                        <a:spcAft>
                          <a:spcPts val="0"/>
                        </a:spcAft>
                        <a:buNone/>
                      </a:pPr>
                      <a:r>
                        <a:rPr lang="en" sz="1200">
                          <a:solidFill>
                            <a:schemeClr val="lt2"/>
                          </a:solidFill>
                          <a:latin typeface="Poppins"/>
                          <a:ea typeface="Poppins"/>
                          <a:cs typeface="Poppins"/>
                          <a:sym typeface="Poppins"/>
                        </a:rPr>
                        <a:t>(earths)</a:t>
                      </a:r>
                      <a:endParaRPr sz="12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tc>
                  <a:txBody>
                    <a:bodyPr/>
                    <a:lstStyle/>
                    <a:p>
                      <a:pPr marL="0" lvl="0" indent="0" algn="ctr" rtl="0">
                        <a:lnSpc>
                          <a:spcPct val="115000"/>
                        </a:lnSpc>
                        <a:spcBef>
                          <a:spcPts val="0"/>
                        </a:spcBef>
                        <a:spcAft>
                          <a:spcPts val="0"/>
                        </a:spcAft>
                        <a:buClr>
                          <a:srgbClr val="000000"/>
                        </a:buClr>
                        <a:buSzPts val="1100"/>
                        <a:buFont typeface="Arial"/>
                        <a:buNone/>
                      </a:pPr>
                      <a:r>
                        <a:rPr lang="en" sz="1600">
                          <a:solidFill>
                            <a:schemeClr val="lt2"/>
                          </a:solidFill>
                          <a:latin typeface="Poppins ExtraBold"/>
                          <a:ea typeface="Poppins ExtraBold"/>
                          <a:cs typeface="Poppins ExtraBold"/>
                          <a:sym typeface="Poppins ExtraBold"/>
                        </a:rPr>
                        <a:t>Surface gravity</a:t>
                      </a:r>
                      <a:endParaRPr sz="1600">
                        <a:solidFill>
                          <a:schemeClr val="lt2"/>
                        </a:solidFill>
                        <a:latin typeface="Poppins ExtraBold"/>
                        <a:ea typeface="Poppins ExtraBold"/>
                        <a:cs typeface="Poppins ExtraBold"/>
                        <a:sym typeface="Poppins ExtraBold"/>
                      </a:endParaRPr>
                    </a:p>
                    <a:p>
                      <a:pPr marL="0" lvl="0" indent="0" algn="ctr" rtl="0">
                        <a:lnSpc>
                          <a:spcPct val="115000"/>
                        </a:lnSpc>
                        <a:spcBef>
                          <a:spcPts val="0"/>
                        </a:spcBef>
                        <a:spcAft>
                          <a:spcPts val="0"/>
                        </a:spcAft>
                        <a:buClr>
                          <a:srgbClr val="000000"/>
                        </a:buClr>
                        <a:buSzPts val="1100"/>
                        <a:buFont typeface="Arial"/>
                        <a:buNone/>
                      </a:pPr>
                      <a:r>
                        <a:rPr lang="en" sz="1200">
                          <a:solidFill>
                            <a:schemeClr val="lt2"/>
                          </a:solidFill>
                          <a:latin typeface="Poppins"/>
                          <a:ea typeface="Poppins"/>
                          <a:cs typeface="Poppins"/>
                          <a:sym typeface="Poppins"/>
                        </a:rPr>
                        <a:t>(earths)</a:t>
                      </a:r>
                      <a:endParaRPr sz="12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609025">
                <a:tc>
                  <a:txBody>
                    <a:bodyPr/>
                    <a:lstStyle/>
                    <a:p>
                      <a:pPr marL="0" lvl="0" indent="0" algn="ctr" rtl="0">
                        <a:spcBef>
                          <a:spcPts val="0"/>
                        </a:spcBef>
                        <a:spcAft>
                          <a:spcPts val="0"/>
                        </a:spcAft>
                        <a:buNone/>
                      </a:pPr>
                      <a:r>
                        <a:rPr lang="en" sz="1600">
                          <a:solidFill>
                            <a:schemeClr val="lt2"/>
                          </a:solidFill>
                          <a:latin typeface="Poppins"/>
                          <a:ea typeface="Poppins"/>
                          <a:cs typeface="Poppins"/>
                          <a:sym typeface="Poppins"/>
                        </a:rPr>
                        <a:t>Mercury</a:t>
                      </a:r>
                      <a:endParaRPr sz="16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0.06</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0.38</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0.38</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extLst>
                  <a:ext uri="{0D108BD9-81ED-4DB2-BD59-A6C34878D82A}">
                    <a16:rowId xmlns:a16="http://schemas.microsoft.com/office/drawing/2014/main" val="10001"/>
                  </a:ext>
                </a:extLst>
              </a:tr>
              <a:tr h="609025">
                <a:tc>
                  <a:txBody>
                    <a:bodyPr/>
                    <a:lstStyle/>
                    <a:p>
                      <a:pPr marL="0" lvl="0" indent="0" algn="ctr" rtl="0">
                        <a:spcBef>
                          <a:spcPts val="0"/>
                        </a:spcBef>
                        <a:spcAft>
                          <a:spcPts val="0"/>
                        </a:spcAft>
                        <a:buNone/>
                      </a:pPr>
                      <a:r>
                        <a:rPr lang="en" sz="1600">
                          <a:solidFill>
                            <a:schemeClr val="lt2"/>
                          </a:solidFill>
                          <a:latin typeface="Poppins"/>
                          <a:ea typeface="Poppins"/>
                          <a:cs typeface="Poppins"/>
                          <a:sym typeface="Poppins"/>
                        </a:rPr>
                        <a:t>Mars</a:t>
                      </a:r>
                      <a:endParaRPr sz="16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0.11</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0.53</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0.38</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extLst>
                  <a:ext uri="{0D108BD9-81ED-4DB2-BD59-A6C34878D82A}">
                    <a16:rowId xmlns:a16="http://schemas.microsoft.com/office/drawing/2014/main" val="10002"/>
                  </a:ext>
                </a:extLst>
              </a:tr>
              <a:tr h="609025">
                <a:tc>
                  <a:txBody>
                    <a:bodyPr/>
                    <a:lstStyle/>
                    <a:p>
                      <a:pPr marL="0" lvl="0" indent="0" algn="ctr" rtl="0">
                        <a:spcBef>
                          <a:spcPts val="0"/>
                        </a:spcBef>
                        <a:spcAft>
                          <a:spcPts val="0"/>
                        </a:spcAft>
                        <a:buNone/>
                      </a:pPr>
                      <a:r>
                        <a:rPr lang="en" sz="1600">
                          <a:solidFill>
                            <a:schemeClr val="lt2"/>
                          </a:solidFill>
                          <a:latin typeface="Poppins"/>
                          <a:ea typeface="Poppins"/>
                          <a:cs typeface="Poppins"/>
                          <a:sym typeface="Poppins"/>
                        </a:rPr>
                        <a:t>Saturn</a:t>
                      </a:r>
                      <a:endParaRPr sz="1600">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95.2</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9.4</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1.16</a:t>
                      </a:r>
                      <a:endParaRPr>
                        <a:solidFill>
                          <a:schemeClr val="lt2"/>
                        </a:solidFill>
                        <a:latin typeface="Poppins"/>
                        <a:ea typeface="Poppins"/>
                        <a:cs typeface="Poppins"/>
                        <a:sym typeface="Poppins"/>
                      </a:endParaRPr>
                    </a:p>
                  </a:txBody>
                  <a:tcPr marL="91425" marR="91425" marT="68575" marB="6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accent2"/>
                    </a:solid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3071"/>
        <p:cNvGrpSpPr/>
        <p:nvPr/>
      </p:nvGrpSpPr>
      <p:grpSpPr>
        <a:xfrm>
          <a:off x="0" y="0"/>
          <a:ext cx="0" cy="0"/>
          <a:chOff x="0" y="0"/>
          <a:chExt cx="0" cy="0"/>
        </a:xfrm>
      </p:grpSpPr>
      <p:sp>
        <p:nvSpPr>
          <p:cNvPr id="3072" name="Google Shape;3072;p6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67</a:t>
            </a:fld>
            <a:endParaRPr/>
          </a:p>
        </p:txBody>
      </p:sp>
      <p:sp>
        <p:nvSpPr>
          <p:cNvPr id="3073" name="Google Shape;3073;p64"/>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sz="2700"/>
              <a:t>You can use this graph</a:t>
            </a:r>
            <a:endParaRPr sz="2700"/>
          </a:p>
        </p:txBody>
      </p:sp>
      <p:pic>
        <p:nvPicPr>
          <p:cNvPr id="3074" name="Google Shape;3074;p64" title="Points scored">
            <a:hlinkClick r:id="rId3"/>
          </p:cNvPr>
          <p:cNvPicPr preferRelativeResize="0"/>
          <p:nvPr/>
        </p:nvPicPr>
        <p:blipFill>
          <a:blip r:embed="rId4">
            <a:alphaModFix/>
          </a:blip>
          <a:stretch>
            <a:fillRect/>
          </a:stretch>
        </p:blipFill>
        <p:spPr>
          <a:xfrm>
            <a:off x="4692476" y="1450775"/>
            <a:ext cx="3579951" cy="2213599"/>
          </a:xfrm>
          <a:prstGeom prst="rect">
            <a:avLst/>
          </a:prstGeom>
          <a:noFill/>
          <a:ln>
            <a:noFill/>
          </a:ln>
        </p:spPr>
      </p:pic>
      <p:sp>
        <p:nvSpPr>
          <p:cNvPr id="3075" name="Google Shape;3075;p64"/>
          <p:cNvSpPr txBox="1"/>
          <p:nvPr/>
        </p:nvSpPr>
        <p:spPr>
          <a:xfrm>
            <a:off x="724900" y="4090575"/>
            <a:ext cx="7704000" cy="39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2"/>
                </a:solidFill>
                <a:latin typeface="Poppins"/>
                <a:ea typeface="Poppins"/>
                <a:cs typeface="Poppins"/>
                <a:sym typeface="Poppins"/>
              </a:rPr>
              <a:t>Follow the link in the graph to modify its data and then paste the new one here. </a:t>
            </a:r>
            <a:r>
              <a:rPr lang="en" sz="1100">
                <a:solidFill>
                  <a:schemeClr val="lt2"/>
                </a:solidFill>
                <a:uFill>
                  <a:noFill/>
                </a:uFill>
                <a:latin typeface="Poppins"/>
                <a:ea typeface="Poppins"/>
                <a:cs typeface="Poppins"/>
                <a:sym typeface="Poppins"/>
                <a:hlinkClick r:id="rId5">
                  <a:extLst>
                    <a:ext uri="{A12FA001-AC4F-418D-AE19-62706E023703}">
                      <ahyp:hlinkClr xmlns:ahyp="http://schemas.microsoft.com/office/drawing/2018/hyperlinkcolor" val="tx"/>
                    </a:ext>
                  </a:extLst>
                </a:hlinkClick>
              </a:rPr>
              <a:t>For more info, click </a:t>
            </a:r>
            <a:r>
              <a:rPr lang="en" sz="1100" b="1">
                <a:solidFill>
                  <a:schemeClr val="lt2"/>
                </a:solidFill>
                <a:uFill>
                  <a:noFill/>
                </a:uFill>
                <a:latin typeface="Poppins"/>
                <a:ea typeface="Poppins"/>
                <a:cs typeface="Poppins"/>
                <a:sym typeface="Poppins"/>
                <a:hlinkClick r:id="rId5">
                  <a:extLst>
                    <a:ext uri="{A12FA001-AC4F-418D-AE19-62706E023703}">
                      <ahyp:hlinkClr xmlns:ahyp="http://schemas.microsoft.com/office/drawing/2018/hyperlinkcolor" val="tx"/>
                    </a:ext>
                  </a:extLst>
                </a:hlinkClick>
              </a:rPr>
              <a:t>here</a:t>
            </a:r>
            <a:endParaRPr sz="1300" b="1">
              <a:solidFill>
                <a:schemeClr val="lt2"/>
              </a:solidFill>
              <a:latin typeface="Poppins"/>
              <a:ea typeface="Poppins"/>
              <a:cs typeface="Poppins"/>
              <a:sym typeface="Poppins"/>
            </a:endParaRPr>
          </a:p>
        </p:txBody>
      </p:sp>
      <p:sp>
        <p:nvSpPr>
          <p:cNvPr id="3076" name="Google Shape;3076;p64"/>
          <p:cNvSpPr txBox="1">
            <a:spLocks noGrp="1"/>
          </p:cNvSpPr>
          <p:nvPr>
            <p:ph type="title" idx="4294967295"/>
          </p:nvPr>
        </p:nvSpPr>
        <p:spPr>
          <a:xfrm>
            <a:off x="667850" y="1431600"/>
            <a:ext cx="1863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rPr>
              <a:t>Mercury</a:t>
            </a:r>
            <a:endParaRPr sz="2400">
              <a:solidFill>
                <a:schemeClr val="accent3"/>
              </a:solidFill>
            </a:endParaRPr>
          </a:p>
        </p:txBody>
      </p:sp>
      <p:sp>
        <p:nvSpPr>
          <p:cNvPr id="3077" name="Google Shape;3077;p64"/>
          <p:cNvSpPr txBox="1">
            <a:spLocks noGrp="1"/>
          </p:cNvSpPr>
          <p:nvPr>
            <p:ph type="subTitle" idx="4294967295"/>
          </p:nvPr>
        </p:nvSpPr>
        <p:spPr>
          <a:xfrm>
            <a:off x="667850" y="1860650"/>
            <a:ext cx="1863600" cy="645900"/>
          </a:xfrm>
          <a:prstGeom prst="rect">
            <a:avLst/>
          </a:prstGeom>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t>Mercury is the smallest planet</a:t>
            </a:r>
            <a:endParaRPr/>
          </a:p>
        </p:txBody>
      </p:sp>
      <p:sp>
        <p:nvSpPr>
          <p:cNvPr id="3078" name="Google Shape;3078;p64"/>
          <p:cNvSpPr txBox="1">
            <a:spLocks noGrp="1"/>
          </p:cNvSpPr>
          <p:nvPr>
            <p:ph type="title" idx="4294967295"/>
          </p:nvPr>
        </p:nvSpPr>
        <p:spPr>
          <a:xfrm>
            <a:off x="667850" y="2719450"/>
            <a:ext cx="1863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rPr>
              <a:t>Jupiter</a:t>
            </a:r>
            <a:endParaRPr sz="2400">
              <a:solidFill>
                <a:schemeClr val="accent3"/>
              </a:solidFill>
            </a:endParaRPr>
          </a:p>
        </p:txBody>
      </p:sp>
      <p:sp>
        <p:nvSpPr>
          <p:cNvPr id="3079" name="Google Shape;3079;p64"/>
          <p:cNvSpPr txBox="1">
            <a:spLocks noGrp="1"/>
          </p:cNvSpPr>
          <p:nvPr>
            <p:ph type="subTitle" idx="4294967295"/>
          </p:nvPr>
        </p:nvSpPr>
        <p:spPr>
          <a:xfrm>
            <a:off x="667850" y="3148426"/>
            <a:ext cx="1863600" cy="645900"/>
          </a:xfrm>
          <a:prstGeom prst="rect">
            <a:avLst/>
          </a:prstGeom>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t>Jupiter is the biggest planet</a:t>
            </a:r>
            <a:endParaRPr/>
          </a:p>
        </p:txBody>
      </p:sp>
      <p:sp>
        <p:nvSpPr>
          <p:cNvPr id="3080" name="Google Shape;3080;p64"/>
          <p:cNvSpPr txBox="1">
            <a:spLocks noGrp="1"/>
          </p:cNvSpPr>
          <p:nvPr>
            <p:ph type="title" idx="4294967295"/>
          </p:nvPr>
        </p:nvSpPr>
        <p:spPr>
          <a:xfrm>
            <a:off x="2534000" y="1431600"/>
            <a:ext cx="1863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rPr>
              <a:t>Venus</a:t>
            </a:r>
            <a:endParaRPr sz="2400">
              <a:solidFill>
                <a:schemeClr val="accent3"/>
              </a:solidFill>
            </a:endParaRPr>
          </a:p>
        </p:txBody>
      </p:sp>
      <p:sp>
        <p:nvSpPr>
          <p:cNvPr id="3081" name="Google Shape;3081;p64"/>
          <p:cNvSpPr txBox="1">
            <a:spLocks noGrp="1"/>
          </p:cNvSpPr>
          <p:nvPr>
            <p:ph type="subTitle" idx="4294967295"/>
          </p:nvPr>
        </p:nvSpPr>
        <p:spPr>
          <a:xfrm>
            <a:off x="2534000" y="1860650"/>
            <a:ext cx="1863600" cy="645900"/>
          </a:xfrm>
          <a:prstGeom prst="rect">
            <a:avLst/>
          </a:prstGeom>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t>Venus has very high temperatures</a:t>
            </a:r>
            <a:endParaRPr/>
          </a:p>
        </p:txBody>
      </p:sp>
      <p:sp>
        <p:nvSpPr>
          <p:cNvPr id="3082" name="Google Shape;3082;p64"/>
          <p:cNvSpPr txBox="1">
            <a:spLocks noGrp="1"/>
          </p:cNvSpPr>
          <p:nvPr>
            <p:ph type="title" idx="4294967295"/>
          </p:nvPr>
        </p:nvSpPr>
        <p:spPr>
          <a:xfrm>
            <a:off x="2534000" y="2719450"/>
            <a:ext cx="1863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rPr>
              <a:t>Saturn</a:t>
            </a:r>
            <a:endParaRPr sz="2400">
              <a:solidFill>
                <a:schemeClr val="accent3"/>
              </a:solidFill>
            </a:endParaRPr>
          </a:p>
        </p:txBody>
      </p:sp>
      <p:sp>
        <p:nvSpPr>
          <p:cNvPr id="3083" name="Google Shape;3083;p64"/>
          <p:cNvSpPr txBox="1">
            <a:spLocks noGrp="1"/>
          </p:cNvSpPr>
          <p:nvPr>
            <p:ph type="subTitle" idx="4294967295"/>
          </p:nvPr>
        </p:nvSpPr>
        <p:spPr>
          <a:xfrm>
            <a:off x="2534000" y="3148426"/>
            <a:ext cx="1863600" cy="645900"/>
          </a:xfrm>
          <a:prstGeom prst="rect">
            <a:avLst/>
          </a:prstGeom>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t>Saturn is a gas giant with rings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3087"/>
        <p:cNvGrpSpPr/>
        <p:nvPr/>
      </p:nvGrpSpPr>
      <p:grpSpPr>
        <a:xfrm>
          <a:off x="0" y="0"/>
          <a:ext cx="0" cy="0"/>
          <a:chOff x="0" y="0"/>
          <a:chExt cx="0" cy="0"/>
        </a:xfrm>
      </p:grpSpPr>
      <p:sp>
        <p:nvSpPr>
          <p:cNvPr id="3088" name="Google Shape;3088;p6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68</a:t>
            </a:fld>
            <a:endParaRPr/>
          </a:p>
        </p:txBody>
      </p:sp>
      <p:sp>
        <p:nvSpPr>
          <p:cNvPr id="3089" name="Google Shape;3089;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faculty</a:t>
            </a:r>
            <a:endParaRPr/>
          </a:p>
        </p:txBody>
      </p:sp>
      <p:sp>
        <p:nvSpPr>
          <p:cNvPr id="3090" name="Google Shape;3090;p65"/>
          <p:cNvSpPr txBox="1">
            <a:spLocks noGrp="1"/>
          </p:cNvSpPr>
          <p:nvPr>
            <p:ph type="subTitle" idx="1"/>
          </p:nvPr>
        </p:nvSpPr>
        <p:spPr>
          <a:xfrm>
            <a:off x="1382075" y="3141325"/>
            <a:ext cx="2907600" cy="71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sp>
        <p:nvSpPr>
          <p:cNvPr id="3091" name="Google Shape;3091;p65"/>
          <p:cNvSpPr txBox="1">
            <a:spLocks noGrp="1"/>
          </p:cNvSpPr>
          <p:nvPr>
            <p:ph type="subTitle" idx="2"/>
          </p:nvPr>
        </p:nvSpPr>
        <p:spPr>
          <a:xfrm>
            <a:off x="4854300" y="3141325"/>
            <a:ext cx="2907600" cy="71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Kaliyah Harris</a:t>
            </a:r>
            <a:endParaRPr/>
          </a:p>
        </p:txBody>
      </p:sp>
      <p:sp>
        <p:nvSpPr>
          <p:cNvPr id="3092" name="Google Shape;3092;p65"/>
          <p:cNvSpPr txBox="1">
            <a:spLocks noGrp="1"/>
          </p:cNvSpPr>
          <p:nvPr>
            <p:ph type="subTitle" idx="3"/>
          </p:nvPr>
        </p:nvSpPr>
        <p:spPr>
          <a:xfrm>
            <a:off x="1382075" y="3755350"/>
            <a:ext cx="2907600" cy="713400"/>
          </a:xfrm>
          <a:prstGeom prst="rect">
            <a:avLst/>
          </a:prstGeom>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t>You can speak a bit about this person here</a:t>
            </a:r>
            <a:endParaRPr/>
          </a:p>
        </p:txBody>
      </p:sp>
      <p:sp>
        <p:nvSpPr>
          <p:cNvPr id="3093" name="Google Shape;3093;p65"/>
          <p:cNvSpPr txBox="1">
            <a:spLocks noGrp="1"/>
          </p:cNvSpPr>
          <p:nvPr>
            <p:ph type="subTitle" idx="4"/>
          </p:nvPr>
        </p:nvSpPr>
        <p:spPr>
          <a:xfrm>
            <a:off x="4854300" y="3755350"/>
            <a:ext cx="2907600" cy="713400"/>
          </a:xfrm>
          <a:prstGeom prst="rect">
            <a:avLst/>
          </a:prstGeom>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t>You can speak a bit about this person here</a:t>
            </a:r>
            <a:endParaRPr/>
          </a:p>
        </p:txBody>
      </p:sp>
      <p:pic>
        <p:nvPicPr>
          <p:cNvPr id="3094" name="Google Shape;3094;p65"/>
          <p:cNvPicPr preferRelativeResize="0"/>
          <p:nvPr/>
        </p:nvPicPr>
        <p:blipFill rotWithShape="1">
          <a:blip r:embed="rId3">
            <a:alphaModFix/>
          </a:blip>
          <a:srcRect l="26765" t="8653" r="10166" b="12538"/>
          <a:stretch/>
        </p:blipFill>
        <p:spPr>
          <a:xfrm>
            <a:off x="5446650" y="1324425"/>
            <a:ext cx="1722900" cy="1722900"/>
          </a:xfrm>
          <a:prstGeom prst="ellipse">
            <a:avLst/>
          </a:prstGeom>
          <a:noFill/>
          <a:ln w="38100" cap="flat" cmpd="sng">
            <a:solidFill>
              <a:schemeClr val="lt2"/>
            </a:solidFill>
            <a:prstDash val="solid"/>
            <a:round/>
            <a:headEnd type="none" w="sm" len="sm"/>
            <a:tailEnd type="none" w="sm" len="sm"/>
          </a:ln>
        </p:spPr>
      </p:pic>
      <p:pic>
        <p:nvPicPr>
          <p:cNvPr id="3095" name="Google Shape;3095;p65"/>
          <p:cNvPicPr preferRelativeResize="0"/>
          <p:nvPr/>
        </p:nvPicPr>
        <p:blipFill rotWithShape="1">
          <a:blip r:embed="rId4">
            <a:alphaModFix/>
          </a:blip>
          <a:srcRect l="18365" t="2417" r="16968" b="16742"/>
          <a:stretch/>
        </p:blipFill>
        <p:spPr>
          <a:xfrm>
            <a:off x="1974425" y="1324575"/>
            <a:ext cx="1722900" cy="1722600"/>
          </a:xfrm>
          <a:prstGeom prst="ellipse">
            <a:avLst/>
          </a:prstGeom>
          <a:noFill/>
          <a:ln w="38100" cap="flat" cmpd="sng">
            <a:solidFill>
              <a:schemeClr val="lt2"/>
            </a:solidFill>
            <a:prstDash val="solid"/>
            <a:round/>
            <a:headEnd type="none" w="sm" len="sm"/>
            <a:tailEnd type="none" w="sm" len="sm"/>
          </a:ln>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3099"/>
        <p:cNvGrpSpPr/>
        <p:nvPr/>
      </p:nvGrpSpPr>
      <p:grpSpPr>
        <a:xfrm>
          <a:off x="0" y="0"/>
          <a:ext cx="0" cy="0"/>
          <a:chOff x="0" y="0"/>
          <a:chExt cx="0" cy="0"/>
        </a:xfrm>
      </p:grpSpPr>
      <p:pic>
        <p:nvPicPr>
          <p:cNvPr id="3100" name="Google Shape;3100;p66">
            <a:hlinkClick r:id="rId3"/>
          </p:cNvPr>
          <p:cNvPicPr preferRelativeResize="0"/>
          <p:nvPr/>
        </p:nvPicPr>
        <p:blipFill>
          <a:blip r:embed="rId4">
            <a:alphaModFix/>
          </a:blip>
          <a:stretch>
            <a:fillRect/>
          </a:stretch>
        </p:blipFill>
        <p:spPr>
          <a:xfrm>
            <a:off x="1502775" y="1535025"/>
            <a:ext cx="3092049" cy="1911924"/>
          </a:xfrm>
          <a:prstGeom prst="rect">
            <a:avLst/>
          </a:prstGeom>
          <a:noFill/>
          <a:ln>
            <a:noFill/>
          </a:ln>
        </p:spPr>
      </p:pic>
      <p:sp>
        <p:nvSpPr>
          <p:cNvPr id="3101" name="Google Shape;3101;p6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69</a:t>
            </a:fld>
            <a:endParaRPr/>
          </a:p>
        </p:txBody>
      </p:sp>
      <p:sp>
        <p:nvSpPr>
          <p:cNvPr id="3102" name="Google Shape;3102;p66"/>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Exercise 1. Frequency </a:t>
            </a:r>
            <a:endParaRPr/>
          </a:p>
        </p:txBody>
      </p:sp>
      <p:sp>
        <p:nvSpPr>
          <p:cNvPr id="3103" name="Google Shape;3103;p66"/>
          <p:cNvSpPr txBox="1">
            <a:spLocks noGrp="1"/>
          </p:cNvSpPr>
          <p:nvPr>
            <p:ph type="subTitle" idx="4294967295"/>
          </p:nvPr>
        </p:nvSpPr>
        <p:spPr>
          <a:xfrm>
            <a:off x="5237275" y="1659151"/>
            <a:ext cx="2970900" cy="2225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a class with 40 children in total, they have been asked about the number of times they do sports per week. </a:t>
            </a:r>
            <a:endParaRPr/>
          </a:p>
          <a:p>
            <a:pPr marL="0" lvl="0" indent="0" algn="l" rtl="0">
              <a:spcBef>
                <a:spcPts val="0"/>
              </a:spcBef>
              <a:spcAft>
                <a:spcPts val="0"/>
              </a:spcAft>
              <a:buNone/>
            </a:pPr>
            <a:endParaRPr/>
          </a:p>
          <a:p>
            <a:pPr marL="0" lvl="0" indent="0" algn="l" rtl="0">
              <a:spcBef>
                <a:spcPts val="0"/>
              </a:spcBef>
              <a:spcAft>
                <a:spcPts val="0"/>
              </a:spcAft>
              <a:buNone/>
            </a:pPr>
            <a:r>
              <a:rPr lang="en"/>
              <a:t>Look at the chart and answer. </a:t>
            </a:r>
            <a:endParaRPr/>
          </a:p>
          <a:p>
            <a:pPr marL="0" lvl="0" indent="0" algn="l" rtl="0">
              <a:spcBef>
                <a:spcPts val="0"/>
              </a:spcBef>
              <a:spcAft>
                <a:spcPts val="0"/>
              </a:spcAft>
              <a:buNone/>
            </a:pPr>
            <a:r>
              <a:rPr lang="en">
                <a:latin typeface="Poppins SemiBold"/>
                <a:ea typeface="Poppins SemiBold"/>
                <a:cs typeface="Poppins SemiBold"/>
                <a:sym typeface="Poppins SemiBold"/>
              </a:rPr>
              <a:t>What frequency is repeated the most? </a:t>
            </a:r>
            <a:endParaRPr>
              <a:latin typeface="Poppins SemiBold"/>
              <a:ea typeface="Poppins SemiBold"/>
              <a:cs typeface="Poppins SemiBold"/>
              <a:sym typeface="Poppins SemiBold"/>
            </a:endParaRPr>
          </a:p>
          <a:p>
            <a:pPr marL="0" lvl="0" indent="0" algn="l" rtl="0">
              <a:spcBef>
                <a:spcPts val="0"/>
              </a:spcBef>
              <a:spcAft>
                <a:spcPts val="0"/>
              </a:spcAft>
              <a:buNone/>
            </a:pPr>
            <a:endParaRPr/>
          </a:p>
          <a:p>
            <a:pPr marL="0" lvl="0" indent="0" algn="l" rtl="0">
              <a:spcBef>
                <a:spcPts val="0"/>
              </a:spcBef>
              <a:spcAft>
                <a:spcPts val="1600"/>
              </a:spcAft>
              <a:buNone/>
            </a:pPr>
            <a:endParaRPr/>
          </a:p>
        </p:txBody>
      </p:sp>
      <p:sp>
        <p:nvSpPr>
          <p:cNvPr id="3104" name="Google Shape;3104;p66"/>
          <p:cNvSpPr txBox="1"/>
          <p:nvPr/>
        </p:nvSpPr>
        <p:spPr>
          <a:xfrm>
            <a:off x="4182586" y="1394651"/>
            <a:ext cx="913800" cy="43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4"/>
                </a:solidFill>
                <a:latin typeface="Poppins ExtraBold"/>
                <a:ea typeface="Poppins ExtraBold"/>
                <a:cs typeface="Poppins ExtraBold"/>
                <a:sym typeface="Poppins ExtraBold"/>
              </a:rPr>
              <a:t>12,5 %</a:t>
            </a:r>
            <a:endParaRPr>
              <a:solidFill>
                <a:schemeClr val="accent4"/>
              </a:solidFill>
              <a:latin typeface="Poppins ExtraBold"/>
              <a:ea typeface="Poppins ExtraBold"/>
              <a:cs typeface="Poppins ExtraBold"/>
              <a:sym typeface="Poppins ExtraBold"/>
            </a:endParaRPr>
          </a:p>
        </p:txBody>
      </p:sp>
      <p:sp>
        <p:nvSpPr>
          <p:cNvPr id="3105" name="Google Shape;3105;p66"/>
          <p:cNvSpPr txBox="1"/>
          <p:nvPr/>
        </p:nvSpPr>
        <p:spPr>
          <a:xfrm>
            <a:off x="4182586" y="2728826"/>
            <a:ext cx="913800" cy="43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4"/>
                </a:solidFill>
                <a:latin typeface="Poppins ExtraBold"/>
                <a:ea typeface="Poppins ExtraBold"/>
                <a:cs typeface="Poppins ExtraBold"/>
                <a:sym typeface="Poppins ExtraBold"/>
              </a:rPr>
              <a:t>37,5 %</a:t>
            </a:r>
            <a:endParaRPr>
              <a:solidFill>
                <a:schemeClr val="accent4"/>
              </a:solidFill>
              <a:latin typeface="Poppins ExtraBold"/>
              <a:ea typeface="Poppins ExtraBold"/>
              <a:cs typeface="Poppins ExtraBold"/>
              <a:sym typeface="Poppins ExtraBold"/>
            </a:endParaRPr>
          </a:p>
        </p:txBody>
      </p:sp>
      <p:sp>
        <p:nvSpPr>
          <p:cNvPr id="3106" name="Google Shape;3106;p66"/>
          <p:cNvSpPr txBox="1"/>
          <p:nvPr/>
        </p:nvSpPr>
        <p:spPr>
          <a:xfrm>
            <a:off x="1016086" y="2728826"/>
            <a:ext cx="913800" cy="43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4"/>
                </a:solidFill>
                <a:latin typeface="Poppins ExtraBold"/>
                <a:ea typeface="Poppins ExtraBold"/>
                <a:cs typeface="Poppins ExtraBold"/>
                <a:sym typeface="Poppins ExtraBold"/>
              </a:rPr>
              <a:t>7,5 %</a:t>
            </a:r>
            <a:endParaRPr>
              <a:solidFill>
                <a:schemeClr val="accent4"/>
              </a:solidFill>
              <a:latin typeface="Poppins ExtraBold"/>
              <a:ea typeface="Poppins ExtraBold"/>
              <a:cs typeface="Poppins ExtraBold"/>
              <a:sym typeface="Poppins ExtraBold"/>
            </a:endParaRPr>
          </a:p>
        </p:txBody>
      </p:sp>
      <p:sp>
        <p:nvSpPr>
          <p:cNvPr id="3107" name="Google Shape;3107;p66"/>
          <p:cNvSpPr txBox="1"/>
          <p:nvPr/>
        </p:nvSpPr>
        <p:spPr>
          <a:xfrm>
            <a:off x="1016086" y="1394651"/>
            <a:ext cx="913800" cy="43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4"/>
                </a:solidFill>
                <a:latin typeface="Poppins ExtraBold"/>
                <a:ea typeface="Poppins ExtraBold"/>
                <a:cs typeface="Poppins ExtraBold"/>
                <a:sym typeface="Poppins ExtraBold"/>
              </a:rPr>
              <a:t>42,5%</a:t>
            </a:r>
            <a:endParaRPr>
              <a:solidFill>
                <a:schemeClr val="accent4"/>
              </a:solidFill>
              <a:latin typeface="Poppins ExtraBold"/>
              <a:ea typeface="Poppins ExtraBold"/>
              <a:cs typeface="Poppins ExtraBold"/>
              <a:sym typeface="Poppins ExtraBold"/>
            </a:endParaRPr>
          </a:p>
        </p:txBody>
      </p:sp>
      <p:sp>
        <p:nvSpPr>
          <p:cNvPr id="3108" name="Google Shape;3108;p66"/>
          <p:cNvSpPr txBox="1"/>
          <p:nvPr/>
        </p:nvSpPr>
        <p:spPr>
          <a:xfrm>
            <a:off x="1016086" y="1684001"/>
            <a:ext cx="913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2 times</a:t>
            </a:r>
            <a:endParaRPr>
              <a:solidFill>
                <a:schemeClr val="lt2"/>
              </a:solidFill>
              <a:latin typeface="Poppins"/>
              <a:ea typeface="Poppins"/>
              <a:cs typeface="Poppins"/>
              <a:sym typeface="Poppins"/>
            </a:endParaRPr>
          </a:p>
        </p:txBody>
      </p:sp>
      <p:sp>
        <p:nvSpPr>
          <p:cNvPr id="3109" name="Google Shape;3109;p66"/>
          <p:cNvSpPr txBox="1"/>
          <p:nvPr/>
        </p:nvSpPr>
        <p:spPr>
          <a:xfrm>
            <a:off x="1016086" y="3017257"/>
            <a:ext cx="913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4 times</a:t>
            </a:r>
            <a:endParaRPr>
              <a:solidFill>
                <a:schemeClr val="lt2"/>
              </a:solidFill>
              <a:latin typeface="Poppins"/>
              <a:ea typeface="Poppins"/>
              <a:cs typeface="Poppins"/>
              <a:sym typeface="Poppins"/>
            </a:endParaRPr>
          </a:p>
        </p:txBody>
      </p:sp>
      <p:sp>
        <p:nvSpPr>
          <p:cNvPr id="3110" name="Google Shape;3110;p66"/>
          <p:cNvSpPr txBox="1"/>
          <p:nvPr/>
        </p:nvSpPr>
        <p:spPr>
          <a:xfrm>
            <a:off x="4182586" y="1684001"/>
            <a:ext cx="913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3 times</a:t>
            </a:r>
            <a:endParaRPr>
              <a:solidFill>
                <a:schemeClr val="lt2"/>
              </a:solidFill>
              <a:latin typeface="Poppins"/>
              <a:ea typeface="Poppins"/>
              <a:cs typeface="Poppins"/>
              <a:sym typeface="Poppins"/>
            </a:endParaRPr>
          </a:p>
        </p:txBody>
      </p:sp>
      <p:sp>
        <p:nvSpPr>
          <p:cNvPr id="3111" name="Google Shape;3111;p66"/>
          <p:cNvSpPr txBox="1"/>
          <p:nvPr/>
        </p:nvSpPr>
        <p:spPr>
          <a:xfrm>
            <a:off x="4182586" y="3017257"/>
            <a:ext cx="913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1 time</a:t>
            </a:r>
            <a:endParaRPr>
              <a:solidFill>
                <a:schemeClr val="lt2"/>
              </a:solidFill>
              <a:latin typeface="Poppins"/>
              <a:ea typeface="Poppins"/>
              <a:cs typeface="Poppins"/>
              <a:sym typeface="Poppins"/>
            </a:endParaRPr>
          </a:p>
        </p:txBody>
      </p:sp>
      <p:grpSp>
        <p:nvGrpSpPr>
          <p:cNvPr id="3112" name="Google Shape;3112;p66"/>
          <p:cNvGrpSpPr/>
          <p:nvPr/>
        </p:nvGrpSpPr>
        <p:grpSpPr>
          <a:xfrm flipH="1">
            <a:off x="7236851" y="3593446"/>
            <a:ext cx="1222391" cy="965189"/>
            <a:chOff x="190037" y="3818872"/>
            <a:chExt cx="1346098" cy="1062867"/>
          </a:xfrm>
        </p:grpSpPr>
        <p:grpSp>
          <p:nvGrpSpPr>
            <p:cNvPr id="3113" name="Google Shape;3113;p66"/>
            <p:cNvGrpSpPr/>
            <p:nvPr/>
          </p:nvGrpSpPr>
          <p:grpSpPr>
            <a:xfrm rot="1802271">
              <a:off x="1120650" y="4476648"/>
              <a:ext cx="354500" cy="339089"/>
              <a:chOff x="1190625" y="346475"/>
              <a:chExt cx="5219200" cy="5002375"/>
            </a:xfrm>
          </p:grpSpPr>
          <p:sp>
            <p:nvSpPr>
              <p:cNvPr id="3114" name="Google Shape;3114;p66"/>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6"/>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6" name="Google Shape;3116;p66"/>
            <p:cNvGrpSpPr/>
            <p:nvPr/>
          </p:nvGrpSpPr>
          <p:grpSpPr>
            <a:xfrm rot="5400000">
              <a:off x="436382" y="4464318"/>
              <a:ext cx="380063" cy="363766"/>
              <a:chOff x="2057567" y="690970"/>
              <a:chExt cx="352891" cy="337790"/>
            </a:xfrm>
          </p:grpSpPr>
          <p:sp>
            <p:nvSpPr>
              <p:cNvPr id="3117" name="Google Shape;3117;p66"/>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6"/>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6"/>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6"/>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6"/>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6"/>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6"/>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6"/>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6"/>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6"/>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6"/>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6"/>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9" name="Google Shape;3129;p66"/>
            <p:cNvGrpSpPr/>
            <p:nvPr/>
          </p:nvGrpSpPr>
          <p:grpSpPr>
            <a:xfrm rot="1801810">
              <a:off x="263984" y="3881350"/>
              <a:ext cx="354302" cy="391007"/>
              <a:chOff x="1433575" y="238125"/>
              <a:chExt cx="4740975" cy="5226075"/>
            </a:xfrm>
          </p:grpSpPr>
          <p:sp>
            <p:nvSpPr>
              <p:cNvPr id="3130" name="Google Shape;3130;p66"/>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6"/>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6"/>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6"/>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6"/>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6"/>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6"/>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6"/>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6"/>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6"/>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6"/>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41" name="Google Shape;3141;p66"/>
          <p:cNvSpPr txBox="1"/>
          <p:nvPr/>
        </p:nvSpPr>
        <p:spPr>
          <a:xfrm>
            <a:off x="871925" y="3657125"/>
            <a:ext cx="3770100" cy="699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lt2"/>
                </a:solidFill>
                <a:latin typeface="Poppins"/>
                <a:ea typeface="Poppins"/>
                <a:cs typeface="Poppins"/>
                <a:sym typeface="Poppins"/>
              </a:rPr>
              <a:t>Follow the link in the graph to modify its data and then paste the new one here. </a:t>
            </a:r>
            <a:r>
              <a:rPr lang="en" sz="1200">
                <a:solidFill>
                  <a:schemeClr val="lt2"/>
                </a:solidFill>
                <a:uFill>
                  <a:noFill/>
                </a:uFill>
                <a:latin typeface="Poppins"/>
                <a:ea typeface="Poppins"/>
                <a:cs typeface="Poppins"/>
                <a:sym typeface="Poppins"/>
                <a:hlinkClick r:id="rId5">
                  <a:extLst>
                    <a:ext uri="{A12FA001-AC4F-418D-AE19-62706E023703}">
                      <ahyp:hlinkClr xmlns:ahyp="http://schemas.microsoft.com/office/drawing/2018/hyperlinkcolor" val="tx"/>
                    </a:ext>
                  </a:extLst>
                </a:hlinkClick>
              </a:rPr>
              <a:t>For more info, click </a:t>
            </a:r>
            <a:r>
              <a:rPr lang="en" sz="1200" b="1">
                <a:solidFill>
                  <a:schemeClr val="lt2"/>
                </a:solidFill>
                <a:uFill>
                  <a:noFill/>
                </a:uFill>
                <a:latin typeface="Poppins"/>
                <a:ea typeface="Poppins"/>
                <a:cs typeface="Poppins"/>
                <a:sym typeface="Poppins"/>
                <a:hlinkClick r:id="rId5">
                  <a:extLst>
                    <a:ext uri="{A12FA001-AC4F-418D-AE19-62706E023703}">
                      <ahyp:hlinkClr xmlns:ahyp="http://schemas.microsoft.com/office/drawing/2018/hyperlinkcolor" val="tx"/>
                    </a:ext>
                  </a:extLst>
                </a:hlinkClick>
              </a:rPr>
              <a:t>here</a:t>
            </a:r>
            <a:endParaRPr b="1">
              <a:solidFill>
                <a:schemeClr val="lt2"/>
              </a:solidFill>
              <a:latin typeface="Poppins"/>
              <a:ea typeface="Poppins"/>
              <a:cs typeface="Poppins"/>
              <a:sym typeface="Poppins"/>
            </a:endParaRPr>
          </a:p>
        </p:txBody>
      </p:sp>
      <p:sp>
        <p:nvSpPr>
          <p:cNvPr id="3142" name="Google Shape;3142;p66"/>
          <p:cNvSpPr/>
          <p:nvPr/>
        </p:nvSpPr>
        <p:spPr>
          <a:xfrm>
            <a:off x="4028675" y="1514875"/>
            <a:ext cx="153900" cy="153900"/>
          </a:xfrm>
          <a:prstGeom prst="ellipse">
            <a:avLst/>
          </a:prstGeom>
          <a:solidFill>
            <a:schemeClr val="accen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6"/>
          <p:cNvSpPr/>
          <p:nvPr/>
        </p:nvSpPr>
        <p:spPr>
          <a:xfrm>
            <a:off x="4028675" y="2863350"/>
            <a:ext cx="153900" cy="153900"/>
          </a:xfrm>
          <a:prstGeom prst="ellipse">
            <a:avLst/>
          </a:pr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6"/>
          <p:cNvSpPr/>
          <p:nvPr/>
        </p:nvSpPr>
        <p:spPr>
          <a:xfrm>
            <a:off x="1929875" y="1514875"/>
            <a:ext cx="153900" cy="153900"/>
          </a:xfrm>
          <a:prstGeom prst="ellipse">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6"/>
          <p:cNvSpPr/>
          <p:nvPr/>
        </p:nvSpPr>
        <p:spPr>
          <a:xfrm>
            <a:off x="1929875" y="2863350"/>
            <a:ext cx="153900" cy="153900"/>
          </a:xfrm>
          <a:prstGeom prst="ellipse">
            <a:avLst/>
          </a:prstGeom>
          <a:solidFill>
            <a:schemeClr val="dk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3149"/>
        <p:cNvGrpSpPr/>
        <p:nvPr/>
      </p:nvGrpSpPr>
      <p:grpSpPr>
        <a:xfrm>
          <a:off x="0" y="0"/>
          <a:ext cx="0" cy="0"/>
          <a:chOff x="0" y="0"/>
          <a:chExt cx="0" cy="0"/>
        </a:xfrm>
      </p:grpSpPr>
      <p:sp>
        <p:nvSpPr>
          <p:cNvPr id="3150" name="Google Shape;3150;p67"/>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70</a:t>
            </a:fld>
            <a:endParaRPr/>
          </a:p>
        </p:txBody>
      </p:sp>
      <p:sp>
        <p:nvSpPr>
          <p:cNvPr id="3151" name="Google Shape;3151;p67"/>
          <p:cNvSpPr txBox="1">
            <a:spLocks noGrp="1"/>
          </p:cNvSpPr>
          <p:nvPr>
            <p:ph type="title"/>
          </p:nvPr>
        </p:nvSpPr>
        <p:spPr>
          <a:xfrm>
            <a:off x="720000" y="443834"/>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Interpreting two-way tables</a:t>
            </a:r>
            <a:endParaRPr/>
          </a:p>
        </p:txBody>
      </p:sp>
      <p:graphicFrame>
        <p:nvGraphicFramePr>
          <p:cNvPr id="3152" name="Google Shape;3152;p67"/>
          <p:cNvGraphicFramePr/>
          <p:nvPr/>
        </p:nvGraphicFramePr>
        <p:xfrm>
          <a:off x="4985363" y="1712322"/>
          <a:ext cx="3081125" cy="1227950"/>
        </p:xfrm>
        <a:graphic>
          <a:graphicData uri="http://schemas.openxmlformats.org/drawingml/2006/table">
            <a:tbl>
              <a:tblPr>
                <a:noFill/>
                <a:tableStyleId>{A4384012-A2AF-4531-A5CA-00EEC183B7BB}</a:tableStyleId>
              </a:tblPr>
              <a:tblGrid>
                <a:gridCol w="908125">
                  <a:extLst>
                    <a:ext uri="{9D8B030D-6E8A-4147-A177-3AD203B41FA5}">
                      <a16:colId xmlns:a16="http://schemas.microsoft.com/office/drawing/2014/main" val="20000"/>
                    </a:ext>
                  </a:extLst>
                </a:gridCol>
                <a:gridCol w="1104050">
                  <a:extLst>
                    <a:ext uri="{9D8B030D-6E8A-4147-A177-3AD203B41FA5}">
                      <a16:colId xmlns:a16="http://schemas.microsoft.com/office/drawing/2014/main" val="20001"/>
                    </a:ext>
                  </a:extLst>
                </a:gridCol>
                <a:gridCol w="1068950">
                  <a:extLst>
                    <a:ext uri="{9D8B030D-6E8A-4147-A177-3AD203B41FA5}">
                      <a16:colId xmlns:a16="http://schemas.microsoft.com/office/drawing/2014/main" val="20002"/>
                    </a:ext>
                  </a:extLst>
                </a:gridCol>
              </a:tblGrid>
              <a:tr h="397850">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latin typeface="Poppins"/>
                          <a:ea typeface="Poppins"/>
                          <a:cs typeface="Poppins"/>
                          <a:sym typeface="Poppins"/>
                        </a:rPr>
                        <a:t>Salty</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latin typeface="Poppins"/>
                          <a:ea typeface="Poppins"/>
                          <a:cs typeface="Poppins"/>
                          <a:sym typeface="Poppins"/>
                        </a:rPr>
                        <a:t>Sweet</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415050">
                <a:tc>
                  <a:txBody>
                    <a:bodyPr/>
                    <a:lstStyle/>
                    <a:p>
                      <a:pPr marL="0" lvl="0" indent="0" algn="l" rtl="0">
                        <a:spcBef>
                          <a:spcPts val="0"/>
                        </a:spcBef>
                        <a:spcAft>
                          <a:spcPts val="0"/>
                        </a:spcAft>
                        <a:buNone/>
                      </a:pPr>
                      <a:r>
                        <a:rPr lang="en">
                          <a:latin typeface="Poppins"/>
                          <a:ea typeface="Poppins"/>
                          <a:cs typeface="Poppins"/>
                          <a:sym typeface="Poppins"/>
                        </a:rPr>
                        <a:t>Boys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latin typeface="Poppins"/>
                          <a:ea typeface="Poppins"/>
                          <a:cs typeface="Poppins"/>
                          <a:sym typeface="Poppins"/>
                        </a:rPr>
                        <a:t>5</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7</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15050">
                <a:tc>
                  <a:txBody>
                    <a:bodyPr/>
                    <a:lstStyle/>
                    <a:p>
                      <a:pPr marL="0" lvl="0" indent="0" algn="l" rtl="0">
                        <a:spcBef>
                          <a:spcPts val="0"/>
                        </a:spcBef>
                        <a:spcAft>
                          <a:spcPts val="0"/>
                        </a:spcAft>
                        <a:buNone/>
                      </a:pPr>
                      <a:r>
                        <a:rPr lang="en">
                          <a:latin typeface="Poppins"/>
                          <a:ea typeface="Poppins"/>
                          <a:cs typeface="Poppins"/>
                          <a:sym typeface="Poppins"/>
                        </a:rPr>
                        <a:t>Girls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latin typeface="Poppins"/>
                          <a:ea typeface="Poppins"/>
                          <a:cs typeface="Poppins"/>
                          <a:sym typeface="Poppins"/>
                        </a:rPr>
                        <a:t>6</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9</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graphicFrame>
        <p:nvGraphicFramePr>
          <p:cNvPr id="3153" name="Google Shape;3153;p67"/>
          <p:cNvGraphicFramePr/>
          <p:nvPr/>
        </p:nvGraphicFramePr>
        <p:xfrm>
          <a:off x="1077513" y="1712322"/>
          <a:ext cx="3081000" cy="1227950"/>
        </p:xfrm>
        <a:graphic>
          <a:graphicData uri="http://schemas.openxmlformats.org/drawingml/2006/table">
            <a:tbl>
              <a:tblPr>
                <a:noFill/>
                <a:tableStyleId>{A4384012-A2AF-4531-A5CA-00EEC183B7BB}</a:tableStyleId>
              </a:tblPr>
              <a:tblGrid>
                <a:gridCol w="908100">
                  <a:extLst>
                    <a:ext uri="{9D8B030D-6E8A-4147-A177-3AD203B41FA5}">
                      <a16:colId xmlns:a16="http://schemas.microsoft.com/office/drawing/2014/main" val="20000"/>
                    </a:ext>
                  </a:extLst>
                </a:gridCol>
                <a:gridCol w="1104000">
                  <a:extLst>
                    <a:ext uri="{9D8B030D-6E8A-4147-A177-3AD203B41FA5}">
                      <a16:colId xmlns:a16="http://schemas.microsoft.com/office/drawing/2014/main" val="20001"/>
                    </a:ext>
                  </a:extLst>
                </a:gridCol>
                <a:gridCol w="1068900">
                  <a:extLst>
                    <a:ext uri="{9D8B030D-6E8A-4147-A177-3AD203B41FA5}">
                      <a16:colId xmlns:a16="http://schemas.microsoft.com/office/drawing/2014/main" val="20002"/>
                    </a:ext>
                  </a:extLst>
                </a:gridCol>
              </a:tblGrid>
              <a:tr h="397850">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latin typeface="Poppins"/>
                          <a:ea typeface="Poppins"/>
                          <a:cs typeface="Poppins"/>
                          <a:sym typeface="Poppins"/>
                        </a:rPr>
                        <a:t>Water</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latin typeface="Poppins"/>
                          <a:ea typeface="Poppins"/>
                          <a:cs typeface="Poppins"/>
                          <a:sym typeface="Poppins"/>
                        </a:rPr>
                        <a:t>Juice</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415050">
                <a:tc>
                  <a:txBody>
                    <a:bodyPr/>
                    <a:lstStyle/>
                    <a:p>
                      <a:pPr marL="0" lvl="0" indent="0" algn="l" rtl="0">
                        <a:spcBef>
                          <a:spcPts val="0"/>
                        </a:spcBef>
                        <a:spcAft>
                          <a:spcPts val="0"/>
                        </a:spcAft>
                        <a:buNone/>
                      </a:pPr>
                      <a:r>
                        <a:rPr lang="en">
                          <a:latin typeface="Poppins"/>
                          <a:ea typeface="Poppins"/>
                          <a:cs typeface="Poppins"/>
                          <a:sym typeface="Poppins"/>
                        </a:rPr>
                        <a:t>Boys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a:latin typeface="Poppins"/>
                          <a:ea typeface="Poppins"/>
                          <a:cs typeface="Poppins"/>
                          <a:sym typeface="Poppins"/>
                        </a:rPr>
                        <a:t>8</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3</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15050">
                <a:tc>
                  <a:txBody>
                    <a:bodyPr/>
                    <a:lstStyle/>
                    <a:p>
                      <a:pPr marL="0" lvl="0" indent="0" algn="l" rtl="0">
                        <a:spcBef>
                          <a:spcPts val="0"/>
                        </a:spcBef>
                        <a:spcAft>
                          <a:spcPts val="0"/>
                        </a:spcAft>
                        <a:buNone/>
                      </a:pPr>
                      <a:r>
                        <a:rPr lang="en">
                          <a:latin typeface="Poppins"/>
                          <a:ea typeface="Poppins"/>
                          <a:cs typeface="Poppins"/>
                          <a:sym typeface="Poppins"/>
                        </a:rPr>
                        <a:t>Girls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a:latin typeface="Poppins"/>
                          <a:ea typeface="Poppins"/>
                          <a:cs typeface="Poppins"/>
                          <a:sym typeface="Poppins"/>
                        </a:rPr>
                        <a:t>7</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5</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sp>
        <p:nvSpPr>
          <p:cNvPr id="3154" name="Google Shape;3154;p67"/>
          <p:cNvSpPr txBox="1">
            <a:spLocks noGrp="1"/>
          </p:cNvSpPr>
          <p:nvPr>
            <p:ph type="subTitle" idx="4294967295"/>
          </p:nvPr>
        </p:nvSpPr>
        <p:spPr>
          <a:xfrm>
            <a:off x="1077525" y="3084775"/>
            <a:ext cx="3081000" cy="987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In a class, boys and girls have been asked about their food preferences. Look at both tables.</a:t>
            </a:r>
            <a:endParaRPr/>
          </a:p>
        </p:txBody>
      </p:sp>
      <p:sp>
        <p:nvSpPr>
          <p:cNvPr id="3155" name="Google Shape;3155;p67"/>
          <p:cNvSpPr txBox="1">
            <a:spLocks noGrp="1"/>
          </p:cNvSpPr>
          <p:nvPr>
            <p:ph type="subTitle" idx="4294967295"/>
          </p:nvPr>
        </p:nvSpPr>
        <p:spPr>
          <a:xfrm>
            <a:off x="4985425" y="3084775"/>
            <a:ext cx="3081000" cy="1272300"/>
          </a:xfrm>
          <a:prstGeom prst="rect">
            <a:avLst/>
          </a:prstGeom>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SzPts val="1400"/>
              <a:buAutoNum type="arabicPeriod"/>
            </a:pPr>
            <a:r>
              <a:rPr lang="en"/>
              <a:t>How many children prefer to drink water? And juice?</a:t>
            </a:r>
            <a:endParaRPr/>
          </a:p>
          <a:p>
            <a:pPr marL="457200" lvl="0" indent="-317500" algn="l" rtl="0">
              <a:lnSpc>
                <a:spcPct val="115000"/>
              </a:lnSpc>
              <a:spcBef>
                <a:spcPts val="1000"/>
              </a:spcBef>
              <a:spcAft>
                <a:spcPts val="0"/>
              </a:spcAft>
              <a:buSzPts val="1400"/>
              <a:buAutoNum type="arabicPeriod"/>
            </a:pPr>
            <a:r>
              <a:rPr lang="en"/>
              <a:t>How many girls are there in the sweet/salty group?</a:t>
            </a:r>
            <a:endParaRPr/>
          </a:p>
          <a:p>
            <a:pPr marL="0" lvl="0" indent="0" algn="l" rtl="0">
              <a:spcBef>
                <a:spcPts val="1000"/>
              </a:spcBef>
              <a:spcAft>
                <a:spcPts val="1600"/>
              </a:spcAft>
              <a:buNone/>
            </a:pPr>
            <a:endParaRPr/>
          </a:p>
        </p:txBody>
      </p:sp>
      <p:grpSp>
        <p:nvGrpSpPr>
          <p:cNvPr id="3156" name="Google Shape;3156;p67"/>
          <p:cNvGrpSpPr/>
          <p:nvPr/>
        </p:nvGrpSpPr>
        <p:grpSpPr>
          <a:xfrm flipH="1">
            <a:off x="232056" y="206640"/>
            <a:ext cx="993666" cy="1272255"/>
            <a:chOff x="7825233" y="388347"/>
            <a:chExt cx="1037880" cy="1328865"/>
          </a:xfrm>
        </p:grpSpPr>
        <p:sp>
          <p:nvSpPr>
            <p:cNvPr id="3157" name="Google Shape;3157;p67"/>
            <p:cNvSpPr/>
            <p:nvPr/>
          </p:nvSpPr>
          <p:spPr>
            <a:xfrm rot="3844445" flipH="1">
              <a:off x="7856299" y="755419"/>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7"/>
            <p:cNvSpPr/>
            <p:nvPr/>
          </p:nvSpPr>
          <p:spPr>
            <a:xfrm rot="-9899856">
              <a:off x="7852656" y="1374287"/>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9" name="Google Shape;3159;p67"/>
            <p:cNvGrpSpPr/>
            <p:nvPr/>
          </p:nvGrpSpPr>
          <p:grpSpPr>
            <a:xfrm rot="-1799794">
              <a:off x="8433981" y="1029606"/>
              <a:ext cx="365703" cy="350054"/>
              <a:chOff x="2057567" y="690970"/>
              <a:chExt cx="352891" cy="337790"/>
            </a:xfrm>
          </p:grpSpPr>
          <p:sp>
            <p:nvSpPr>
              <p:cNvPr id="3160" name="Google Shape;3160;p6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2" name="Google Shape;3172;p67"/>
            <p:cNvGrpSpPr/>
            <p:nvPr/>
          </p:nvGrpSpPr>
          <p:grpSpPr>
            <a:xfrm>
              <a:off x="8545468" y="388347"/>
              <a:ext cx="317645" cy="350147"/>
              <a:chOff x="1433575" y="238125"/>
              <a:chExt cx="4740975" cy="5226075"/>
            </a:xfrm>
          </p:grpSpPr>
          <p:sp>
            <p:nvSpPr>
              <p:cNvPr id="3173" name="Google Shape;3173;p6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7"/>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84" name="Google Shape;3184;p67"/>
          <p:cNvGrpSpPr/>
          <p:nvPr/>
        </p:nvGrpSpPr>
        <p:grpSpPr>
          <a:xfrm flipH="1">
            <a:off x="7584599" y="3839878"/>
            <a:ext cx="1319580" cy="1041928"/>
            <a:chOff x="190037" y="3818872"/>
            <a:chExt cx="1346098" cy="1062867"/>
          </a:xfrm>
        </p:grpSpPr>
        <p:grpSp>
          <p:nvGrpSpPr>
            <p:cNvPr id="3185" name="Google Shape;3185;p67"/>
            <p:cNvGrpSpPr/>
            <p:nvPr/>
          </p:nvGrpSpPr>
          <p:grpSpPr>
            <a:xfrm rot="1802271">
              <a:off x="1120650" y="4476648"/>
              <a:ext cx="354500" cy="339089"/>
              <a:chOff x="1190625" y="346475"/>
              <a:chExt cx="5219200" cy="5002375"/>
            </a:xfrm>
          </p:grpSpPr>
          <p:sp>
            <p:nvSpPr>
              <p:cNvPr id="3186" name="Google Shape;3186;p67"/>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7"/>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8" name="Google Shape;3188;p67"/>
            <p:cNvGrpSpPr/>
            <p:nvPr/>
          </p:nvGrpSpPr>
          <p:grpSpPr>
            <a:xfrm rot="5400000">
              <a:off x="436382" y="4464318"/>
              <a:ext cx="380063" cy="363766"/>
              <a:chOff x="2057567" y="690970"/>
              <a:chExt cx="352891" cy="337790"/>
            </a:xfrm>
          </p:grpSpPr>
          <p:sp>
            <p:nvSpPr>
              <p:cNvPr id="3189" name="Google Shape;3189;p67"/>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7"/>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7"/>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7"/>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7"/>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7"/>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7"/>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7"/>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7"/>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7"/>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7"/>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7"/>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 name="Google Shape;3201;p67"/>
            <p:cNvGrpSpPr/>
            <p:nvPr/>
          </p:nvGrpSpPr>
          <p:grpSpPr>
            <a:xfrm rot="1801810">
              <a:off x="263984" y="3881350"/>
              <a:ext cx="354302" cy="391007"/>
              <a:chOff x="1433575" y="238125"/>
              <a:chExt cx="4740975" cy="5226075"/>
            </a:xfrm>
          </p:grpSpPr>
          <p:sp>
            <p:nvSpPr>
              <p:cNvPr id="3202" name="Google Shape;3202;p67"/>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7"/>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7"/>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7"/>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7"/>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7"/>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7"/>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7"/>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7"/>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7"/>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7"/>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3216"/>
        <p:cNvGrpSpPr/>
        <p:nvPr/>
      </p:nvGrpSpPr>
      <p:grpSpPr>
        <a:xfrm>
          <a:off x="0" y="0"/>
          <a:ext cx="0" cy="0"/>
          <a:chOff x="0" y="0"/>
          <a:chExt cx="0" cy="0"/>
        </a:xfrm>
      </p:grpSpPr>
      <p:sp>
        <p:nvSpPr>
          <p:cNvPr id="3217" name="Google Shape;3217;p68"/>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71</a:t>
            </a:fld>
            <a:endParaRPr/>
          </a:p>
        </p:txBody>
      </p:sp>
      <p:sp>
        <p:nvSpPr>
          <p:cNvPr id="3218" name="Google Shape;3218;p68"/>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Exercise 2 . Complete the table</a:t>
            </a:r>
            <a:endParaRPr/>
          </a:p>
        </p:txBody>
      </p:sp>
      <p:graphicFrame>
        <p:nvGraphicFramePr>
          <p:cNvPr id="3219" name="Google Shape;3219;p68"/>
          <p:cNvGraphicFramePr/>
          <p:nvPr/>
        </p:nvGraphicFramePr>
        <p:xfrm>
          <a:off x="1068113" y="1936222"/>
          <a:ext cx="3700000" cy="1227950"/>
        </p:xfrm>
        <a:graphic>
          <a:graphicData uri="http://schemas.openxmlformats.org/drawingml/2006/table">
            <a:tbl>
              <a:tblPr>
                <a:noFill/>
                <a:tableStyleId>{A4384012-A2AF-4531-A5CA-00EEC183B7BB}</a:tableStyleId>
              </a:tblPr>
              <a:tblGrid>
                <a:gridCol w="809675">
                  <a:extLst>
                    <a:ext uri="{9D8B030D-6E8A-4147-A177-3AD203B41FA5}">
                      <a16:colId xmlns:a16="http://schemas.microsoft.com/office/drawing/2014/main" val="20000"/>
                    </a:ext>
                  </a:extLst>
                </a:gridCol>
                <a:gridCol w="984325">
                  <a:extLst>
                    <a:ext uri="{9D8B030D-6E8A-4147-A177-3AD203B41FA5}">
                      <a16:colId xmlns:a16="http://schemas.microsoft.com/office/drawing/2014/main" val="20001"/>
                    </a:ext>
                  </a:extLst>
                </a:gridCol>
                <a:gridCol w="953000">
                  <a:extLst>
                    <a:ext uri="{9D8B030D-6E8A-4147-A177-3AD203B41FA5}">
                      <a16:colId xmlns:a16="http://schemas.microsoft.com/office/drawing/2014/main" val="20002"/>
                    </a:ext>
                  </a:extLst>
                </a:gridCol>
                <a:gridCol w="953000">
                  <a:extLst>
                    <a:ext uri="{9D8B030D-6E8A-4147-A177-3AD203B41FA5}">
                      <a16:colId xmlns:a16="http://schemas.microsoft.com/office/drawing/2014/main" val="20003"/>
                    </a:ext>
                  </a:extLst>
                </a:gridCol>
              </a:tblGrid>
              <a:tr h="397850">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1">
                          <a:alpha val="0"/>
                        </a:schemeClr>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latin typeface="Poppins"/>
                          <a:ea typeface="Poppins"/>
                          <a:cs typeface="Poppins"/>
                          <a:sym typeface="Poppins"/>
                        </a:rPr>
                        <a:t> 5 meals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latin typeface="Poppins"/>
                          <a:ea typeface="Poppins"/>
                          <a:cs typeface="Poppins"/>
                          <a:sym typeface="Poppins"/>
                        </a:rPr>
                        <a:t>4 or 3</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r>
                        <a:rPr lang="en">
                          <a:latin typeface="Poppins"/>
                          <a:ea typeface="Poppins"/>
                          <a:cs typeface="Poppins"/>
                          <a:sym typeface="Poppins"/>
                        </a:rPr>
                        <a:t>TOTAL</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415050">
                <a:tc>
                  <a:txBody>
                    <a:bodyPr/>
                    <a:lstStyle/>
                    <a:p>
                      <a:pPr marL="0" lvl="0" indent="0" algn="l" rtl="0">
                        <a:spcBef>
                          <a:spcPts val="0"/>
                        </a:spcBef>
                        <a:spcAft>
                          <a:spcPts val="0"/>
                        </a:spcAft>
                        <a:buNone/>
                      </a:pPr>
                      <a:r>
                        <a:rPr lang="en">
                          <a:latin typeface="Poppins"/>
                          <a:ea typeface="Poppins"/>
                          <a:cs typeface="Poppins"/>
                          <a:sym typeface="Poppins"/>
                        </a:rPr>
                        <a:t>Boys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latin typeface="Poppins"/>
                          <a:ea typeface="Poppins"/>
                          <a:cs typeface="Poppins"/>
                          <a:sym typeface="Poppins"/>
                        </a:rPr>
                        <a:t>25</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40</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15050">
                <a:tc>
                  <a:txBody>
                    <a:bodyPr/>
                    <a:lstStyle/>
                    <a:p>
                      <a:pPr marL="0" lvl="0" indent="0" algn="l" rtl="0">
                        <a:spcBef>
                          <a:spcPts val="0"/>
                        </a:spcBef>
                        <a:spcAft>
                          <a:spcPts val="0"/>
                        </a:spcAft>
                        <a:buNone/>
                      </a:pPr>
                      <a:r>
                        <a:rPr lang="en">
                          <a:latin typeface="Poppins"/>
                          <a:ea typeface="Poppins"/>
                          <a:cs typeface="Poppins"/>
                          <a:sym typeface="Poppins"/>
                        </a:rPr>
                        <a:t>Girls</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a:latin typeface="Poppins"/>
                          <a:ea typeface="Poppins"/>
                          <a:cs typeface="Poppins"/>
                          <a:sym typeface="Poppins"/>
                        </a:rPr>
                        <a:t>30</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40</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sp>
        <p:nvSpPr>
          <p:cNvPr id="3220" name="Google Shape;3220;p68"/>
          <p:cNvSpPr txBox="1">
            <a:spLocks noGrp="1"/>
          </p:cNvSpPr>
          <p:nvPr>
            <p:ph type="subTitle" idx="4294967295"/>
          </p:nvPr>
        </p:nvSpPr>
        <p:spPr>
          <a:xfrm>
            <a:off x="5045175" y="2004075"/>
            <a:ext cx="3081000" cy="11601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In a class with 40 boys and 40 girls they have been asked about the number of meals they eat per day. </a:t>
            </a:r>
            <a:r>
              <a:rPr lang="en" b="1"/>
              <a:t>Complete the gap</a:t>
            </a:r>
            <a:r>
              <a:rPr lang="en"/>
              <a:t>.</a:t>
            </a:r>
            <a:endParaRPr/>
          </a:p>
        </p:txBody>
      </p:sp>
      <p:grpSp>
        <p:nvGrpSpPr>
          <p:cNvPr id="3221" name="Google Shape;3221;p68"/>
          <p:cNvGrpSpPr/>
          <p:nvPr/>
        </p:nvGrpSpPr>
        <p:grpSpPr>
          <a:xfrm rot="642238" flipH="1">
            <a:off x="7191899" y="3497757"/>
            <a:ext cx="1587432" cy="1149393"/>
            <a:chOff x="5637718" y="2912097"/>
            <a:chExt cx="892647" cy="646478"/>
          </a:xfrm>
        </p:grpSpPr>
        <p:sp>
          <p:nvSpPr>
            <p:cNvPr id="3222" name="Google Shape;3222;p68"/>
            <p:cNvSpPr/>
            <p:nvPr/>
          </p:nvSpPr>
          <p:spPr>
            <a:xfrm>
              <a:off x="5712000" y="2912097"/>
              <a:ext cx="23770" cy="605897"/>
            </a:xfrm>
            <a:custGeom>
              <a:avLst/>
              <a:gdLst/>
              <a:ahLst/>
              <a:cxnLst/>
              <a:rect l="l" t="t" r="r" b="b"/>
              <a:pathLst>
                <a:path w="584" h="14886" extrusionOk="0">
                  <a:moveTo>
                    <a:pt x="1" y="0"/>
                  </a:moveTo>
                  <a:lnTo>
                    <a:pt x="1" y="14886"/>
                  </a:lnTo>
                  <a:lnTo>
                    <a:pt x="583" y="14886"/>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8"/>
            <p:cNvSpPr/>
            <p:nvPr/>
          </p:nvSpPr>
          <p:spPr>
            <a:xfrm>
              <a:off x="6176578" y="2930413"/>
              <a:ext cx="11437" cy="430755"/>
            </a:xfrm>
            <a:custGeom>
              <a:avLst/>
              <a:gdLst/>
              <a:ahLst/>
              <a:cxnLst/>
              <a:rect l="l" t="t" r="r" b="b"/>
              <a:pathLst>
                <a:path w="281" h="10583" extrusionOk="0">
                  <a:moveTo>
                    <a:pt x="140" y="1"/>
                  </a:moveTo>
                  <a:cubicBezTo>
                    <a:pt x="70" y="1"/>
                    <a:pt x="0" y="48"/>
                    <a:pt x="0" y="144"/>
                  </a:cubicBezTo>
                  <a:lnTo>
                    <a:pt x="0" y="10448"/>
                  </a:lnTo>
                  <a:cubicBezTo>
                    <a:pt x="0" y="10527"/>
                    <a:pt x="67" y="10583"/>
                    <a:pt x="146"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8"/>
            <p:cNvSpPr/>
            <p:nvPr/>
          </p:nvSpPr>
          <p:spPr>
            <a:xfrm>
              <a:off x="5747126" y="3298038"/>
              <a:ext cx="126300" cy="114822"/>
            </a:xfrm>
            <a:custGeom>
              <a:avLst/>
              <a:gdLst/>
              <a:ahLst/>
              <a:cxnLst/>
              <a:rect l="l" t="t" r="r" b="b"/>
              <a:pathLst>
                <a:path w="3103" h="2821" extrusionOk="0">
                  <a:moveTo>
                    <a:pt x="1555" y="0"/>
                  </a:moveTo>
                  <a:cubicBezTo>
                    <a:pt x="913" y="0"/>
                    <a:pt x="333" y="438"/>
                    <a:pt x="179" y="1080"/>
                  </a:cubicBezTo>
                  <a:cubicBezTo>
                    <a:pt x="0" y="1842"/>
                    <a:pt x="471" y="2603"/>
                    <a:pt x="1232" y="2783"/>
                  </a:cubicBezTo>
                  <a:cubicBezTo>
                    <a:pt x="1342" y="2808"/>
                    <a:pt x="1451" y="2821"/>
                    <a:pt x="1559" y="2821"/>
                  </a:cubicBezTo>
                  <a:cubicBezTo>
                    <a:pt x="2201" y="2821"/>
                    <a:pt x="2781" y="2382"/>
                    <a:pt x="2935" y="1730"/>
                  </a:cubicBezTo>
                  <a:cubicBezTo>
                    <a:pt x="3103" y="968"/>
                    <a:pt x="2632" y="206"/>
                    <a:pt x="1882" y="38"/>
                  </a:cubicBezTo>
                  <a:cubicBezTo>
                    <a:pt x="1772" y="13"/>
                    <a:pt x="1663" y="0"/>
                    <a:pt x="15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8"/>
            <p:cNvSpPr/>
            <p:nvPr/>
          </p:nvSpPr>
          <p:spPr>
            <a:xfrm>
              <a:off x="5871106" y="3297875"/>
              <a:ext cx="129963" cy="115147"/>
            </a:xfrm>
            <a:custGeom>
              <a:avLst/>
              <a:gdLst/>
              <a:ahLst/>
              <a:cxnLst/>
              <a:rect l="l" t="t" r="r" b="b"/>
              <a:pathLst>
                <a:path w="3193" h="2829" extrusionOk="0">
                  <a:moveTo>
                    <a:pt x="1595" y="1"/>
                  </a:moveTo>
                  <a:cubicBezTo>
                    <a:pt x="1292" y="1"/>
                    <a:pt x="987" y="98"/>
                    <a:pt x="729" y="300"/>
                  </a:cubicBezTo>
                  <a:cubicBezTo>
                    <a:pt x="113" y="782"/>
                    <a:pt x="1" y="1678"/>
                    <a:pt x="482" y="2283"/>
                  </a:cubicBezTo>
                  <a:cubicBezTo>
                    <a:pt x="762" y="2641"/>
                    <a:pt x="1182" y="2828"/>
                    <a:pt x="1606" y="2828"/>
                  </a:cubicBezTo>
                  <a:cubicBezTo>
                    <a:pt x="1911" y="2828"/>
                    <a:pt x="2218" y="2731"/>
                    <a:pt x="2476" y="2529"/>
                  </a:cubicBezTo>
                  <a:cubicBezTo>
                    <a:pt x="3081" y="2047"/>
                    <a:pt x="3193" y="1151"/>
                    <a:pt x="2711" y="546"/>
                  </a:cubicBezTo>
                  <a:cubicBezTo>
                    <a:pt x="2431" y="189"/>
                    <a:pt x="2015" y="1"/>
                    <a:pt x="15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8"/>
            <p:cNvSpPr/>
            <p:nvPr/>
          </p:nvSpPr>
          <p:spPr>
            <a:xfrm>
              <a:off x="5995127" y="3297998"/>
              <a:ext cx="126300" cy="115025"/>
            </a:xfrm>
            <a:custGeom>
              <a:avLst/>
              <a:gdLst/>
              <a:ahLst/>
              <a:cxnLst/>
              <a:rect l="l" t="t" r="r" b="b"/>
              <a:pathLst>
                <a:path w="3103" h="2826" extrusionOk="0">
                  <a:moveTo>
                    <a:pt x="1557" y="0"/>
                  </a:moveTo>
                  <a:cubicBezTo>
                    <a:pt x="1196" y="0"/>
                    <a:pt x="835" y="140"/>
                    <a:pt x="560" y="420"/>
                  </a:cubicBezTo>
                  <a:cubicBezTo>
                    <a:pt x="0" y="969"/>
                    <a:pt x="0" y="1865"/>
                    <a:pt x="560" y="2414"/>
                  </a:cubicBezTo>
                  <a:cubicBezTo>
                    <a:pt x="835" y="2688"/>
                    <a:pt x="1196" y="2826"/>
                    <a:pt x="1557" y="2826"/>
                  </a:cubicBezTo>
                  <a:cubicBezTo>
                    <a:pt x="1918" y="2826"/>
                    <a:pt x="2280" y="2688"/>
                    <a:pt x="2554" y="2414"/>
                  </a:cubicBezTo>
                  <a:cubicBezTo>
                    <a:pt x="3103" y="1865"/>
                    <a:pt x="3103" y="969"/>
                    <a:pt x="2554" y="420"/>
                  </a:cubicBezTo>
                  <a:cubicBezTo>
                    <a:pt x="2280" y="140"/>
                    <a:pt x="1918" y="0"/>
                    <a:pt x="15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8"/>
            <p:cNvSpPr/>
            <p:nvPr/>
          </p:nvSpPr>
          <p:spPr>
            <a:xfrm>
              <a:off x="6119595" y="3297998"/>
              <a:ext cx="126300" cy="115025"/>
            </a:xfrm>
            <a:custGeom>
              <a:avLst/>
              <a:gdLst/>
              <a:ahLst/>
              <a:cxnLst/>
              <a:rect l="l" t="t" r="r" b="b"/>
              <a:pathLst>
                <a:path w="3103" h="2826" extrusionOk="0">
                  <a:moveTo>
                    <a:pt x="1551" y="0"/>
                  </a:moveTo>
                  <a:cubicBezTo>
                    <a:pt x="1190" y="0"/>
                    <a:pt x="829" y="140"/>
                    <a:pt x="549" y="420"/>
                  </a:cubicBezTo>
                  <a:cubicBezTo>
                    <a:pt x="0" y="969"/>
                    <a:pt x="0" y="1865"/>
                    <a:pt x="549" y="2414"/>
                  </a:cubicBezTo>
                  <a:cubicBezTo>
                    <a:pt x="829" y="2688"/>
                    <a:pt x="1190" y="2826"/>
                    <a:pt x="1551" y="2826"/>
                  </a:cubicBezTo>
                  <a:cubicBezTo>
                    <a:pt x="1913" y="2826"/>
                    <a:pt x="2274" y="2688"/>
                    <a:pt x="2554" y="2414"/>
                  </a:cubicBezTo>
                  <a:cubicBezTo>
                    <a:pt x="3103" y="1865"/>
                    <a:pt x="3103" y="969"/>
                    <a:pt x="2554" y="420"/>
                  </a:cubicBezTo>
                  <a:cubicBezTo>
                    <a:pt x="2274" y="140"/>
                    <a:pt x="1913" y="0"/>
                    <a:pt x="1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8"/>
            <p:cNvSpPr/>
            <p:nvPr/>
          </p:nvSpPr>
          <p:spPr>
            <a:xfrm>
              <a:off x="6403617" y="3216430"/>
              <a:ext cx="126300" cy="114862"/>
            </a:xfrm>
            <a:custGeom>
              <a:avLst/>
              <a:gdLst/>
              <a:ahLst/>
              <a:cxnLst/>
              <a:rect l="l" t="t" r="r" b="b"/>
              <a:pathLst>
                <a:path w="3103" h="2822" extrusionOk="0">
                  <a:moveTo>
                    <a:pt x="1555" y="1"/>
                  </a:moveTo>
                  <a:cubicBezTo>
                    <a:pt x="913" y="1"/>
                    <a:pt x="333" y="439"/>
                    <a:pt x="179" y="1091"/>
                  </a:cubicBezTo>
                  <a:cubicBezTo>
                    <a:pt x="0" y="1853"/>
                    <a:pt x="471" y="2603"/>
                    <a:pt x="1232" y="2783"/>
                  </a:cubicBezTo>
                  <a:cubicBezTo>
                    <a:pt x="1343" y="2809"/>
                    <a:pt x="1454" y="2821"/>
                    <a:pt x="1563" y="2821"/>
                  </a:cubicBezTo>
                  <a:cubicBezTo>
                    <a:pt x="2201" y="2821"/>
                    <a:pt x="2770" y="2392"/>
                    <a:pt x="2923" y="1741"/>
                  </a:cubicBezTo>
                  <a:cubicBezTo>
                    <a:pt x="3103" y="979"/>
                    <a:pt x="2632" y="218"/>
                    <a:pt x="1882" y="39"/>
                  </a:cubicBezTo>
                  <a:cubicBezTo>
                    <a:pt x="1772" y="13"/>
                    <a:pt x="1663"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8"/>
            <p:cNvSpPr/>
            <p:nvPr/>
          </p:nvSpPr>
          <p:spPr>
            <a:xfrm>
              <a:off x="6363036" y="2912097"/>
              <a:ext cx="23730" cy="606345"/>
            </a:xfrm>
            <a:custGeom>
              <a:avLst/>
              <a:gdLst/>
              <a:ahLst/>
              <a:cxnLst/>
              <a:rect l="l" t="t" r="r" b="b"/>
              <a:pathLst>
                <a:path w="583" h="14897" extrusionOk="0">
                  <a:moveTo>
                    <a:pt x="0" y="0"/>
                  </a:moveTo>
                  <a:lnTo>
                    <a:pt x="0" y="14897"/>
                  </a:lnTo>
                  <a:lnTo>
                    <a:pt x="583" y="14897"/>
                  </a:lnTo>
                  <a:lnTo>
                    <a:pt x="5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8"/>
            <p:cNvSpPr/>
            <p:nvPr/>
          </p:nvSpPr>
          <p:spPr>
            <a:xfrm>
              <a:off x="5658680" y="3460970"/>
              <a:ext cx="771842" cy="81201"/>
            </a:xfrm>
            <a:custGeom>
              <a:avLst/>
              <a:gdLst/>
              <a:ahLst/>
              <a:cxnLst/>
              <a:rect l="l" t="t" r="r" b="b"/>
              <a:pathLst>
                <a:path w="18963" h="1995" extrusionOk="0">
                  <a:moveTo>
                    <a:pt x="0" y="0"/>
                  </a:moveTo>
                  <a:lnTo>
                    <a:pt x="0" y="1994"/>
                  </a:lnTo>
                  <a:lnTo>
                    <a:pt x="18963" y="1994"/>
                  </a:lnTo>
                  <a:lnTo>
                    <a:pt x="189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8"/>
            <p:cNvSpPr/>
            <p:nvPr/>
          </p:nvSpPr>
          <p:spPr>
            <a:xfrm>
              <a:off x="5637718" y="3477373"/>
              <a:ext cx="771842" cy="81201"/>
            </a:xfrm>
            <a:custGeom>
              <a:avLst/>
              <a:gdLst/>
              <a:ahLst/>
              <a:cxnLst/>
              <a:rect l="l" t="t" r="r" b="b"/>
              <a:pathLst>
                <a:path w="18963" h="1995" extrusionOk="0">
                  <a:moveTo>
                    <a:pt x="0" y="1"/>
                  </a:moveTo>
                  <a:lnTo>
                    <a:pt x="0" y="1994"/>
                  </a:lnTo>
                  <a:lnTo>
                    <a:pt x="18963" y="1994"/>
                  </a:lnTo>
                  <a:lnTo>
                    <a:pt x="189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8"/>
            <p:cNvSpPr/>
            <p:nvPr/>
          </p:nvSpPr>
          <p:spPr>
            <a:xfrm>
              <a:off x="5805005"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8"/>
            <p:cNvSpPr/>
            <p:nvPr/>
          </p:nvSpPr>
          <p:spPr>
            <a:xfrm>
              <a:off x="5929026" y="2930413"/>
              <a:ext cx="11437" cy="430755"/>
            </a:xfrm>
            <a:custGeom>
              <a:avLst/>
              <a:gdLst/>
              <a:ahLst/>
              <a:cxnLst/>
              <a:rect l="l" t="t" r="r" b="b"/>
              <a:pathLst>
                <a:path w="281" h="10583" extrusionOk="0">
                  <a:moveTo>
                    <a:pt x="140" y="1"/>
                  </a:moveTo>
                  <a:cubicBezTo>
                    <a:pt x="70" y="1"/>
                    <a:pt x="0" y="48"/>
                    <a:pt x="0" y="144"/>
                  </a:cubicBezTo>
                  <a:lnTo>
                    <a:pt x="0" y="10448"/>
                  </a:lnTo>
                  <a:cubicBezTo>
                    <a:pt x="0" y="10527"/>
                    <a:pt x="56" y="10583"/>
                    <a:pt x="135" y="10583"/>
                  </a:cubicBezTo>
                  <a:cubicBezTo>
                    <a:pt x="213" y="10583"/>
                    <a:pt x="280" y="10527"/>
                    <a:pt x="280" y="10448"/>
                  </a:cubicBezTo>
                  <a:lnTo>
                    <a:pt x="280" y="144"/>
                  </a:lnTo>
                  <a:cubicBezTo>
                    <a:pt x="280" y="48"/>
                    <a:pt x="210"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8"/>
            <p:cNvSpPr/>
            <p:nvPr/>
          </p:nvSpPr>
          <p:spPr>
            <a:xfrm>
              <a:off x="6052558" y="2930413"/>
              <a:ext cx="11437" cy="430755"/>
            </a:xfrm>
            <a:custGeom>
              <a:avLst/>
              <a:gdLst/>
              <a:ahLst/>
              <a:cxnLst/>
              <a:rect l="l" t="t" r="r" b="b"/>
              <a:pathLst>
                <a:path w="281" h="10583" extrusionOk="0">
                  <a:moveTo>
                    <a:pt x="141" y="1"/>
                  </a:moveTo>
                  <a:cubicBezTo>
                    <a:pt x="71" y="1"/>
                    <a:pt x="1" y="48"/>
                    <a:pt x="1" y="144"/>
                  </a:cubicBezTo>
                  <a:lnTo>
                    <a:pt x="1" y="10448"/>
                  </a:lnTo>
                  <a:cubicBezTo>
                    <a:pt x="1" y="10527"/>
                    <a:pt x="68" y="10583"/>
                    <a:pt x="146" y="10583"/>
                  </a:cubicBezTo>
                  <a:cubicBezTo>
                    <a:pt x="225" y="10583"/>
                    <a:pt x="281" y="10527"/>
                    <a:pt x="281" y="10448"/>
                  </a:cubicBezTo>
                  <a:lnTo>
                    <a:pt x="281" y="144"/>
                  </a:lnTo>
                  <a:cubicBezTo>
                    <a:pt x="281" y="48"/>
                    <a:pt x="211"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8"/>
            <p:cNvSpPr/>
            <p:nvPr/>
          </p:nvSpPr>
          <p:spPr>
            <a:xfrm>
              <a:off x="6299215" y="2930902"/>
              <a:ext cx="174614" cy="349105"/>
            </a:xfrm>
            <a:custGeom>
              <a:avLst/>
              <a:gdLst/>
              <a:ahLst/>
              <a:cxnLst/>
              <a:rect l="l" t="t" r="r" b="b"/>
              <a:pathLst>
                <a:path w="4290" h="8577" extrusionOk="0">
                  <a:moveTo>
                    <a:pt x="175" y="0"/>
                  </a:moveTo>
                  <a:cubicBezTo>
                    <a:pt x="88" y="0"/>
                    <a:pt x="1" y="84"/>
                    <a:pt x="45" y="188"/>
                  </a:cubicBezTo>
                  <a:lnTo>
                    <a:pt x="3999" y="8487"/>
                  </a:lnTo>
                  <a:cubicBezTo>
                    <a:pt x="4021" y="8543"/>
                    <a:pt x="4066" y="8566"/>
                    <a:pt x="4122" y="8577"/>
                  </a:cubicBezTo>
                  <a:cubicBezTo>
                    <a:pt x="4144" y="8577"/>
                    <a:pt x="4167" y="8566"/>
                    <a:pt x="4189" y="8554"/>
                  </a:cubicBezTo>
                  <a:cubicBezTo>
                    <a:pt x="4256" y="8521"/>
                    <a:pt x="4290" y="8442"/>
                    <a:pt x="4256" y="8375"/>
                  </a:cubicBezTo>
                  <a:lnTo>
                    <a:pt x="291" y="76"/>
                  </a:lnTo>
                  <a:cubicBezTo>
                    <a:pt x="265" y="22"/>
                    <a:pt x="220"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8"/>
            <p:cNvSpPr/>
            <p:nvPr/>
          </p:nvSpPr>
          <p:spPr>
            <a:xfrm>
              <a:off x="5737520" y="3314523"/>
              <a:ext cx="131347" cy="115147"/>
            </a:xfrm>
            <a:custGeom>
              <a:avLst/>
              <a:gdLst/>
              <a:ahLst/>
              <a:cxnLst/>
              <a:rect l="l" t="t" r="r" b="b"/>
              <a:pathLst>
                <a:path w="3227" h="2829" extrusionOk="0">
                  <a:moveTo>
                    <a:pt x="1616" y="0"/>
                  </a:moveTo>
                  <a:cubicBezTo>
                    <a:pt x="1145" y="0"/>
                    <a:pt x="684" y="236"/>
                    <a:pt x="415" y="664"/>
                  </a:cubicBezTo>
                  <a:cubicBezTo>
                    <a:pt x="1" y="1325"/>
                    <a:pt x="203" y="2198"/>
                    <a:pt x="863" y="2613"/>
                  </a:cubicBezTo>
                  <a:cubicBezTo>
                    <a:pt x="1096" y="2759"/>
                    <a:pt x="1355" y="2828"/>
                    <a:pt x="1611" y="2828"/>
                  </a:cubicBezTo>
                  <a:cubicBezTo>
                    <a:pt x="2083" y="2828"/>
                    <a:pt x="2544" y="2593"/>
                    <a:pt x="2812" y="2165"/>
                  </a:cubicBezTo>
                  <a:cubicBezTo>
                    <a:pt x="3227" y="1504"/>
                    <a:pt x="3025" y="630"/>
                    <a:pt x="2364" y="216"/>
                  </a:cubicBezTo>
                  <a:cubicBezTo>
                    <a:pt x="2132" y="70"/>
                    <a:pt x="1873" y="0"/>
                    <a:pt x="1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8"/>
            <p:cNvSpPr/>
            <p:nvPr/>
          </p:nvSpPr>
          <p:spPr>
            <a:xfrm>
              <a:off x="5865204" y="3315174"/>
              <a:ext cx="128131" cy="114985"/>
            </a:xfrm>
            <a:custGeom>
              <a:avLst/>
              <a:gdLst/>
              <a:ahLst/>
              <a:cxnLst/>
              <a:rect l="l" t="t" r="r" b="b"/>
              <a:pathLst>
                <a:path w="3148" h="2825" extrusionOk="0">
                  <a:moveTo>
                    <a:pt x="1567" y="1"/>
                  </a:moveTo>
                  <a:cubicBezTo>
                    <a:pt x="966" y="1"/>
                    <a:pt x="406" y="396"/>
                    <a:pt x="224" y="1006"/>
                  </a:cubicBezTo>
                  <a:cubicBezTo>
                    <a:pt x="0" y="1746"/>
                    <a:pt x="415" y="2541"/>
                    <a:pt x="1165" y="2765"/>
                  </a:cubicBezTo>
                  <a:cubicBezTo>
                    <a:pt x="1301" y="2805"/>
                    <a:pt x="1438" y="2825"/>
                    <a:pt x="1572" y="2825"/>
                  </a:cubicBezTo>
                  <a:cubicBezTo>
                    <a:pt x="2181" y="2825"/>
                    <a:pt x="2740" y="2429"/>
                    <a:pt x="2924" y="1824"/>
                  </a:cubicBezTo>
                  <a:cubicBezTo>
                    <a:pt x="3148" y="1074"/>
                    <a:pt x="2733" y="289"/>
                    <a:pt x="1983" y="65"/>
                  </a:cubicBezTo>
                  <a:cubicBezTo>
                    <a:pt x="1845" y="22"/>
                    <a:pt x="1704" y="1"/>
                    <a:pt x="1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8"/>
            <p:cNvSpPr/>
            <p:nvPr/>
          </p:nvSpPr>
          <p:spPr>
            <a:xfrm>
              <a:off x="5987352" y="3314441"/>
              <a:ext cx="126788" cy="115310"/>
            </a:xfrm>
            <a:custGeom>
              <a:avLst/>
              <a:gdLst/>
              <a:ahLst/>
              <a:cxnLst/>
              <a:rect l="l" t="t" r="r" b="b"/>
              <a:pathLst>
                <a:path w="3115" h="2833" extrusionOk="0">
                  <a:moveTo>
                    <a:pt x="1556" y="1"/>
                  </a:moveTo>
                  <a:cubicBezTo>
                    <a:pt x="914" y="1"/>
                    <a:pt x="334" y="439"/>
                    <a:pt x="180" y="1092"/>
                  </a:cubicBezTo>
                  <a:cubicBezTo>
                    <a:pt x="1" y="1853"/>
                    <a:pt x="471" y="2615"/>
                    <a:pt x="1233" y="2794"/>
                  </a:cubicBezTo>
                  <a:cubicBezTo>
                    <a:pt x="1342" y="2820"/>
                    <a:pt x="1452" y="2832"/>
                    <a:pt x="1559" y="2832"/>
                  </a:cubicBezTo>
                  <a:cubicBezTo>
                    <a:pt x="2201" y="2832"/>
                    <a:pt x="2782" y="2393"/>
                    <a:pt x="2935" y="1741"/>
                  </a:cubicBezTo>
                  <a:cubicBezTo>
                    <a:pt x="3115" y="980"/>
                    <a:pt x="2644" y="218"/>
                    <a:pt x="1883" y="39"/>
                  </a:cubicBezTo>
                  <a:cubicBezTo>
                    <a:pt x="1773" y="13"/>
                    <a:pt x="1664"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8"/>
            <p:cNvSpPr/>
            <p:nvPr/>
          </p:nvSpPr>
          <p:spPr>
            <a:xfrm>
              <a:off x="6111821" y="3314889"/>
              <a:ext cx="126788" cy="114862"/>
            </a:xfrm>
            <a:custGeom>
              <a:avLst/>
              <a:gdLst/>
              <a:ahLst/>
              <a:cxnLst/>
              <a:rect l="l" t="t" r="r" b="b"/>
              <a:pathLst>
                <a:path w="3115" h="2822" extrusionOk="0">
                  <a:moveTo>
                    <a:pt x="1556" y="1"/>
                  </a:moveTo>
                  <a:cubicBezTo>
                    <a:pt x="914" y="1"/>
                    <a:pt x="333" y="438"/>
                    <a:pt x="180" y="1081"/>
                  </a:cubicBezTo>
                  <a:cubicBezTo>
                    <a:pt x="1" y="1842"/>
                    <a:pt x="471" y="2604"/>
                    <a:pt x="1233" y="2783"/>
                  </a:cubicBezTo>
                  <a:cubicBezTo>
                    <a:pt x="1342" y="2809"/>
                    <a:pt x="1452" y="2821"/>
                    <a:pt x="1559" y="2821"/>
                  </a:cubicBezTo>
                  <a:cubicBezTo>
                    <a:pt x="2201" y="2821"/>
                    <a:pt x="2782" y="2382"/>
                    <a:pt x="2935" y="1730"/>
                  </a:cubicBezTo>
                  <a:cubicBezTo>
                    <a:pt x="3114" y="969"/>
                    <a:pt x="2644" y="218"/>
                    <a:pt x="1882" y="39"/>
                  </a:cubicBezTo>
                  <a:cubicBezTo>
                    <a:pt x="1773" y="13"/>
                    <a:pt x="1663"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8"/>
            <p:cNvSpPr/>
            <p:nvPr/>
          </p:nvSpPr>
          <p:spPr>
            <a:xfrm>
              <a:off x="6396290" y="3233281"/>
              <a:ext cx="126341" cy="114862"/>
            </a:xfrm>
            <a:custGeom>
              <a:avLst/>
              <a:gdLst/>
              <a:ahLst/>
              <a:cxnLst/>
              <a:rect l="l" t="t" r="r" b="b"/>
              <a:pathLst>
                <a:path w="3104" h="2822" extrusionOk="0">
                  <a:moveTo>
                    <a:pt x="1549" y="1"/>
                  </a:moveTo>
                  <a:cubicBezTo>
                    <a:pt x="914" y="1"/>
                    <a:pt x="334" y="440"/>
                    <a:pt x="180" y="1092"/>
                  </a:cubicBezTo>
                  <a:cubicBezTo>
                    <a:pt x="1" y="1842"/>
                    <a:pt x="471" y="2604"/>
                    <a:pt x="1222" y="2783"/>
                  </a:cubicBezTo>
                  <a:cubicBezTo>
                    <a:pt x="1331" y="2809"/>
                    <a:pt x="1441" y="2821"/>
                    <a:pt x="1548" y="2821"/>
                  </a:cubicBezTo>
                  <a:cubicBezTo>
                    <a:pt x="2190" y="2821"/>
                    <a:pt x="2771" y="2383"/>
                    <a:pt x="2924" y="1730"/>
                  </a:cubicBezTo>
                  <a:cubicBezTo>
                    <a:pt x="3103" y="980"/>
                    <a:pt x="2633" y="218"/>
                    <a:pt x="1871" y="39"/>
                  </a:cubicBezTo>
                  <a:cubicBezTo>
                    <a:pt x="1764" y="13"/>
                    <a:pt x="1656" y="1"/>
                    <a:pt x="1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8"/>
            <p:cNvSpPr/>
            <p:nvPr/>
          </p:nvSpPr>
          <p:spPr>
            <a:xfrm>
              <a:off x="5687375" y="2912097"/>
              <a:ext cx="722184" cy="48355"/>
            </a:xfrm>
            <a:custGeom>
              <a:avLst/>
              <a:gdLst/>
              <a:ahLst/>
              <a:cxnLst/>
              <a:rect l="l" t="t" r="r" b="b"/>
              <a:pathLst>
                <a:path w="17743" h="1188" extrusionOk="0">
                  <a:moveTo>
                    <a:pt x="1" y="0"/>
                  </a:moveTo>
                  <a:lnTo>
                    <a:pt x="1" y="1187"/>
                  </a:lnTo>
                  <a:lnTo>
                    <a:pt x="17743" y="1187"/>
                  </a:lnTo>
                  <a:lnTo>
                    <a:pt x="177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8"/>
            <p:cNvSpPr/>
            <p:nvPr/>
          </p:nvSpPr>
          <p:spPr>
            <a:xfrm>
              <a:off x="5653185" y="3455516"/>
              <a:ext cx="782831" cy="92110"/>
            </a:xfrm>
            <a:custGeom>
              <a:avLst/>
              <a:gdLst/>
              <a:ahLst/>
              <a:cxnLst/>
              <a:rect l="l" t="t" r="r" b="b"/>
              <a:pathLst>
                <a:path w="19233" h="2263" extrusionOk="0">
                  <a:moveTo>
                    <a:pt x="18952" y="280"/>
                  </a:moveTo>
                  <a:lnTo>
                    <a:pt x="18952" y="1983"/>
                  </a:lnTo>
                  <a:lnTo>
                    <a:pt x="281" y="1983"/>
                  </a:lnTo>
                  <a:lnTo>
                    <a:pt x="281" y="280"/>
                  </a:lnTo>
                  <a:close/>
                  <a:moveTo>
                    <a:pt x="135" y="0"/>
                  </a:moveTo>
                  <a:cubicBezTo>
                    <a:pt x="57" y="0"/>
                    <a:pt x="1" y="56"/>
                    <a:pt x="1" y="134"/>
                  </a:cubicBezTo>
                  <a:lnTo>
                    <a:pt x="1" y="2128"/>
                  </a:lnTo>
                  <a:cubicBezTo>
                    <a:pt x="1" y="2207"/>
                    <a:pt x="57" y="2263"/>
                    <a:pt x="135" y="2263"/>
                  </a:cubicBezTo>
                  <a:lnTo>
                    <a:pt x="19098" y="2263"/>
                  </a:lnTo>
                  <a:cubicBezTo>
                    <a:pt x="19176" y="2263"/>
                    <a:pt x="19232" y="2207"/>
                    <a:pt x="19232" y="2128"/>
                  </a:cubicBezTo>
                  <a:lnTo>
                    <a:pt x="19232" y="134"/>
                  </a:lnTo>
                  <a:cubicBezTo>
                    <a:pt x="19232" y="56"/>
                    <a:pt x="19176" y="0"/>
                    <a:pt x="19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8"/>
            <p:cNvSpPr/>
            <p:nvPr/>
          </p:nvSpPr>
          <p:spPr>
            <a:xfrm>
              <a:off x="5726124" y="3292014"/>
              <a:ext cx="148239" cy="126585"/>
            </a:xfrm>
            <a:custGeom>
              <a:avLst/>
              <a:gdLst/>
              <a:ahLst/>
              <a:cxnLst/>
              <a:rect l="l" t="t" r="r" b="b"/>
              <a:pathLst>
                <a:path w="3642" h="3110" extrusionOk="0">
                  <a:moveTo>
                    <a:pt x="2084" y="287"/>
                  </a:moveTo>
                  <a:cubicBezTo>
                    <a:pt x="2779" y="287"/>
                    <a:pt x="3350" y="858"/>
                    <a:pt x="3350" y="1553"/>
                  </a:cubicBezTo>
                  <a:cubicBezTo>
                    <a:pt x="3350" y="2326"/>
                    <a:pt x="2724" y="2838"/>
                    <a:pt x="2070" y="2838"/>
                  </a:cubicBezTo>
                  <a:cubicBezTo>
                    <a:pt x="1757" y="2838"/>
                    <a:pt x="1438" y="2721"/>
                    <a:pt x="1177" y="2460"/>
                  </a:cubicBezTo>
                  <a:cubicBezTo>
                    <a:pt x="371" y="1654"/>
                    <a:pt x="942" y="287"/>
                    <a:pt x="2084" y="287"/>
                  </a:cubicBezTo>
                  <a:close/>
                  <a:moveTo>
                    <a:pt x="2069" y="1"/>
                  </a:moveTo>
                  <a:cubicBezTo>
                    <a:pt x="1688" y="1"/>
                    <a:pt x="1301" y="141"/>
                    <a:pt x="987" y="455"/>
                  </a:cubicBezTo>
                  <a:cubicBezTo>
                    <a:pt x="1" y="1430"/>
                    <a:pt x="695" y="3110"/>
                    <a:pt x="2084" y="3110"/>
                  </a:cubicBezTo>
                  <a:cubicBezTo>
                    <a:pt x="2936" y="3110"/>
                    <a:pt x="3630" y="2415"/>
                    <a:pt x="3641" y="1564"/>
                  </a:cubicBezTo>
                  <a:cubicBezTo>
                    <a:pt x="3641" y="623"/>
                    <a:pt x="2869" y="1"/>
                    <a:pt x="20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8"/>
            <p:cNvSpPr/>
            <p:nvPr/>
          </p:nvSpPr>
          <p:spPr>
            <a:xfrm>
              <a:off x="5851528" y="3292014"/>
              <a:ext cx="148198" cy="126585"/>
            </a:xfrm>
            <a:custGeom>
              <a:avLst/>
              <a:gdLst/>
              <a:ahLst/>
              <a:cxnLst/>
              <a:rect l="l" t="t" r="r" b="b"/>
              <a:pathLst>
                <a:path w="3641" h="3110" extrusionOk="0">
                  <a:moveTo>
                    <a:pt x="2083" y="287"/>
                  </a:moveTo>
                  <a:cubicBezTo>
                    <a:pt x="2778" y="287"/>
                    <a:pt x="3349" y="858"/>
                    <a:pt x="3360" y="1553"/>
                  </a:cubicBezTo>
                  <a:cubicBezTo>
                    <a:pt x="3360" y="2326"/>
                    <a:pt x="2729" y="2833"/>
                    <a:pt x="2071" y="2833"/>
                  </a:cubicBezTo>
                  <a:cubicBezTo>
                    <a:pt x="1757" y="2833"/>
                    <a:pt x="1437" y="2717"/>
                    <a:pt x="1176" y="2460"/>
                  </a:cubicBezTo>
                  <a:cubicBezTo>
                    <a:pt x="381" y="1654"/>
                    <a:pt x="941" y="287"/>
                    <a:pt x="2083" y="287"/>
                  </a:cubicBezTo>
                  <a:close/>
                  <a:moveTo>
                    <a:pt x="2069" y="0"/>
                  </a:moveTo>
                  <a:cubicBezTo>
                    <a:pt x="1688" y="0"/>
                    <a:pt x="1300" y="141"/>
                    <a:pt x="986" y="455"/>
                  </a:cubicBezTo>
                  <a:cubicBezTo>
                    <a:pt x="0" y="1441"/>
                    <a:pt x="695" y="3110"/>
                    <a:pt x="2083" y="3110"/>
                  </a:cubicBezTo>
                  <a:cubicBezTo>
                    <a:pt x="2935" y="3110"/>
                    <a:pt x="3640" y="2415"/>
                    <a:pt x="3640" y="1553"/>
                  </a:cubicBezTo>
                  <a:cubicBezTo>
                    <a:pt x="3640" y="620"/>
                    <a:pt x="2870"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8"/>
            <p:cNvSpPr/>
            <p:nvPr/>
          </p:nvSpPr>
          <p:spPr>
            <a:xfrm>
              <a:off x="5973676" y="3292014"/>
              <a:ext cx="148239" cy="126585"/>
            </a:xfrm>
            <a:custGeom>
              <a:avLst/>
              <a:gdLst/>
              <a:ahLst/>
              <a:cxnLst/>
              <a:rect l="l" t="t" r="r" b="b"/>
              <a:pathLst>
                <a:path w="3642" h="3110" extrusionOk="0">
                  <a:moveTo>
                    <a:pt x="2084" y="287"/>
                  </a:moveTo>
                  <a:cubicBezTo>
                    <a:pt x="2779" y="287"/>
                    <a:pt x="3350" y="858"/>
                    <a:pt x="3361" y="1553"/>
                  </a:cubicBezTo>
                  <a:cubicBezTo>
                    <a:pt x="3361" y="2326"/>
                    <a:pt x="2730" y="2838"/>
                    <a:pt x="2072" y="2838"/>
                  </a:cubicBezTo>
                  <a:cubicBezTo>
                    <a:pt x="1758" y="2838"/>
                    <a:pt x="1438" y="2721"/>
                    <a:pt x="1177" y="2460"/>
                  </a:cubicBezTo>
                  <a:cubicBezTo>
                    <a:pt x="382" y="1654"/>
                    <a:pt x="942" y="287"/>
                    <a:pt x="2084" y="287"/>
                  </a:cubicBezTo>
                  <a:close/>
                  <a:moveTo>
                    <a:pt x="2068" y="0"/>
                  </a:moveTo>
                  <a:cubicBezTo>
                    <a:pt x="1688" y="0"/>
                    <a:pt x="1301" y="141"/>
                    <a:pt x="987" y="455"/>
                  </a:cubicBezTo>
                  <a:cubicBezTo>
                    <a:pt x="1" y="1441"/>
                    <a:pt x="695" y="3110"/>
                    <a:pt x="2084" y="3110"/>
                  </a:cubicBezTo>
                  <a:cubicBezTo>
                    <a:pt x="2935" y="3110"/>
                    <a:pt x="3630" y="2415"/>
                    <a:pt x="3641" y="1553"/>
                  </a:cubicBezTo>
                  <a:cubicBezTo>
                    <a:pt x="3634" y="620"/>
                    <a:pt x="2865" y="0"/>
                    <a:pt x="20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8"/>
            <p:cNvSpPr/>
            <p:nvPr/>
          </p:nvSpPr>
          <p:spPr>
            <a:xfrm>
              <a:off x="6098145" y="3292014"/>
              <a:ext cx="147750" cy="126585"/>
            </a:xfrm>
            <a:custGeom>
              <a:avLst/>
              <a:gdLst/>
              <a:ahLst/>
              <a:cxnLst/>
              <a:rect l="l" t="t" r="r" b="b"/>
              <a:pathLst>
                <a:path w="3630" h="3110" extrusionOk="0">
                  <a:moveTo>
                    <a:pt x="2084" y="287"/>
                  </a:moveTo>
                  <a:cubicBezTo>
                    <a:pt x="2778" y="287"/>
                    <a:pt x="3350" y="858"/>
                    <a:pt x="3350" y="1553"/>
                  </a:cubicBezTo>
                  <a:cubicBezTo>
                    <a:pt x="3350" y="2326"/>
                    <a:pt x="2724" y="2833"/>
                    <a:pt x="2069" y="2833"/>
                  </a:cubicBezTo>
                  <a:cubicBezTo>
                    <a:pt x="1756" y="2833"/>
                    <a:pt x="1437" y="2717"/>
                    <a:pt x="1177" y="2460"/>
                  </a:cubicBezTo>
                  <a:cubicBezTo>
                    <a:pt x="370" y="1654"/>
                    <a:pt x="942" y="287"/>
                    <a:pt x="2084" y="287"/>
                  </a:cubicBezTo>
                  <a:close/>
                  <a:moveTo>
                    <a:pt x="2064" y="0"/>
                  </a:moveTo>
                  <a:cubicBezTo>
                    <a:pt x="1682" y="0"/>
                    <a:pt x="1293" y="141"/>
                    <a:pt x="975" y="455"/>
                  </a:cubicBezTo>
                  <a:cubicBezTo>
                    <a:pt x="1" y="1441"/>
                    <a:pt x="695" y="3110"/>
                    <a:pt x="2084" y="3110"/>
                  </a:cubicBezTo>
                  <a:cubicBezTo>
                    <a:pt x="2935" y="3110"/>
                    <a:pt x="3630" y="2415"/>
                    <a:pt x="3630" y="1553"/>
                  </a:cubicBezTo>
                  <a:cubicBezTo>
                    <a:pt x="3630" y="620"/>
                    <a:pt x="2864" y="0"/>
                    <a:pt x="20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8"/>
            <p:cNvSpPr/>
            <p:nvPr/>
          </p:nvSpPr>
          <p:spPr>
            <a:xfrm>
              <a:off x="6382614" y="3210569"/>
              <a:ext cx="147750" cy="126910"/>
            </a:xfrm>
            <a:custGeom>
              <a:avLst/>
              <a:gdLst/>
              <a:ahLst/>
              <a:cxnLst/>
              <a:rect l="l" t="t" r="r" b="b"/>
              <a:pathLst>
                <a:path w="3630" h="3118" extrusionOk="0">
                  <a:moveTo>
                    <a:pt x="2073" y="283"/>
                  </a:moveTo>
                  <a:cubicBezTo>
                    <a:pt x="2779" y="283"/>
                    <a:pt x="3350" y="855"/>
                    <a:pt x="3350" y="1560"/>
                  </a:cubicBezTo>
                  <a:cubicBezTo>
                    <a:pt x="3350" y="2328"/>
                    <a:pt x="2721" y="2838"/>
                    <a:pt x="2064" y="2838"/>
                  </a:cubicBezTo>
                  <a:cubicBezTo>
                    <a:pt x="1753" y="2838"/>
                    <a:pt x="1436" y="2723"/>
                    <a:pt x="1177" y="2467"/>
                  </a:cubicBezTo>
                  <a:cubicBezTo>
                    <a:pt x="370" y="1661"/>
                    <a:pt x="942" y="283"/>
                    <a:pt x="2073" y="283"/>
                  </a:cubicBezTo>
                  <a:close/>
                  <a:moveTo>
                    <a:pt x="2069" y="0"/>
                  </a:moveTo>
                  <a:cubicBezTo>
                    <a:pt x="1686" y="0"/>
                    <a:pt x="1295" y="143"/>
                    <a:pt x="975" y="463"/>
                  </a:cubicBezTo>
                  <a:cubicBezTo>
                    <a:pt x="1" y="1437"/>
                    <a:pt x="695" y="3117"/>
                    <a:pt x="2073" y="3117"/>
                  </a:cubicBezTo>
                  <a:cubicBezTo>
                    <a:pt x="2935" y="3117"/>
                    <a:pt x="3630" y="2423"/>
                    <a:pt x="3630" y="1560"/>
                  </a:cubicBezTo>
                  <a:cubicBezTo>
                    <a:pt x="3630" y="622"/>
                    <a:pt x="2868" y="0"/>
                    <a:pt x="2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3251"/>
        <p:cNvGrpSpPr/>
        <p:nvPr/>
      </p:nvGrpSpPr>
      <p:grpSpPr>
        <a:xfrm>
          <a:off x="0" y="0"/>
          <a:ext cx="0" cy="0"/>
          <a:chOff x="0" y="0"/>
          <a:chExt cx="0" cy="0"/>
        </a:xfrm>
      </p:grpSpPr>
      <p:sp>
        <p:nvSpPr>
          <p:cNvPr id="3252" name="Google Shape;3252;p69"/>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72</a:t>
            </a:fld>
            <a:endParaRPr/>
          </a:p>
        </p:txBody>
      </p:sp>
      <p:sp>
        <p:nvSpPr>
          <p:cNvPr id="3253" name="Google Shape;3253;p69"/>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Interpreting two events in probability</a:t>
            </a:r>
            <a:endParaRPr/>
          </a:p>
        </p:txBody>
      </p:sp>
      <p:sp>
        <p:nvSpPr>
          <p:cNvPr id="3254" name="Google Shape;3254;p69"/>
          <p:cNvSpPr/>
          <p:nvPr/>
        </p:nvSpPr>
        <p:spPr>
          <a:xfrm>
            <a:off x="1024075" y="1585300"/>
            <a:ext cx="1579800" cy="1579800"/>
          </a:xfrm>
          <a:prstGeom prst="ellipse">
            <a:avLst/>
          </a:prstGeom>
          <a:no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9"/>
          <p:cNvSpPr/>
          <p:nvPr/>
        </p:nvSpPr>
        <p:spPr>
          <a:xfrm>
            <a:off x="2291573" y="1585300"/>
            <a:ext cx="1579800" cy="1579800"/>
          </a:xfrm>
          <a:prstGeom prst="ellipse">
            <a:avLst/>
          </a:prstGeom>
          <a:no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9"/>
          <p:cNvSpPr txBox="1"/>
          <p:nvPr/>
        </p:nvSpPr>
        <p:spPr>
          <a:xfrm>
            <a:off x="796200" y="1419975"/>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lt2"/>
                </a:solidFill>
                <a:latin typeface="Poppins"/>
                <a:ea typeface="Poppins"/>
                <a:cs typeface="Poppins"/>
                <a:sym typeface="Poppins"/>
              </a:rPr>
              <a:t>A</a:t>
            </a:r>
            <a:endParaRPr b="1">
              <a:solidFill>
                <a:schemeClr val="lt2"/>
              </a:solidFill>
              <a:latin typeface="Poppins"/>
              <a:ea typeface="Poppins"/>
              <a:cs typeface="Poppins"/>
              <a:sym typeface="Poppins"/>
            </a:endParaRPr>
          </a:p>
        </p:txBody>
      </p:sp>
      <p:sp>
        <p:nvSpPr>
          <p:cNvPr id="3257" name="Google Shape;3257;p69"/>
          <p:cNvSpPr txBox="1"/>
          <p:nvPr/>
        </p:nvSpPr>
        <p:spPr>
          <a:xfrm>
            <a:off x="3871375" y="1419975"/>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lt2"/>
                </a:solidFill>
                <a:latin typeface="Poppins"/>
                <a:ea typeface="Poppins"/>
                <a:cs typeface="Poppins"/>
                <a:sym typeface="Poppins"/>
              </a:rPr>
              <a:t>B</a:t>
            </a:r>
            <a:endParaRPr b="1">
              <a:solidFill>
                <a:schemeClr val="lt2"/>
              </a:solidFill>
              <a:latin typeface="Poppins"/>
              <a:ea typeface="Poppins"/>
              <a:cs typeface="Poppins"/>
              <a:sym typeface="Poppins"/>
            </a:endParaRPr>
          </a:p>
        </p:txBody>
      </p:sp>
      <p:sp>
        <p:nvSpPr>
          <p:cNvPr id="3258" name="Google Shape;3258;p69"/>
          <p:cNvSpPr txBox="1"/>
          <p:nvPr/>
        </p:nvSpPr>
        <p:spPr>
          <a:xfrm>
            <a:off x="1621075" y="2476250"/>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1</a:t>
            </a:r>
            <a:endParaRPr>
              <a:solidFill>
                <a:schemeClr val="lt2"/>
              </a:solidFill>
              <a:latin typeface="Poppins"/>
              <a:ea typeface="Poppins"/>
              <a:cs typeface="Poppins"/>
              <a:sym typeface="Poppins"/>
            </a:endParaRPr>
          </a:p>
        </p:txBody>
      </p:sp>
      <p:sp>
        <p:nvSpPr>
          <p:cNvPr id="3259" name="Google Shape;3259;p69"/>
          <p:cNvSpPr txBox="1"/>
          <p:nvPr/>
        </p:nvSpPr>
        <p:spPr>
          <a:xfrm>
            <a:off x="2291575" y="2178400"/>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3</a:t>
            </a:r>
            <a:endParaRPr>
              <a:solidFill>
                <a:schemeClr val="lt2"/>
              </a:solidFill>
              <a:latin typeface="Poppins"/>
              <a:ea typeface="Poppins"/>
              <a:cs typeface="Poppins"/>
              <a:sym typeface="Poppins"/>
            </a:endParaRPr>
          </a:p>
        </p:txBody>
      </p:sp>
      <p:sp>
        <p:nvSpPr>
          <p:cNvPr id="3260" name="Google Shape;3260;p69"/>
          <p:cNvSpPr txBox="1"/>
          <p:nvPr/>
        </p:nvSpPr>
        <p:spPr>
          <a:xfrm>
            <a:off x="1433625" y="1884675"/>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2</a:t>
            </a:r>
            <a:endParaRPr>
              <a:solidFill>
                <a:schemeClr val="lt2"/>
              </a:solidFill>
              <a:latin typeface="Poppins"/>
              <a:ea typeface="Poppins"/>
              <a:cs typeface="Poppins"/>
              <a:sym typeface="Poppins"/>
            </a:endParaRPr>
          </a:p>
        </p:txBody>
      </p:sp>
      <p:sp>
        <p:nvSpPr>
          <p:cNvPr id="3261" name="Google Shape;3261;p69"/>
          <p:cNvSpPr txBox="1"/>
          <p:nvPr/>
        </p:nvSpPr>
        <p:spPr>
          <a:xfrm>
            <a:off x="2888575" y="2476250"/>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5</a:t>
            </a:r>
            <a:endParaRPr>
              <a:solidFill>
                <a:schemeClr val="lt2"/>
              </a:solidFill>
              <a:latin typeface="Poppins"/>
              <a:ea typeface="Poppins"/>
              <a:cs typeface="Poppins"/>
              <a:sym typeface="Poppins"/>
            </a:endParaRPr>
          </a:p>
        </p:txBody>
      </p:sp>
      <p:sp>
        <p:nvSpPr>
          <p:cNvPr id="3262" name="Google Shape;3262;p69"/>
          <p:cNvSpPr txBox="1"/>
          <p:nvPr/>
        </p:nvSpPr>
        <p:spPr>
          <a:xfrm>
            <a:off x="3149525" y="1844200"/>
            <a:ext cx="385800" cy="39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2"/>
                </a:solidFill>
                <a:latin typeface="Poppins"/>
                <a:ea typeface="Poppins"/>
                <a:cs typeface="Poppins"/>
                <a:sym typeface="Poppins"/>
              </a:rPr>
              <a:t>4</a:t>
            </a:r>
            <a:endParaRPr>
              <a:solidFill>
                <a:schemeClr val="lt2"/>
              </a:solidFill>
              <a:latin typeface="Poppins"/>
              <a:ea typeface="Poppins"/>
              <a:cs typeface="Poppins"/>
              <a:sym typeface="Poppins"/>
            </a:endParaRPr>
          </a:p>
        </p:txBody>
      </p:sp>
      <p:sp>
        <p:nvSpPr>
          <p:cNvPr id="3263" name="Google Shape;3263;p69"/>
          <p:cNvSpPr txBox="1">
            <a:spLocks noGrp="1"/>
          </p:cNvSpPr>
          <p:nvPr>
            <p:ph type="subTitle" idx="4294967295"/>
          </p:nvPr>
        </p:nvSpPr>
        <p:spPr>
          <a:xfrm>
            <a:off x="872400" y="3326150"/>
            <a:ext cx="3700200" cy="987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Look at the circles and </a:t>
            </a:r>
            <a:r>
              <a:rPr lang="en" b="1"/>
              <a:t>name all individual and common events</a:t>
            </a:r>
            <a:r>
              <a:rPr lang="en"/>
              <a:t> from cases A and B.</a:t>
            </a:r>
            <a:endParaRPr/>
          </a:p>
        </p:txBody>
      </p:sp>
      <p:grpSp>
        <p:nvGrpSpPr>
          <p:cNvPr id="3264" name="Google Shape;3264;p69"/>
          <p:cNvGrpSpPr/>
          <p:nvPr/>
        </p:nvGrpSpPr>
        <p:grpSpPr>
          <a:xfrm>
            <a:off x="6668567" y="3326148"/>
            <a:ext cx="1530341" cy="1510858"/>
            <a:chOff x="1422333" y="551900"/>
            <a:chExt cx="4651492" cy="4592275"/>
          </a:xfrm>
        </p:grpSpPr>
        <p:sp>
          <p:nvSpPr>
            <p:cNvPr id="3265" name="Google Shape;3265;p69"/>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9"/>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9"/>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9"/>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9"/>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9"/>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9"/>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9"/>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9"/>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9"/>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9"/>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9"/>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9"/>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9"/>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9"/>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9"/>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9"/>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9"/>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9"/>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9"/>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9"/>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9"/>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9"/>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9"/>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9"/>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9"/>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9"/>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9"/>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9"/>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9"/>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9"/>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9"/>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9"/>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9"/>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9"/>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9"/>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9"/>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9"/>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9"/>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9"/>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05" name="Google Shape;3305;p69"/>
          <p:cNvSpPr txBox="1"/>
          <p:nvPr/>
        </p:nvSpPr>
        <p:spPr>
          <a:xfrm>
            <a:off x="5124775" y="1585300"/>
            <a:ext cx="3000000" cy="14652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lt2"/>
              </a:buClr>
              <a:buSzPts val="1400"/>
              <a:buFont typeface="Poppins"/>
              <a:buChar char="❏"/>
            </a:pPr>
            <a:r>
              <a:rPr lang="en" i="1">
                <a:solidFill>
                  <a:schemeClr val="lt2"/>
                </a:solidFill>
                <a:latin typeface="Poppins"/>
                <a:ea typeface="Poppins"/>
                <a:cs typeface="Poppins"/>
                <a:sym typeface="Poppins"/>
              </a:rPr>
              <a:t>A </a:t>
            </a:r>
            <a:r>
              <a:rPr lang="en" b="1">
                <a:solidFill>
                  <a:schemeClr val="lt2"/>
                </a:solidFill>
                <a:latin typeface="Poppins"/>
                <a:ea typeface="Poppins"/>
                <a:cs typeface="Poppins"/>
                <a:sym typeface="Poppins"/>
              </a:rPr>
              <a:t>U</a:t>
            </a:r>
            <a:r>
              <a:rPr lang="en">
                <a:solidFill>
                  <a:schemeClr val="lt2"/>
                </a:solidFill>
                <a:latin typeface="Poppins"/>
                <a:ea typeface="Poppins"/>
                <a:cs typeface="Poppins"/>
                <a:sym typeface="Poppins"/>
              </a:rPr>
              <a:t> </a:t>
            </a:r>
            <a:r>
              <a:rPr lang="en" i="1">
                <a:solidFill>
                  <a:schemeClr val="lt2"/>
                </a:solidFill>
                <a:latin typeface="Poppins"/>
                <a:ea typeface="Poppins"/>
                <a:cs typeface="Poppins"/>
                <a:sym typeface="Poppins"/>
              </a:rPr>
              <a:t>B </a:t>
            </a:r>
            <a:r>
              <a:rPr lang="en">
                <a:solidFill>
                  <a:schemeClr val="lt2"/>
                </a:solidFill>
                <a:latin typeface="Poppins"/>
                <a:ea typeface="Poppins"/>
                <a:cs typeface="Poppins"/>
                <a:sym typeface="Poppins"/>
              </a:rPr>
              <a:t>=</a:t>
            </a:r>
            <a:endParaRPr>
              <a:solidFill>
                <a:schemeClr val="lt2"/>
              </a:solidFill>
              <a:latin typeface="Poppins"/>
              <a:ea typeface="Poppins"/>
              <a:cs typeface="Poppins"/>
              <a:sym typeface="Poppins"/>
            </a:endParaRPr>
          </a:p>
          <a:p>
            <a:pPr marL="457200" lvl="0" indent="-317500" algn="l" rtl="0">
              <a:lnSpc>
                <a:spcPct val="115000"/>
              </a:lnSpc>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a:t>
            </a:r>
            <a:endParaRPr>
              <a:solidFill>
                <a:schemeClr val="lt2"/>
              </a:solidFill>
              <a:latin typeface="Poppins"/>
              <a:ea typeface="Poppins"/>
              <a:cs typeface="Poppins"/>
              <a:sym typeface="Poppins"/>
            </a:endParaRPr>
          </a:p>
          <a:p>
            <a:pPr marL="457200" lvl="0" indent="-317500" algn="l" rtl="0">
              <a:lnSpc>
                <a:spcPct val="115000"/>
              </a:lnSpc>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a:t>
            </a:r>
            <a:endParaRPr>
              <a:solidFill>
                <a:schemeClr val="lt2"/>
              </a:solidFill>
              <a:latin typeface="Poppins"/>
              <a:ea typeface="Poppins"/>
              <a:cs typeface="Poppins"/>
              <a:sym typeface="Poppins"/>
            </a:endParaRPr>
          </a:p>
          <a:p>
            <a:pPr marL="457200" lvl="0" indent="-317500" algn="l" rtl="0">
              <a:lnSpc>
                <a:spcPct val="115000"/>
              </a:lnSpc>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a:t>
            </a:r>
            <a:endParaRPr>
              <a:solidFill>
                <a:schemeClr val="lt2"/>
              </a:solidFill>
              <a:latin typeface="Poppins"/>
              <a:ea typeface="Poppins"/>
              <a:cs typeface="Poppins"/>
              <a:sym typeface="Poppins"/>
            </a:endParaRPr>
          </a:p>
          <a:p>
            <a:pPr marL="457200" lvl="0" indent="0" algn="l" rtl="0">
              <a:lnSpc>
                <a:spcPct val="115000"/>
              </a:lnSpc>
              <a:spcBef>
                <a:spcPts val="0"/>
              </a:spcBef>
              <a:spcAft>
                <a:spcPts val="1000"/>
              </a:spcAft>
              <a:buNone/>
            </a:pPr>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3309"/>
        <p:cNvGrpSpPr/>
        <p:nvPr/>
      </p:nvGrpSpPr>
      <p:grpSpPr>
        <a:xfrm>
          <a:off x="0" y="0"/>
          <a:ext cx="0" cy="0"/>
          <a:chOff x="0" y="0"/>
          <a:chExt cx="0" cy="0"/>
        </a:xfrm>
      </p:grpSpPr>
      <p:sp>
        <p:nvSpPr>
          <p:cNvPr id="3310" name="Google Shape;3310;p70"/>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73</a:t>
            </a:fld>
            <a:endParaRPr/>
          </a:p>
        </p:txBody>
      </p:sp>
      <p:sp>
        <p:nvSpPr>
          <p:cNvPr id="3311" name="Google Shape;3311;p70"/>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Roll the dice!</a:t>
            </a:r>
            <a:endParaRPr/>
          </a:p>
        </p:txBody>
      </p:sp>
      <p:graphicFrame>
        <p:nvGraphicFramePr>
          <p:cNvPr id="3312" name="Google Shape;3312;p70"/>
          <p:cNvGraphicFramePr/>
          <p:nvPr/>
        </p:nvGraphicFramePr>
        <p:xfrm>
          <a:off x="838713" y="1534634"/>
          <a:ext cx="6520100" cy="926825"/>
        </p:xfrm>
        <a:graphic>
          <a:graphicData uri="http://schemas.openxmlformats.org/drawingml/2006/table">
            <a:tbl>
              <a:tblPr>
                <a:noFill/>
                <a:tableStyleId>{A4384012-A2AF-4531-A5CA-00EEC183B7BB}</a:tableStyleId>
              </a:tblPr>
              <a:tblGrid>
                <a:gridCol w="1144425">
                  <a:extLst>
                    <a:ext uri="{9D8B030D-6E8A-4147-A177-3AD203B41FA5}">
                      <a16:colId xmlns:a16="http://schemas.microsoft.com/office/drawing/2014/main" val="20000"/>
                    </a:ext>
                  </a:extLst>
                </a:gridCol>
                <a:gridCol w="898375">
                  <a:extLst>
                    <a:ext uri="{9D8B030D-6E8A-4147-A177-3AD203B41FA5}">
                      <a16:colId xmlns:a16="http://schemas.microsoft.com/office/drawing/2014/main" val="20001"/>
                    </a:ext>
                  </a:extLst>
                </a:gridCol>
                <a:gridCol w="895600">
                  <a:extLst>
                    <a:ext uri="{9D8B030D-6E8A-4147-A177-3AD203B41FA5}">
                      <a16:colId xmlns:a16="http://schemas.microsoft.com/office/drawing/2014/main" val="20002"/>
                    </a:ext>
                  </a:extLst>
                </a:gridCol>
                <a:gridCol w="895425">
                  <a:extLst>
                    <a:ext uri="{9D8B030D-6E8A-4147-A177-3AD203B41FA5}">
                      <a16:colId xmlns:a16="http://schemas.microsoft.com/office/drawing/2014/main" val="20003"/>
                    </a:ext>
                  </a:extLst>
                </a:gridCol>
                <a:gridCol w="895425">
                  <a:extLst>
                    <a:ext uri="{9D8B030D-6E8A-4147-A177-3AD203B41FA5}">
                      <a16:colId xmlns:a16="http://schemas.microsoft.com/office/drawing/2014/main" val="20004"/>
                    </a:ext>
                  </a:extLst>
                </a:gridCol>
                <a:gridCol w="895425">
                  <a:extLst>
                    <a:ext uri="{9D8B030D-6E8A-4147-A177-3AD203B41FA5}">
                      <a16:colId xmlns:a16="http://schemas.microsoft.com/office/drawing/2014/main" val="20005"/>
                    </a:ext>
                  </a:extLst>
                </a:gridCol>
                <a:gridCol w="895425">
                  <a:extLst>
                    <a:ext uri="{9D8B030D-6E8A-4147-A177-3AD203B41FA5}">
                      <a16:colId xmlns:a16="http://schemas.microsoft.com/office/drawing/2014/main" val="20006"/>
                    </a:ext>
                  </a:extLst>
                </a:gridCol>
              </a:tblGrid>
              <a:tr h="472025">
                <a:tc>
                  <a:txBody>
                    <a:bodyPr/>
                    <a:lstStyle/>
                    <a:p>
                      <a:pPr marL="0" lvl="0" indent="0" algn="l" rtl="0">
                        <a:spcBef>
                          <a:spcPts val="0"/>
                        </a:spcBef>
                        <a:spcAft>
                          <a:spcPts val="0"/>
                        </a:spcAft>
                        <a:buNone/>
                      </a:pPr>
                      <a:r>
                        <a:rPr lang="en">
                          <a:latin typeface="Poppins"/>
                          <a:ea typeface="Poppins"/>
                          <a:cs typeface="Poppins"/>
                          <a:sym typeface="Poppins"/>
                        </a:rPr>
                        <a:t>Number</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latin typeface="Poppins"/>
                          <a:ea typeface="Poppins"/>
                          <a:cs typeface="Poppins"/>
                          <a:sym typeface="Poppins"/>
                        </a:rPr>
                        <a:t>1</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2</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3</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4</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5</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6</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454800">
                <a:tc>
                  <a:txBody>
                    <a:bodyPr/>
                    <a:lstStyle/>
                    <a:p>
                      <a:pPr marL="0" lvl="0" indent="0" algn="l" rtl="0">
                        <a:spcBef>
                          <a:spcPts val="0"/>
                        </a:spcBef>
                        <a:spcAft>
                          <a:spcPts val="0"/>
                        </a:spcAft>
                        <a:buNone/>
                      </a:pPr>
                      <a:r>
                        <a:rPr lang="en">
                          <a:latin typeface="Poppins"/>
                          <a:ea typeface="Poppins"/>
                          <a:cs typeface="Poppins"/>
                          <a:sym typeface="Poppins"/>
                        </a:rPr>
                        <a:t>Probability</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1"/>
                    </a:solidFill>
                  </a:tcPr>
                </a:tc>
                <a:tc>
                  <a:txBody>
                    <a:bodyPr/>
                    <a:lstStyle/>
                    <a:p>
                      <a:pPr marL="0" lvl="0" indent="0" algn="ctr" rtl="0">
                        <a:spcBef>
                          <a:spcPts val="0"/>
                        </a:spcBef>
                        <a:spcAft>
                          <a:spcPts val="0"/>
                        </a:spcAft>
                        <a:buNone/>
                      </a:pPr>
                      <a:r>
                        <a:rPr lang="en">
                          <a:latin typeface="Poppins"/>
                          <a:ea typeface="Poppins"/>
                          <a:cs typeface="Poppins"/>
                          <a:sym typeface="Poppins"/>
                        </a:rPr>
                        <a:t>0,12</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0,14</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0,16</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latin typeface="Poppins"/>
                          <a:ea typeface="Poppins"/>
                          <a:cs typeface="Poppins"/>
                          <a:sym typeface="Poppins"/>
                        </a:rPr>
                        <a:t>0,17</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latin typeface="Poppins"/>
                          <a:ea typeface="Poppins"/>
                          <a:cs typeface="Poppins"/>
                          <a:sym typeface="Poppins"/>
                        </a:rPr>
                        <a:t>0,21</a:t>
                      </a:r>
                      <a:endParaRPr>
                        <a:latin typeface="Poppins"/>
                        <a:ea typeface="Poppins"/>
                        <a:cs typeface="Poppins"/>
                        <a:sym typeface="Poppins"/>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bl>
          </a:graphicData>
        </a:graphic>
      </p:graphicFrame>
      <p:sp>
        <p:nvSpPr>
          <p:cNvPr id="3313" name="Google Shape;3313;p70"/>
          <p:cNvSpPr txBox="1">
            <a:spLocks noGrp="1"/>
          </p:cNvSpPr>
          <p:nvPr>
            <p:ph type="subTitle" idx="4294967295"/>
          </p:nvPr>
        </p:nvSpPr>
        <p:spPr>
          <a:xfrm>
            <a:off x="838725" y="2963850"/>
            <a:ext cx="3700200" cy="11076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By rolling a six-sided die we have obtained the following results for each number. Calculate the probability for the </a:t>
            </a:r>
            <a:r>
              <a:rPr lang="en" b="1"/>
              <a:t>number 5 </a:t>
            </a:r>
            <a:r>
              <a:rPr lang="en"/>
              <a:t>and </a:t>
            </a:r>
            <a:r>
              <a:rPr lang="en" b="1"/>
              <a:t>fill the gap</a:t>
            </a:r>
            <a:r>
              <a:rPr lang="en"/>
              <a:t>.</a:t>
            </a:r>
            <a:endParaRPr/>
          </a:p>
        </p:txBody>
      </p:sp>
      <p:grpSp>
        <p:nvGrpSpPr>
          <p:cNvPr id="3314" name="Google Shape;3314;p70"/>
          <p:cNvGrpSpPr/>
          <p:nvPr/>
        </p:nvGrpSpPr>
        <p:grpSpPr>
          <a:xfrm rot="-2700000">
            <a:off x="6377598" y="2840954"/>
            <a:ext cx="1818064" cy="1797863"/>
            <a:chOff x="1453200" y="540325"/>
            <a:chExt cx="4666300" cy="4614450"/>
          </a:xfrm>
        </p:grpSpPr>
        <p:sp>
          <p:nvSpPr>
            <p:cNvPr id="3315" name="Google Shape;3315;p70"/>
            <p:cNvSpPr/>
            <p:nvPr/>
          </p:nvSpPr>
          <p:spPr>
            <a:xfrm>
              <a:off x="1487450" y="570825"/>
              <a:ext cx="3164975" cy="3093225"/>
            </a:xfrm>
            <a:custGeom>
              <a:avLst/>
              <a:gdLst/>
              <a:ahLst/>
              <a:cxnLst/>
              <a:rect l="l" t="t" r="r" b="b"/>
              <a:pathLst>
                <a:path w="126599" h="123729" extrusionOk="0">
                  <a:moveTo>
                    <a:pt x="36050" y="0"/>
                  </a:moveTo>
                  <a:cubicBezTo>
                    <a:pt x="30464" y="0"/>
                    <a:pt x="25335" y="3654"/>
                    <a:pt x="23715" y="9298"/>
                  </a:cubicBezTo>
                  <a:lnTo>
                    <a:pt x="18007" y="29326"/>
                  </a:lnTo>
                  <a:lnTo>
                    <a:pt x="14810" y="40580"/>
                  </a:lnTo>
                  <a:lnTo>
                    <a:pt x="1925" y="85595"/>
                  </a:lnTo>
                  <a:cubicBezTo>
                    <a:pt x="1" y="92413"/>
                    <a:pt x="3948" y="99491"/>
                    <a:pt x="10733" y="101449"/>
                  </a:cubicBezTo>
                  <a:lnTo>
                    <a:pt x="87030" y="123239"/>
                  </a:lnTo>
                  <a:cubicBezTo>
                    <a:pt x="88205" y="123570"/>
                    <a:pt x="89387" y="123729"/>
                    <a:pt x="90549" y="123729"/>
                  </a:cubicBezTo>
                  <a:cubicBezTo>
                    <a:pt x="96135" y="123729"/>
                    <a:pt x="101264" y="120075"/>
                    <a:pt x="102884" y="114431"/>
                  </a:cubicBezTo>
                  <a:lnTo>
                    <a:pt x="124674" y="38134"/>
                  </a:lnTo>
                  <a:cubicBezTo>
                    <a:pt x="126598" y="31316"/>
                    <a:pt x="122684" y="24237"/>
                    <a:pt x="115866" y="22280"/>
                  </a:cubicBezTo>
                  <a:lnTo>
                    <a:pt x="39569" y="490"/>
                  </a:lnTo>
                  <a:cubicBezTo>
                    <a:pt x="38394" y="159"/>
                    <a:pt x="37212" y="0"/>
                    <a:pt x="36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0"/>
            <p:cNvSpPr/>
            <p:nvPr/>
          </p:nvSpPr>
          <p:spPr>
            <a:xfrm>
              <a:off x="1453200" y="540325"/>
              <a:ext cx="3205750" cy="3154700"/>
            </a:xfrm>
            <a:custGeom>
              <a:avLst/>
              <a:gdLst/>
              <a:ahLst/>
              <a:cxnLst/>
              <a:rect l="l" t="t" r="r" b="b"/>
              <a:pathLst>
                <a:path w="128230" h="126188" extrusionOk="0">
                  <a:moveTo>
                    <a:pt x="37406" y="0"/>
                  </a:moveTo>
                  <a:cubicBezTo>
                    <a:pt x="35046" y="0"/>
                    <a:pt x="32706" y="595"/>
                    <a:pt x="30598" y="1775"/>
                  </a:cubicBezTo>
                  <a:cubicBezTo>
                    <a:pt x="27336" y="3602"/>
                    <a:pt x="24955" y="6571"/>
                    <a:pt x="23911" y="10191"/>
                  </a:cubicBezTo>
                  <a:lnTo>
                    <a:pt x="18202" y="30220"/>
                  </a:lnTo>
                  <a:cubicBezTo>
                    <a:pt x="18007" y="30872"/>
                    <a:pt x="18398" y="31525"/>
                    <a:pt x="19051" y="31720"/>
                  </a:cubicBezTo>
                  <a:cubicBezTo>
                    <a:pt x="19165" y="31755"/>
                    <a:pt x="19279" y="31771"/>
                    <a:pt x="19391" y="31771"/>
                  </a:cubicBezTo>
                  <a:cubicBezTo>
                    <a:pt x="19918" y="31771"/>
                    <a:pt x="20390" y="31410"/>
                    <a:pt x="20551" y="30872"/>
                  </a:cubicBezTo>
                  <a:lnTo>
                    <a:pt x="26292" y="10844"/>
                  </a:lnTo>
                  <a:cubicBezTo>
                    <a:pt x="27140" y="7875"/>
                    <a:pt x="29098" y="5396"/>
                    <a:pt x="31772" y="3896"/>
                  </a:cubicBezTo>
                  <a:cubicBezTo>
                    <a:pt x="33519" y="2928"/>
                    <a:pt x="35443" y="2435"/>
                    <a:pt x="37385" y="2435"/>
                  </a:cubicBezTo>
                  <a:cubicBezTo>
                    <a:pt x="38453" y="2435"/>
                    <a:pt x="39527" y="2584"/>
                    <a:pt x="40580" y="2885"/>
                  </a:cubicBezTo>
                  <a:lnTo>
                    <a:pt x="116910" y="24675"/>
                  </a:lnTo>
                  <a:cubicBezTo>
                    <a:pt x="119879" y="25555"/>
                    <a:pt x="122358" y="27513"/>
                    <a:pt x="123858" y="30187"/>
                  </a:cubicBezTo>
                  <a:cubicBezTo>
                    <a:pt x="125359" y="32895"/>
                    <a:pt x="125718" y="36026"/>
                    <a:pt x="124869" y="38995"/>
                  </a:cubicBezTo>
                  <a:lnTo>
                    <a:pt x="103079" y="115325"/>
                  </a:lnTo>
                  <a:cubicBezTo>
                    <a:pt x="102231" y="118294"/>
                    <a:pt x="100274" y="120773"/>
                    <a:pt x="97567" y="122273"/>
                  </a:cubicBezTo>
                  <a:cubicBezTo>
                    <a:pt x="95820" y="123241"/>
                    <a:pt x="93896" y="123734"/>
                    <a:pt x="91954" y="123734"/>
                  </a:cubicBezTo>
                  <a:cubicBezTo>
                    <a:pt x="90886" y="123734"/>
                    <a:pt x="89812" y="123585"/>
                    <a:pt x="88759" y="123284"/>
                  </a:cubicBezTo>
                  <a:lnTo>
                    <a:pt x="12429" y="101494"/>
                  </a:lnTo>
                  <a:cubicBezTo>
                    <a:pt x="6296" y="99733"/>
                    <a:pt x="2741" y="93307"/>
                    <a:pt x="4470" y="87174"/>
                  </a:cubicBezTo>
                  <a:lnTo>
                    <a:pt x="17354" y="42126"/>
                  </a:lnTo>
                  <a:cubicBezTo>
                    <a:pt x="17517" y="41474"/>
                    <a:pt x="17159" y="40789"/>
                    <a:pt x="16506" y="40626"/>
                  </a:cubicBezTo>
                  <a:cubicBezTo>
                    <a:pt x="16392" y="40591"/>
                    <a:pt x="16277" y="40575"/>
                    <a:pt x="16163" y="40575"/>
                  </a:cubicBezTo>
                  <a:cubicBezTo>
                    <a:pt x="15630" y="40575"/>
                    <a:pt x="15140" y="40936"/>
                    <a:pt x="15006" y="41474"/>
                  </a:cubicBezTo>
                  <a:lnTo>
                    <a:pt x="2121" y="86489"/>
                  </a:lnTo>
                  <a:cubicBezTo>
                    <a:pt x="1" y="93927"/>
                    <a:pt x="4339" y="101723"/>
                    <a:pt x="11776" y="103843"/>
                  </a:cubicBezTo>
                  <a:lnTo>
                    <a:pt x="88074" y="125633"/>
                  </a:lnTo>
                  <a:cubicBezTo>
                    <a:pt x="89346" y="125992"/>
                    <a:pt x="90651" y="126188"/>
                    <a:pt x="91956" y="126188"/>
                  </a:cubicBezTo>
                  <a:cubicBezTo>
                    <a:pt x="94305" y="126188"/>
                    <a:pt x="96621" y="125568"/>
                    <a:pt x="98741" y="124394"/>
                  </a:cubicBezTo>
                  <a:cubicBezTo>
                    <a:pt x="102036" y="122599"/>
                    <a:pt x="104384" y="119598"/>
                    <a:pt x="105428" y="116010"/>
                  </a:cubicBezTo>
                  <a:lnTo>
                    <a:pt x="127218" y="39680"/>
                  </a:lnTo>
                  <a:cubicBezTo>
                    <a:pt x="128229" y="36092"/>
                    <a:pt x="127805" y="32275"/>
                    <a:pt x="125979" y="29013"/>
                  </a:cubicBezTo>
                  <a:cubicBezTo>
                    <a:pt x="124184" y="25751"/>
                    <a:pt x="121183" y="23370"/>
                    <a:pt x="117595" y="22326"/>
                  </a:cubicBezTo>
                  <a:lnTo>
                    <a:pt x="41265" y="536"/>
                  </a:lnTo>
                  <a:cubicBezTo>
                    <a:pt x="39996" y="178"/>
                    <a:pt x="38698" y="0"/>
                    <a:pt x="3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0"/>
            <p:cNvSpPr/>
            <p:nvPr/>
          </p:nvSpPr>
          <p:spPr>
            <a:xfrm>
              <a:off x="2310300" y="1039000"/>
              <a:ext cx="639375" cy="573925"/>
            </a:xfrm>
            <a:custGeom>
              <a:avLst/>
              <a:gdLst/>
              <a:ahLst/>
              <a:cxnLst/>
              <a:rect l="l" t="t" r="r" b="b"/>
              <a:pathLst>
                <a:path w="25575" h="22957" extrusionOk="0">
                  <a:moveTo>
                    <a:pt x="12761" y="1"/>
                  </a:moveTo>
                  <a:cubicBezTo>
                    <a:pt x="7773" y="1"/>
                    <a:pt x="3189" y="3280"/>
                    <a:pt x="1762" y="8316"/>
                  </a:cubicBezTo>
                  <a:cubicBezTo>
                    <a:pt x="0" y="14416"/>
                    <a:pt x="3556" y="20777"/>
                    <a:pt x="9656" y="22505"/>
                  </a:cubicBezTo>
                  <a:cubicBezTo>
                    <a:pt x="10709" y="22811"/>
                    <a:pt x="11771" y="22957"/>
                    <a:pt x="12816" y="22957"/>
                  </a:cubicBezTo>
                  <a:cubicBezTo>
                    <a:pt x="17792" y="22957"/>
                    <a:pt x="22384" y="19658"/>
                    <a:pt x="23813" y="14644"/>
                  </a:cubicBezTo>
                  <a:cubicBezTo>
                    <a:pt x="25574" y="8544"/>
                    <a:pt x="22051" y="2183"/>
                    <a:pt x="15951" y="454"/>
                  </a:cubicBezTo>
                  <a:cubicBezTo>
                    <a:pt x="14887" y="147"/>
                    <a:pt x="13815" y="1"/>
                    <a:pt x="127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0"/>
            <p:cNvSpPr/>
            <p:nvPr/>
          </p:nvSpPr>
          <p:spPr>
            <a:xfrm>
              <a:off x="2301325" y="1008375"/>
              <a:ext cx="657300" cy="634875"/>
            </a:xfrm>
            <a:custGeom>
              <a:avLst/>
              <a:gdLst/>
              <a:ahLst/>
              <a:cxnLst/>
              <a:rect l="l" t="t" r="r" b="b"/>
              <a:pathLst>
                <a:path w="26292" h="25395" extrusionOk="0">
                  <a:moveTo>
                    <a:pt x="13146" y="2430"/>
                  </a:moveTo>
                  <a:cubicBezTo>
                    <a:pt x="14092" y="2430"/>
                    <a:pt x="15038" y="2560"/>
                    <a:pt x="15951" y="2854"/>
                  </a:cubicBezTo>
                  <a:cubicBezTo>
                    <a:pt x="18594" y="3604"/>
                    <a:pt x="20779" y="5333"/>
                    <a:pt x="22117" y="7714"/>
                  </a:cubicBezTo>
                  <a:cubicBezTo>
                    <a:pt x="23454" y="10128"/>
                    <a:pt x="23780" y="12868"/>
                    <a:pt x="22997" y="15510"/>
                  </a:cubicBezTo>
                  <a:cubicBezTo>
                    <a:pt x="22247" y="18152"/>
                    <a:pt x="20518" y="20338"/>
                    <a:pt x="18137" y="21675"/>
                  </a:cubicBezTo>
                  <a:cubicBezTo>
                    <a:pt x="16599" y="22518"/>
                    <a:pt x="14898" y="22953"/>
                    <a:pt x="13174" y="22953"/>
                  </a:cubicBezTo>
                  <a:cubicBezTo>
                    <a:pt x="12229" y="22953"/>
                    <a:pt x="11277" y="22822"/>
                    <a:pt x="10341" y="22556"/>
                  </a:cubicBezTo>
                  <a:cubicBezTo>
                    <a:pt x="7699" y="21806"/>
                    <a:pt x="5513" y="20077"/>
                    <a:pt x="4176" y="17696"/>
                  </a:cubicBezTo>
                  <a:cubicBezTo>
                    <a:pt x="2871" y="15282"/>
                    <a:pt x="2545" y="12509"/>
                    <a:pt x="3295" y="9900"/>
                  </a:cubicBezTo>
                  <a:cubicBezTo>
                    <a:pt x="4045" y="7257"/>
                    <a:pt x="5774" y="5072"/>
                    <a:pt x="8155" y="3734"/>
                  </a:cubicBezTo>
                  <a:cubicBezTo>
                    <a:pt x="9721" y="2886"/>
                    <a:pt x="11417" y="2430"/>
                    <a:pt x="13146" y="2430"/>
                  </a:cubicBezTo>
                  <a:close/>
                  <a:moveTo>
                    <a:pt x="13111" y="0"/>
                  </a:moveTo>
                  <a:cubicBezTo>
                    <a:pt x="10989" y="0"/>
                    <a:pt x="8890" y="544"/>
                    <a:pt x="6981" y="1614"/>
                  </a:cubicBezTo>
                  <a:cubicBezTo>
                    <a:pt x="4013" y="3245"/>
                    <a:pt x="1860" y="5953"/>
                    <a:pt x="946" y="9215"/>
                  </a:cubicBezTo>
                  <a:cubicBezTo>
                    <a:pt x="0" y="12477"/>
                    <a:pt x="392" y="15902"/>
                    <a:pt x="2055" y="18870"/>
                  </a:cubicBezTo>
                  <a:cubicBezTo>
                    <a:pt x="3686" y="21838"/>
                    <a:pt x="6394" y="23991"/>
                    <a:pt x="9656" y="24905"/>
                  </a:cubicBezTo>
                  <a:cubicBezTo>
                    <a:pt x="10830" y="25231"/>
                    <a:pt x="12004" y="25394"/>
                    <a:pt x="13179" y="25394"/>
                  </a:cubicBezTo>
                  <a:cubicBezTo>
                    <a:pt x="15299" y="25394"/>
                    <a:pt x="17419" y="24872"/>
                    <a:pt x="19311" y="23796"/>
                  </a:cubicBezTo>
                  <a:cubicBezTo>
                    <a:pt x="22280" y="22165"/>
                    <a:pt x="24433" y="19457"/>
                    <a:pt x="25379" y="16195"/>
                  </a:cubicBezTo>
                  <a:cubicBezTo>
                    <a:pt x="26292" y="12933"/>
                    <a:pt x="25900" y="9508"/>
                    <a:pt x="24269" y="6540"/>
                  </a:cubicBezTo>
                  <a:cubicBezTo>
                    <a:pt x="22606" y="3571"/>
                    <a:pt x="19898" y="1418"/>
                    <a:pt x="16636" y="505"/>
                  </a:cubicBezTo>
                  <a:cubicBezTo>
                    <a:pt x="15473" y="168"/>
                    <a:pt x="14288" y="0"/>
                    <a:pt x="13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0"/>
            <p:cNvSpPr/>
            <p:nvPr/>
          </p:nvSpPr>
          <p:spPr>
            <a:xfrm>
              <a:off x="3213850" y="2621350"/>
              <a:ext cx="590450" cy="573425"/>
            </a:xfrm>
            <a:custGeom>
              <a:avLst/>
              <a:gdLst/>
              <a:ahLst/>
              <a:cxnLst/>
              <a:rect l="l" t="t" r="r" b="b"/>
              <a:pathLst>
                <a:path w="23618" h="22937" extrusionOk="0">
                  <a:moveTo>
                    <a:pt x="11818" y="0"/>
                  </a:moveTo>
                  <a:cubicBezTo>
                    <a:pt x="11599" y="0"/>
                    <a:pt x="11379" y="6"/>
                    <a:pt x="11157" y="19"/>
                  </a:cubicBezTo>
                  <a:cubicBezTo>
                    <a:pt x="4829" y="378"/>
                    <a:pt x="1" y="5793"/>
                    <a:pt x="360" y="12121"/>
                  </a:cubicBezTo>
                  <a:cubicBezTo>
                    <a:pt x="706" y="18227"/>
                    <a:pt x="5760" y="22937"/>
                    <a:pt x="11800" y="22937"/>
                  </a:cubicBezTo>
                  <a:cubicBezTo>
                    <a:pt x="12019" y="22937"/>
                    <a:pt x="12240" y="22931"/>
                    <a:pt x="12462" y="22918"/>
                  </a:cubicBezTo>
                  <a:cubicBezTo>
                    <a:pt x="18790" y="22559"/>
                    <a:pt x="23618" y="17144"/>
                    <a:pt x="23259" y="10816"/>
                  </a:cubicBezTo>
                  <a:cubicBezTo>
                    <a:pt x="22913" y="4709"/>
                    <a:pt x="17858" y="0"/>
                    <a:pt x="118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0"/>
            <p:cNvSpPr/>
            <p:nvPr/>
          </p:nvSpPr>
          <p:spPr>
            <a:xfrm>
              <a:off x="3156775" y="2591600"/>
              <a:ext cx="681775" cy="635325"/>
            </a:xfrm>
            <a:custGeom>
              <a:avLst/>
              <a:gdLst/>
              <a:ahLst/>
              <a:cxnLst/>
              <a:rect l="l" t="t" r="r" b="b"/>
              <a:pathLst>
                <a:path w="27271" h="25413" extrusionOk="0">
                  <a:moveTo>
                    <a:pt x="14125" y="2448"/>
                  </a:moveTo>
                  <a:cubicBezTo>
                    <a:pt x="15071" y="2448"/>
                    <a:pt x="16017" y="2579"/>
                    <a:pt x="16930" y="2840"/>
                  </a:cubicBezTo>
                  <a:cubicBezTo>
                    <a:pt x="19572" y="3590"/>
                    <a:pt x="21758" y="5319"/>
                    <a:pt x="23095" y="7733"/>
                  </a:cubicBezTo>
                  <a:cubicBezTo>
                    <a:pt x="24433" y="10114"/>
                    <a:pt x="24726" y="12887"/>
                    <a:pt x="23976" y="15529"/>
                  </a:cubicBezTo>
                  <a:cubicBezTo>
                    <a:pt x="22705" y="20019"/>
                    <a:pt x="18563" y="22962"/>
                    <a:pt x="14097" y="22962"/>
                  </a:cubicBezTo>
                  <a:cubicBezTo>
                    <a:pt x="13178" y="22962"/>
                    <a:pt x="12244" y="22837"/>
                    <a:pt x="11320" y="22575"/>
                  </a:cubicBezTo>
                  <a:cubicBezTo>
                    <a:pt x="5872" y="21009"/>
                    <a:pt x="2708" y="15333"/>
                    <a:pt x="4274" y="9886"/>
                  </a:cubicBezTo>
                  <a:cubicBezTo>
                    <a:pt x="5546" y="5384"/>
                    <a:pt x="9656" y="2448"/>
                    <a:pt x="14125" y="2448"/>
                  </a:cubicBezTo>
                  <a:close/>
                  <a:moveTo>
                    <a:pt x="14136" y="1"/>
                  </a:moveTo>
                  <a:cubicBezTo>
                    <a:pt x="8617" y="1"/>
                    <a:pt x="3518" y="3640"/>
                    <a:pt x="1925" y="9201"/>
                  </a:cubicBezTo>
                  <a:cubicBezTo>
                    <a:pt x="0" y="15953"/>
                    <a:pt x="3915" y="22999"/>
                    <a:pt x="10635" y="24924"/>
                  </a:cubicBezTo>
                  <a:cubicBezTo>
                    <a:pt x="11809" y="25250"/>
                    <a:pt x="12983" y="25413"/>
                    <a:pt x="14125" y="25413"/>
                  </a:cubicBezTo>
                  <a:cubicBezTo>
                    <a:pt x="19638" y="25413"/>
                    <a:pt x="24759" y="21759"/>
                    <a:pt x="26325" y="16181"/>
                  </a:cubicBezTo>
                  <a:cubicBezTo>
                    <a:pt x="27271" y="12919"/>
                    <a:pt x="26879" y="9494"/>
                    <a:pt x="25216" y="6526"/>
                  </a:cubicBezTo>
                  <a:cubicBezTo>
                    <a:pt x="23585" y="3557"/>
                    <a:pt x="20877" y="1405"/>
                    <a:pt x="17615" y="491"/>
                  </a:cubicBezTo>
                  <a:cubicBezTo>
                    <a:pt x="16456" y="159"/>
                    <a:pt x="15287" y="1"/>
                    <a:pt x="14136"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0"/>
            <p:cNvSpPr/>
            <p:nvPr/>
          </p:nvSpPr>
          <p:spPr>
            <a:xfrm>
              <a:off x="3538425" y="1391150"/>
              <a:ext cx="645900" cy="573725"/>
            </a:xfrm>
            <a:custGeom>
              <a:avLst/>
              <a:gdLst/>
              <a:ahLst/>
              <a:cxnLst/>
              <a:rect l="l" t="t" r="r" b="b"/>
              <a:pathLst>
                <a:path w="25836" h="22949" extrusionOk="0">
                  <a:moveTo>
                    <a:pt x="12956" y="1"/>
                  </a:moveTo>
                  <a:cubicBezTo>
                    <a:pt x="9593" y="1"/>
                    <a:pt x="6254" y="1462"/>
                    <a:pt x="3980" y="4277"/>
                  </a:cubicBezTo>
                  <a:cubicBezTo>
                    <a:pt x="1" y="9202"/>
                    <a:pt x="783" y="16444"/>
                    <a:pt x="5742" y="20424"/>
                  </a:cubicBezTo>
                  <a:cubicBezTo>
                    <a:pt x="7859" y="22120"/>
                    <a:pt x="10403" y="22948"/>
                    <a:pt x="12930" y="22948"/>
                  </a:cubicBezTo>
                  <a:cubicBezTo>
                    <a:pt x="16283" y="22948"/>
                    <a:pt x="19605" y="21489"/>
                    <a:pt x="21856" y="18662"/>
                  </a:cubicBezTo>
                  <a:cubicBezTo>
                    <a:pt x="25836" y="13736"/>
                    <a:pt x="25053" y="6495"/>
                    <a:pt x="20127" y="2515"/>
                  </a:cubicBezTo>
                  <a:cubicBezTo>
                    <a:pt x="18016" y="823"/>
                    <a:pt x="15479" y="1"/>
                    <a:pt x="129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0"/>
            <p:cNvSpPr/>
            <p:nvPr/>
          </p:nvSpPr>
          <p:spPr>
            <a:xfrm>
              <a:off x="3508250" y="1359850"/>
              <a:ext cx="707075" cy="635675"/>
            </a:xfrm>
            <a:custGeom>
              <a:avLst/>
              <a:gdLst/>
              <a:ahLst/>
              <a:cxnLst/>
              <a:rect l="l" t="t" r="r" b="b"/>
              <a:pathLst>
                <a:path w="28283" h="25427" extrusionOk="0">
                  <a:moveTo>
                    <a:pt x="14130" y="2457"/>
                  </a:moveTo>
                  <a:cubicBezTo>
                    <a:pt x="15075" y="2457"/>
                    <a:pt x="16027" y="2588"/>
                    <a:pt x="16963" y="2854"/>
                  </a:cubicBezTo>
                  <a:cubicBezTo>
                    <a:pt x="22378" y="4420"/>
                    <a:pt x="25542" y="10095"/>
                    <a:pt x="24009" y="15543"/>
                  </a:cubicBezTo>
                  <a:cubicBezTo>
                    <a:pt x="22715" y="20019"/>
                    <a:pt x="18612" y="22957"/>
                    <a:pt x="14151" y="22957"/>
                  </a:cubicBezTo>
                  <a:cubicBezTo>
                    <a:pt x="13216" y="22957"/>
                    <a:pt x="12264" y="22828"/>
                    <a:pt x="11320" y="22556"/>
                  </a:cubicBezTo>
                  <a:cubicBezTo>
                    <a:pt x="5872" y="21023"/>
                    <a:pt x="2708" y="15347"/>
                    <a:pt x="4274" y="9900"/>
                  </a:cubicBezTo>
                  <a:cubicBezTo>
                    <a:pt x="5024" y="7258"/>
                    <a:pt x="6753" y="5072"/>
                    <a:pt x="9167" y="3735"/>
                  </a:cubicBezTo>
                  <a:cubicBezTo>
                    <a:pt x="10705" y="2892"/>
                    <a:pt x="12406" y="2457"/>
                    <a:pt x="14130" y="2457"/>
                  </a:cubicBezTo>
                  <a:close/>
                  <a:moveTo>
                    <a:pt x="14090" y="0"/>
                  </a:moveTo>
                  <a:cubicBezTo>
                    <a:pt x="11968" y="0"/>
                    <a:pt x="9869" y="544"/>
                    <a:pt x="7960" y="1614"/>
                  </a:cubicBezTo>
                  <a:cubicBezTo>
                    <a:pt x="4991" y="3245"/>
                    <a:pt x="2839" y="5953"/>
                    <a:pt x="1925" y="9215"/>
                  </a:cubicBezTo>
                  <a:cubicBezTo>
                    <a:pt x="1" y="15967"/>
                    <a:pt x="3915" y="23013"/>
                    <a:pt x="10635" y="24938"/>
                  </a:cubicBezTo>
                  <a:cubicBezTo>
                    <a:pt x="11809" y="25264"/>
                    <a:pt x="12983" y="25427"/>
                    <a:pt x="14125" y="25427"/>
                  </a:cubicBezTo>
                  <a:cubicBezTo>
                    <a:pt x="19670" y="25427"/>
                    <a:pt x="24759" y="21773"/>
                    <a:pt x="26358" y="16195"/>
                  </a:cubicBezTo>
                  <a:cubicBezTo>
                    <a:pt x="28282" y="9476"/>
                    <a:pt x="24368" y="2430"/>
                    <a:pt x="17615" y="505"/>
                  </a:cubicBezTo>
                  <a:cubicBezTo>
                    <a:pt x="16452" y="168"/>
                    <a:pt x="15267" y="0"/>
                    <a:pt x="14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0"/>
            <p:cNvSpPr/>
            <p:nvPr/>
          </p:nvSpPr>
          <p:spPr>
            <a:xfrm>
              <a:off x="1955550" y="2270325"/>
              <a:ext cx="645075" cy="573725"/>
            </a:xfrm>
            <a:custGeom>
              <a:avLst/>
              <a:gdLst/>
              <a:ahLst/>
              <a:cxnLst/>
              <a:rect l="l" t="t" r="r" b="b"/>
              <a:pathLst>
                <a:path w="25803" h="22949" extrusionOk="0">
                  <a:moveTo>
                    <a:pt x="12935" y="1"/>
                  </a:moveTo>
                  <a:cubicBezTo>
                    <a:pt x="8119" y="1"/>
                    <a:pt x="3641" y="3028"/>
                    <a:pt x="2023" y="7829"/>
                  </a:cubicBezTo>
                  <a:cubicBezTo>
                    <a:pt x="0" y="13832"/>
                    <a:pt x="3262" y="20355"/>
                    <a:pt x="9264" y="22345"/>
                  </a:cubicBezTo>
                  <a:cubicBezTo>
                    <a:pt x="10478" y="22754"/>
                    <a:pt x="11712" y="22948"/>
                    <a:pt x="12924" y="22948"/>
                  </a:cubicBezTo>
                  <a:cubicBezTo>
                    <a:pt x="17709" y="22948"/>
                    <a:pt x="22167" y="19925"/>
                    <a:pt x="23780" y="15136"/>
                  </a:cubicBezTo>
                  <a:cubicBezTo>
                    <a:pt x="25803" y="9134"/>
                    <a:pt x="22573" y="2610"/>
                    <a:pt x="16571" y="588"/>
                  </a:cubicBezTo>
                  <a:cubicBezTo>
                    <a:pt x="15364" y="190"/>
                    <a:pt x="14139" y="1"/>
                    <a:pt x="129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0"/>
            <p:cNvSpPr/>
            <p:nvPr/>
          </p:nvSpPr>
          <p:spPr>
            <a:xfrm>
              <a:off x="1925375" y="2240125"/>
              <a:ext cx="706250" cy="634525"/>
            </a:xfrm>
            <a:custGeom>
              <a:avLst/>
              <a:gdLst/>
              <a:ahLst/>
              <a:cxnLst/>
              <a:rect l="l" t="t" r="r" b="b"/>
              <a:pathLst>
                <a:path w="28250" h="25381" extrusionOk="0">
                  <a:moveTo>
                    <a:pt x="14125" y="2448"/>
                  </a:moveTo>
                  <a:cubicBezTo>
                    <a:pt x="15071" y="2448"/>
                    <a:pt x="16017" y="2579"/>
                    <a:pt x="16930" y="2840"/>
                  </a:cubicBezTo>
                  <a:cubicBezTo>
                    <a:pt x="22378" y="4373"/>
                    <a:pt x="25542" y="10081"/>
                    <a:pt x="23976" y="15496"/>
                  </a:cubicBezTo>
                  <a:cubicBezTo>
                    <a:pt x="22709" y="20000"/>
                    <a:pt x="18587" y="22943"/>
                    <a:pt x="14138" y="22943"/>
                  </a:cubicBezTo>
                  <a:cubicBezTo>
                    <a:pt x="13205" y="22943"/>
                    <a:pt x="12258" y="22813"/>
                    <a:pt x="11320" y="22542"/>
                  </a:cubicBezTo>
                  <a:cubicBezTo>
                    <a:pt x="5872" y="21009"/>
                    <a:pt x="2708" y="15300"/>
                    <a:pt x="4274" y="9886"/>
                  </a:cubicBezTo>
                  <a:cubicBezTo>
                    <a:pt x="5546" y="5384"/>
                    <a:pt x="9656" y="2448"/>
                    <a:pt x="14125" y="2448"/>
                  </a:cubicBezTo>
                  <a:close/>
                  <a:moveTo>
                    <a:pt x="14122" y="1"/>
                  </a:moveTo>
                  <a:cubicBezTo>
                    <a:pt x="8585" y="1"/>
                    <a:pt x="3491" y="3640"/>
                    <a:pt x="1925" y="9201"/>
                  </a:cubicBezTo>
                  <a:cubicBezTo>
                    <a:pt x="1" y="15953"/>
                    <a:pt x="3915" y="22966"/>
                    <a:pt x="10635" y="24891"/>
                  </a:cubicBezTo>
                  <a:cubicBezTo>
                    <a:pt x="11809" y="25250"/>
                    <a:pt x="12951" y="25380"/>
                    <a:pt x="14125" y="25380"/>
                  </a:cubicBezTo>
                  <a:cubicBezTo>
                    <a:pt x="19638" y="25380"/>
                    <a:pt x="24759" y="21759"/>
                    <a:pt x="26325" y="16181"/>
                  </a:cubicBezTo>
                  <a:cubicBezTo>
                    <a:pt x="28249" y="9429"/>
                    <a:pt x="24335" y="2416"/>
                    <a:pt x="17615" y="491"/>
                  </a:cubicBezTo>
                  <a:cubicBezTo>
                    <a:pt x="16450" y="159"/>
                    <a:pt x="15276" y="1"/>
                    <a:pt x="14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0"/>
            <p:cNvSpPr/>
            <p:nvPr/>
          </p:nvSpPr>
          <p:spPr>
            <a:xfrm>
              <a:off x="2989600" y="2071000"/>
              <a:ext cx="3120925" cy="3053625"/>
            </a:xfrm>
            <a:custGeom>
              <a:avLst/>
              <a:gdLst/>
              <a:ahLst/>
              <a:cxnLst/>
              <a:rect l="l" t="t" r="r" b="b"/>
              <a:pathLst>
                <a:path w="124837" h="122145" extrusionOk="0">
                  <a:moveTo>
                    <a:pt x="91079" y="0"/>
                  </a:moveTo>
                  <a:cubicBezTo>
                    <a:pt x="90024" y="0"/>
                    <a:pt x="88950" y="132"/>
                    <a:pt x="87878" y="406"/>
                  </a:cubicBezTo>
                  <a:lnTo>
                    <a:pt x="40155" y="12573"/>
                  </a:lnTo>
                  <a:lnTo>
                    <a:pt x="29228" y="15378"/>
                  </a:lnTo>
                  <a:lnTo>
                    <a:pt x="10993" y="20010"/>
                  </a:lnTo>
                  <a:cubicBezTo>
                    <a:pt x="4143" y="21772"/>
                    <a:pt x="0" y="28753"/>
                    <a:pt x="1762" y="35603"/>
                  </a:cubicBezTo>
                  <a:lnTo>
                    <a:pt x="21366" y="112488"/>
                  </a:lnTo>
                  <a:cubicBezTo>
                    <a:pt x="22857" y="118286"/>
                    <a:pt x="28088" y="122144"/>
                    <a:pt x="33813" y="122144"/>
                  </a:cubicBezTo>
                  <a:cubicBezTo>
                    <a:pt x="34852" y="122144"/>
                    <a:pt x="35907" y="122017"/>
                    <a:pt x="36959" y="121752"/>
                  </a:cubicBezTo>
                  <a:lnTo>
                    <a:pt x="113844" y="102115"/>
                  </a:lnTo>
                  <a:cubicBezTo>
                    <a:pt x="120694" y="100353"/>
                    <a:pt x="124837" y="93405"/>
                    <a:pt x="123108" y="86522"/>
                  </a:cubicBezTo>
                  <a:lnTo>
                    <a:pt x="103471" y="9637"/>
                  </a:lnTo>
                  <a:cubicBezTo>
                    <a:pt x="101983" y="3854"/>
                    <a:pt x="96799" y="0"/>
                    <a:pt x="91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0"/>
            <p:cNvSpPr/>
            <p:nvPr/>
          </p:nvSpPr>
          <p:spPr>
            <a:xfrm>
              <a:off x="2980625" y="2040200"/>
              <a:ext cx="3138875" cy="3114575"/>
            </a:xfrm>
            <a:custGeom>
              <a:avLst/>
              <a:gdLst/>
              <a:ahLst/>
              <a:cxnLst/>
              <a:rect l="l" t="t" r="r" b="b"/>
              <a:pathLst>
                <a:path w="125555" h="124583" extrusionOk="0">
                  <a:moveTo>
                    <a:pt x="91412" y="1"/>
                  </a:moveTo>
                  <a:cubicBezTo>
                    <a:pt x="90259" y="1"/>
                    <a:pt x="89097" y="143"/>
                    <a:pt x="87944" y="431"/>
                  </a:cubicBezTo>
                  <a:lnTo>
                    <a:pt x="40221" y="12631"/>
                  </a:lnTo>
                  <a:cubicBezTo>
                    <a:pt x="39569" y="12794"/>
                    <a:pt x="39177" y="13446"/>
                    <a:pt x="39340" y="14099"/>
                  </a:cubicBezTo>
                  <a:cubicBezTo>
                    <a:pt x="39476" y="14642"/>
                    <a:pt x="39952" y="15027"/>
                    <a:pt x="40503" y="15027"/>
                  </a:cubicBezTo>
                  <a:cubicBezTo>
                    <a:pt x="40613" y="15027"/>
                    <a:pt x="40727" y="15012"/>
                    <a:pt x="40841" y="14979"/>
                  </a:cubicBezTo>
                  <a:lnTo>
                    <a:pt x="88564" y="2812"/>
                  </a:lnTo>
                  <a:cubicBezTo>
                    <a:pt x="89522" y="2573"/>
                    <a:pt x="90491" y="2453"/>
                    <a:pt x="91452" y="2453"/>
                  </a:cubicBezTo>
                  <a:cubicBezTo>
                    <a:pt x="93501" y="2453"/>
                    <a:pt x="95518" y="2997"/>
                    <a:pt x="97338" y="4084"/>
                  </a:cubicBezTo>
                  <a:cubicBezTo>
                    <a:pt x="99980" y="5650"/>
                    <a:pt x="101872" y="8162"/>
                    <a:pt x="102655" y="11163"/>
                  </a:cubicBezTo>
                  <a:lnTo>
                    <a:pt x="122260" y="88081"/>
                  </a:lnTo>
                  <a:cubicBezTo>
                    <a:pt x="123043" y="91082"/>
                    <a:pt x="122586" y="94180"/>
                    <a:pt x="121020" y="96855"/>
                  </a:cubicBezTo>
                  <a:cubicBezTo>
                    <a:pt x="119422" y="99497"/>
                    <a:pt x="116910" y="101389"/>
                    <a:pt x="113909" y="102172"/>
                  </a:cubicBezTo>
                  <a:lnTo>
                    <a:pt x="37024" y="121777"/>
                  </a:lnTo>
                  <a:cubicBezTo>
                    <a:pt x="36057" y="122026"/>
                    <a:pt x="35087" y="122145"/>
                    <a:pt x="34133" y="122145"/>
                  </a:cubicBezTo>
                  <a:cubicBezTo>
                    <a:pt x="28968" y="122145"/>
                    <a:pt x="24254" y="118657"/>
                    <a:pt x="22932" y="113426"/>
                  </a:cubicBezTo>
                  <a:lnTo>
                    <a:pt x="3295" y="36541"/>
                  </a:lnTo>
                  <a:cubicBezTo>
                    <a:pt x="2545" y="33540"/>
                    <a:pt x="2969" y="30409"/>
                    <a:pt x="4567" y="27766"/>
                  </a:cubicBezTo>
                  <a:cubicBezTo>
                    <a:pt x="6133" y="25092"/>
                    <a:pt x="8645" y="23200"/>
                    <a:pt x="11646" y="22449"/>
                  </a:cubicBezTo>
                  <a:lnTo>
                    <a:pt x="29913" y="17785"/>
                  </a:lnTo>
                  <a:cubicBezTo>
                    <a:pt x="30565" y="17622"/>
                    <a:pt x="30957" y="16937"/>
                    <a:pt x="30794" y="16284"/>
                  </a:cubicBezTo>
                  <a:cubicBezTo>
                    <a:pt x="30656" y="15732"/>
                    <a:pt x="30143" y="15367"/>
                    <a:pt x="29594" y="15367"/>
                  </a:cubicBezTo>
                  <a:cubicBezTo>
                    <a:pt x="29494" y="15367"/>
                    <a:pt x="29393" y="15378"/>
                    <a:pt x="29293" y="15403"/>
                  </a:cubicBezTo>
                  <a:lnTo>
                    <a:pt x="11059" y="20068"/>
                  </a:lnTo>
                  <a:cubicBezTo>
                    <a:pt x="7405" y="20981"/>
                    <a:pt x="4372" y="23265"/>
                    <a:pt x="2447" y="26494"/>
                  </a:cubicBezTo>
                  <a:cubicBezTo>
                    <a:pt x="555" y="29724"/>
                    <a:pt x="1" y="33508"/>
                    <a:pt x="914" y="37128"/>
                  </a:cubicBezTo>
                  <a:lnTo>
                    <a:pt x="20551" y="114046"/>
                  </a:lnTo>
                  <a:cubicBezTo>
                    <a:pt x="22182" y="120374"/>
                    <a:pt x="27891" y="124582"/>
                    <a:pt x="34154" y="124582"/>
                  </a:cubicBezTo>
                  <a:cubicBezTo>
                    <a:pt x="35295" y="124582"/>
                    <a:pt x="36470" y="124452"/>
                    <a:pt x="37611" y="124158"/>
                  </a:cubicBezTo>
                  <a:lnTo>
                    <a:pt x="114529" y="104521"/>
                  </a:lnTo>
                  <a:cubicBezTo>
                    <a:pt x="118150" y="103608"/>
                    <a:pt x="121183" y="101324"/>
                    <a:pt x="123108" y="98095"/>
                  </a:cubicBezTo>
                  <a:cubicBezTo>
                    <a:pt x="125033" y="94865"/>
                    <a:pt x="125554" y="91114"/>
                    <a:pt x="124641" y="87461"/>
                  </a:cubicBezTo>
                  <a:lnTo>
                    <a:pt x="105004" y="10576"/>
                  </a:lnTo>
                  <a:cubicBezTo>
                    <a:pt x="104091" y="6922"/>
                    <a:pt x="101807" y="3889"/>
                    <a:pt x="98578" y="1964"/>
                  </a:cubicBezTo>
                  <a:cubicBezTo>
                    <a:pt x="96367" y="669"/>
                    <a:pt x="93913" y="1"/>
                    <a:pt x="91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0"/>
            <p:cNvSpPr/>
            <p:nvPr/>
          </p:nvSpPr>
          <p:spPr>
            <a:xfrm>
              <a:off x="3454425" y="2848550"/>
              <a:ext cx="634475" cy="574075"/>
            </a:xfrm>
            <a:custGeom>
              <a:avLst/>
              <a:gdLst/>
              <a:ahLst/>
              <a:cxnLst/>
              <a:rect l="l" t="t" r="r" b="b"/>
              <a:pathLst>
                <a:path w="25379" h="22963" extrusionOk="0">
                  <a:moveTo>
                    <a:pt x="12689" y="0"/>
                  </a:moveTo>
                  <a:cubicBezTo>
                    <a:pt x="11752" y="0"/>
                    <a:pt x="10800" y="116"/>
                    <a:pt x="9852" y="358"/>
                  </a:cubicBezTo>
                  <a:cubicBezTo>
                    <a:pt x="3687" y="1924"/>
                    <a:pt x="1" y="8187"/>
                    <a:pt x="1567" y="14319"/>
                  </a:cubicBezTo>
                  <a:cubicBezTo>
                    <a:pt x="2890" y="19503"/>
                    <a:pt x="7547" y="22963"/>
                    <a:pt x="12680" y="22963"/>
                  </a:cubicBezTo>
                  <a:cubicBezTo>
                    <a:pt x="13619" y="22963"/>
                    <a:pt x="14574" y="22847"/>
                    <a:pt x="15528" y="22605"/>
                  </a:cubicBezTo>
                  <a:cubicBezTo>
                    <a:pt x="21660" y="21039"/>
                    <a:pt x="25379" y="14776"/>
                    <a:pt x="23813" y="8643"/>
                  </a:cubicBezTo>
                  <a:cubicBezTo>
                    <a:pt x="22490" y="3459"/>
                    <a:pt x="17809" y="0"/>
                    <a:pt x="126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0"/>
            <p:cNvSpPr/>
            <p:nvPr/>
          </p:nvSpPr>
          <p:spPr>
            <a:xfrm>
              <a:off x="3443025" y="2818250"/>
              <a:ext cx="679325" cy="634575"/>
            </a:xfrm>
            <a:custGeom>
              <a:avLst/>
              <a:gdLst/>
              <a:ahLst/>
              <a:cxnLst/>
              <a:rect l="l" t="t" r="r" b="b"/>
              <a:pathLst>
                <a:path w="27173" h="25383" extrusionOk="0">
                  <a:moveTo>
                    <a:pt x="13146" y="2451"/>
                  </a:moveTo>
                  <a:cubicBezTo>
                    <a:pt x="17713" y="2451"/>
                    <a:pt x="21888" y="5517"/>
                    <a:pt x="23062" y="10149"/>
                  </a:cubicBezTo>
                  <a:cubicBezTo>
                    <a:pt x="24465" y="15629"/>
                    <a:pt x="21138" y="21240"/>
                    <a:pt x="15658" y="22642"/>
                  </a:cubicBezTo>
                  <a:cubicBezTo>
                    <a:pt x="14819" y="22852"/>
                    <a:pt x="13978" y="22953"/>
                    <a:pt x="13149" y="22953"/>
                  </a:cubicBezTo>
                  <a:cubicBezTo>
                    <a:pt x="8568" y="22953"/>
                    <a:pt x="4385" y="19879"/>
                    <a:pt x="3197" y="15238"/>
                  </a:cubicBezTo>
                  <a:cubicBezTo>
                    <a:pt x="2512" y="12563"/>
                    <a:pt x="2903" y="9823"/>
                    <a:pt x="4306" y="7474"/>
                  </a:cubicBezTo>
                  <a:cubicBezTo>
                    <a:pt x="5709" y="5093"/>
                    <a:pt x="7959" y="3429"/>
                    <a:pt x="10602" y="2744"/>
                  </a:cubicBezTo>
                  <a:cubicBezTo>
                    <a:pt x="11450" y="2549"/>
                    <a:pt x="12298" y="2451"/>
                    <a:pt x="13146" y="2451"/>
                  </a:cubicBezTo>
                  <a:close/>
                  <a:moveTo>
                    <a:pt x="13119" y="1"/>
                  </a:moveTo>
                  <a:cubicBezTo>
                    <a:pt x="12082" y="1"/>
                    <a:pt x="11030" y="129"/>
                    <a:pt x="9982" y="396"/>
                  </a:cubicBezTo>
                  <a:cubicBezTo>
                    <a:pt x="6720" y="1211"/>
                    <a:pt x="3947" y="3299"/>
                    <a:pt x="2218" y="6202"/>
                  </a:cubicBezTo>
                  <a:cubicBezTo>
                    <a:pt x="489" y="9138"/>
                    <a:pt x="0" y="12563"/>
                    <a:pt x="816" y="15825"/>
                  </a:cubicBezTo>
                  <a:cubicBezTo>
                    <a:pt x="2283" y="21566"/>
                    <a:pt x="7470" y="25383"/>
                    <a:pt x="13146" y="25383"/>
                  </a:cubicBezTo>
                  <a:cubicBezTo>
                    <a:pt x="14157" y="25383"/>
                    <a:pt x="15234" y="25285"/>
                    <a:pt x="16277" y="24991"/>
                  </a:cubicBezTo>
                  <a:cubicBezTo>
                    <a:pt x="23062" y="23262"/>
                    <a:pt x="27172" y="16347"/>
                    <a:pt x="25444" y="9562"/>
                  </a:cubicBezTo>
                  <a:cubicBezTo>
                    <a:pt x="23982" y="3825"/>
                    <a:pt x="18789" y="1"/>
                    <a:pt x="13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0"/>
            <p:cNvSpPr/>
            <p:nvPr/>
          </p:nvSpPr>
          <p:spPr>
            <a:xfrm>
              <a:off x="4223450" y="3308625"/>
              <a:ext cx="655675" cy="574100"/>
            </a:xfrm>
            <a:custGeom>
              <a:avLst/>
              <a:gdLst/>
              <a:ahLst/>
              <a:cxnLst/>
              <a:rect l="l" t="t" r="r" b="b"/>
              <a:pathLst>
                <a:path w="26227" h="22964" extrusionOk="0">
                  <a:moveTo>
                    <a:pt x="13084" y="1"/>
                  </a:moveTo>
                  <a:cubicBezTo>
                    <a:pt x="8981" y="1"/>
                    <a:pt x="5022" y="2212"/>
                    <a:pt x="2969" y="6094"/>
                  </a:cubicBezTo>
                  <a:cubicBezTo>
                    <a:pt x="0" y="11672"/>
                    <a:pt x="2121" y="18652"/>
                    <a:pt x="7699" y="21621"/>
                  </a:cubicBezTo>
                  <a:cubicBezTo>
                    <a:pt x="9420" y="22531"/>
                    <a:pt x="11266" y="22963"/>
                    <a:pt x="13086" y="22963"/>
                  </a:cubicBezTo>
                  <a:cubicBezTo>
                    <a:pt x="17197" y="22963"/>
                    <a:pt x="21168" y="20758"/>
                    <a:pt x="23226" y="16891"/>
                  </a:cubicBezTo>
                  <a:cubicBezTo>
                    <a:pt x="26227" y="11280"/>
                    <a:pt x="24106" y="4332"/>
                    <a:pt x="18496" y="1364"/>
                  </a:cubicBezTo>
                  <a:cubicBezTo>
                    <a:pt x="16767" y="439"/>
                    <a:pt x="14911" y="1"/>
                    <a:pt x="130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0"/>
            <p:cNvSpPr/>
            <p:nvPr/>
          </p:nvSpPr>
          <p:spPr>
            <a:xfrm>
              <a:off x="4198975" y="3279825"/>
              <a:ext cx="702175" cy="635375"/>
            </a:xfrm>
            <a:custGeom>
              <a:avLst/>
              <a:gdLst/>
              <a:ahLst/>
              <a:cxnLst/>
              <a:rect l="l" t="t" r="r" b="b"/>
              <a:pathLst>
                <a:path w="28087" h="25415" extrusionOk="0">
                  <a:moveTo>
                    <a:pt x="14060" y="2451"/>
                  </a:moveTo>
                  <a:cubicBezTo>
                    <a:pt x="18627" y="2451"/>
                    <a:pt x="22802" y="5549"/>
                    <a:pt x="23976" y="10181"/>
                  </a:cubicBezTo>
                  <a:cubicBezTo>
                    <a:pt x="25379" y="15662"/>
                    <a:pt x="22052" y="21240"/>
                    <a:pt x="16572" y="22642"/>
                  </a:cubicBezTo>
                  <a:cubicBezTo>
                    <a:pt x="15723" y="22859"/>
                    <a:pt x="14873" y="22963"/>
                    <a:pt x="14035" y="22963"/>
                  </a:cubicBezTo>
                  <a:cubicBezTo>
                    <a:pt x="9465" y="22963"/>
                    <a:pt x="5296" y="19869"/>
                    <a:pt x="4111" y="15238"/>
                  </a:cubicBezTo>
                  <a:cubicBezTo>
                    <a:pt x="2708" y="9757"/>
                    <a:pt x="6035" y="4179"/>
                    <a:pt x="11515" y="2777"/>
                  </a:cubicBezTo>
                  <a:cubicBezTo>
                    <a:pt x="12364" y="2548"/>
                    <a:pt x="13212" y="2451"/>
                    <a:pt x="14060" y="2451"/>
                  </a:cubicBezTo>
                  <a:close/>
                  <a:moveTo>
                    <a:pt x="14033" y="1"/>
                  </a:moveTo>
                  <a:cubicBezTo>
                    <a:pt x="12996" y="1"/>
                    <a:pt x="11944" y="128"/>
                    <a:pt x="10896" y="396"/>
                  </a:cubicBezTo>
                  <a:cubicBezTo>
                    <a:pt x="4111" y="2157"/>
                    <a:pt x="1" y="9072"/>
                    <a:pt x="1730" y="15857"/>
                  </a:cubicBezTo>
                  <a:cubicBezTo>
                    <a:pt x="3197" y="21598"/>
                    <a:pt x="8384" y="25415"/>
                    <a:pt x="14060" y="25415"/>
                  </a:cubicBezTo>
                  <a:cubicBezTo>
                    <a:pt x="15104" y="25415"/>
                    <a:pt x="16148" y="25284"/>
                    <a:pt x="17191" y="25024"/>
                  </a:cubicBezTo>
                  <a:cubicBezTo>
                    <a:pt x="23976" y="23295"/>
                    <a:pt x="28086" y="16347"/>
                    <a:pt x="26358" y="9562"/>
                  </a:cubicBezTo>
                  <a:cubicBezTo>
                    <a:pt x="24896" y="3825"/>
                    <a:pt x="19703" y="1"/>
                    <a:pt x="14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0"/>
            <p:cNvSpPr/>
            <p:nvPr/>
          </p:nvSpPr>
          <p:spPr>
            <a:xfrm>
              <a:off x="5012025" y="3772500"/>
              <a:ext cx="634475" cy="574125"/>
            </a:xfrm>
            <a:custGeom>
              <a:avLst/>
              <a:gdLst/>
              <a:ahLst/>
              <a:cxnLst/>
              <a:rect l="l" t="t" r="r" b="b"/>
              <a:pathLst>
                <a:path w="25379" h="22965" extrusionOk="0">
                  <a:moveTo>
                    <a:pt x="12688" y="0"/>
                  </a:moveTo>
                  <a:cubicBezTo>
                    <a:pt x="11752" y="0"/>
                    <a:pt x="10800" y="116"/>
                    <a:pt x="9852" y="358"/>
                  </a:cubicBezTo>
                  <a:cubicBezTo>
                    <a:pt x="3687" y="1924"/>
                    <a:pt x="1" y="8187"/>
                    <a:pt x="1566" y="14320"/>
                  </a:cubicBezTo>
                  <a:cubicBezTo>
                    <a:pt x="2889" y="19526"/>
                    <a:pt x="7538" y="22965"/>
                    <a:pt x="12666" y="22965"/>
                  </a:cubicBezTo>
                  <a:cubicBezTo>
                    <a:pt x="13609" y="22965"/>
                    <a:pt x="14569" y="22848"/>
                    <a:pt x="15528" y="22605"/>
                  </a:cubicBezTo>
                  <a:cubicBezTo>
                    <a:pt x="21660" y="21039"/>
                    <a:pt x="25379" y="14809"/>
                    <a:pt x="23813" y="8644"/>
                  </a:cubicBezTo>
                  <a:cubicBezTo>
                    <a:pt x="22490" y="3460"/>
                    <a:pt x="17809" y="0"/>
                    <a:pt x="12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0"/>
            <p:cNvSpPr/>
            <p:nvPr/>
          </p:nvSpPr>
          <p:spPr>
            <a:xfrm>
              <a:off x="5000625" y="3741950"/>
              <a:ext cx="657300" cy="635650"/>
            </a:xfrm>
            <a:custGeom>
              <a:avLst/>
              <a:gdLst/>
              <a:ahLst/>
              <a:cxnLst/>
              <a:rect l="l" t="t" r="r" b="b"/>
              <a:pathLst>
                <a:path w="26292" h="25426" extrusionOk="0">
                  <a:moveTo>
                    <a:pt x="13146" y="2461"/>
                  </a:moveTo>
                  <a:cubicBezTo>
                    <a:pt x="14973" y="2461"/>
                    <a:pt x="16767" y="2950"/>
                    <a:pt x="18365" y="3896"/>
                  </a:cubicBezTo>
                  <a:cubicBezTo>
                    <a:pt x="20714" y="5299"/>
                    <a:pt x="22410" y="7517"/>
                    <a:pt x="23062" y="10192"/>
                  </a:cubicBezTo>
                  <a:cubicBezTo>
                    <a:pt x="23747" y="12834"/>
                    <a:pt x="23356" y="15607"/>
                    <a:pt x="21953" y="17955"/>
                  </a:cubicBezTo>
                  <a:cubicBezTo>
                    <a:pt x="20551" y="20304"/>
                    <a:pt x="18332" y="21968"/>
                    <a:pt x="15658" y="22653"/>
                  </a:cubicBezTo>
                  <a:cubicBezTo>
                    <a:pt x="14809" y="22873"/>
                    <a:pt x="13946" y="22982"/>
                    <a:pt x="13089" y="22982"/>
                  </a:cubicBezTo>
                  <a:cubicBezTo>
                    <a:pt x="11277" y="22982"/>
                    <a:pt x="9488" y="22496"/>
                    <a:pt x="7894" y="21544"/>
                  </a:cubicBezTo>
                  <a:cubicBezTo>
                    <a:pt x="5545" y="20141"/>
                    <a:pt x="3882" y="17890"/>
                    <a:pt x="3197" y="15248"/>
                  </a:cubicBezTo>
                  <a:cubicBezTo>
                    <a:pt x="2512" y="12606"/>
                    <a:pt x="2903" y="9833"/>
                    <a:pt x="4306" y="7485"/>
                  </a:cubicBezTo>
                  <a:cubicBezTo>
                    <a:pt x="5708" y="5136"/>
                    <a:pt x="7959" y="3472"/>
                    <a:pt x="10601" y="2787"/>
                  </a:cubicBezTo>
                  <a:cubicBezTo>
                    <a:pt x="11450" y="2559"/>
                    <a:pt x="12298" y="2461"/>
                    <a:pt x="13146" y="2461"/>
                  </a:cubicBezTo>
                  <a:close/>
                  <a:moveTo>
                    <a:pt x="13159" y="1"/>
                  </a:moveTo>
                  <a:cubicBezTo>
                    <a:pt x="12101" y="1"/>
                    <a:pt x="11035" y="135"/>
                    <a:pt x="9982" y="406"/>
                  </a:cubicBezTo>
                  <a:cubicBezTo>
                    <a:pt x="6720" y="1254"/>
                    <a:pt x="3947" y="3309"/>
                    <a:pt x="2218" y="6245"/>
                  </a:cubicBezTo>
                  <a:cubicBezTo>
                    <a:pt x="489" y="9148"/>
                    <a:pt x="0" y="12573"/>
                    <a:pt x="816" y="15868"/>
                  </a:cubicBezTo>
                  <a:cubicBezTo>
                    <a:pt x="1664" y="19130"/>
                    <a:pt x="3751" y="21902"/>
                    <a:pt x="6654" y="23631"/>
                  </a:cubicBezTo>
                  <a:cubicBezTo>
                    <a:pt x="8644" y="24806"/>
                    <a:pt x="10862" y="25425"/>
                    <a:pt x="13113" y="25425"/>
                  </a:cubicBezTo>
                  <a:cubicBezTo>
                    <a:pt x="14157" y="25425"/>
                    <a:pt x="15233" y="25295"/>
                    <a:pt x="16277" y="25034"/>
                  </a:cubicBezTo>
                  <a:cubicBezTo>
                    <a:pt x="19572" y="24186"/>
                    <a:pt x="22312" y="22131"/>
                    <a:pt x="24073" y="19195"/>
                  </a:cubicBezTo>
                  <a:cubicBezTo>
                    <a:pt x="25802" y="16292"/>
                    <a:pt x="26292" y="12867"/>
                    <a:pt x="25444" y="9572"/>
                  </a:cubicBezTo>
                  <a:cubicBezTo>
                    <a:pt x="24595" y="6278"/>
                    <a:pt x="22540" y="3538"/>
                    <a:pt x="19605" y="1809"/>
                  </a:cubicBezTo>
                  <a:cubicBezTo>
                    <a:pt x="17629" y="610"/>
                    <a:pt x="15412" y="1"/>
                    <a:pt x="13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3336"/>
        <p:cNvGrpSpPr/>
        <p:nvPr/>
      </p:nvGrpSpPr>
      <p:grpSpPr>
        <a:xfrm>
          <a:off x="0" y="0"/>
          <a:ext cx="0" cy="0"/>
          <a:chOff x="0" y="0"/>
          <a:chExt cx="0" cy="0"/>
        </a:xfrm>
      </p:grpSpPr>
      <p:sp>
        <p:nvSpPr>
          <p:cNvPr id="3337" name="Google Shape;3337;p71"/>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74</a:t>
            </a:fld>
            <a:endParaRPr/>
          </a:p>
        </p:txBody>
      </p:sp>
      <p:sp>
        <p:nvSpPr>
          <p:cNvPr id="3338" name="Google Shape;3338;p71"/>
          <p:cNvSpPr txBox="1">
            <a:spLocks noGrp="1"/>
          </p:cNvSpPr>
          <p:nvPr>
            <p:ph type="title"/>
          </p:nvPr>
        </p:nvSpPr>
        <p:spPr>
          <a:xfrm>
            <a:off x="720000" y="451871"/>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Choose your team!</a:t>
            </a:r>
            <a:endParaRPr/>
          </a:p>
        </p:txBody>
      </p:sp>
      <p:sp>
        <p:nvSpPr>
          <p:cNvPr id="3339" name="Google Shape;3339;p71"/>
          <p:cNvSpPr txBox="1">
            <a:spLocks noGrp="1"/>
          </p:cNvSpPr>
          <p:nvPr>
            <p:ph type="subTitle" idx="4294967295"/>
          </p:nvPr>
        </p:nvSpPr>
        <p:spPr>
          <a:xfrm>
            <a:off x="4649075" y="1757027"/>
            <a:ext cx="3700200" cy="11829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Look at the graphic and </a:t>
            </a:r>
            <a:r>
              <a:rPr lang="en" b="1"/>
              <a:t>calculate the arithmetic mean and the distribution range </a:t>
            </a:r>
            <a:r>
              <a:rPr lang="en"/>
              <a:t>of the score obtained by the following soccer teams.</a:t>
            </a:r>
            <a:endParaRPr/>
          </a:p>
        </p:txBody>
      </p:sp>
      <p:grpSp>
        <p:nvGrpSpPr>
          <p:cNvPr id="3340" name="Google Shape;3340;p71"/>
          <p:cNvGrpSpPr/>
          <p:nvPr/>
        </p:nvGrpSpPr>
        <p:grpSpPr>
          <a:xfrm>
            <a:off x="6668567" y="3326148"/>
            <a:ext cx="1530341" cy="1510858"/>
            <a:chOff x="1422333" y="551900"/>
            <a:chExt cx="4651492" cy="4592275"/>
          </a:xfrm>
        </p:grpSpPr>
        <p:sp>
          <p:nvSpPr>
            <p:cNvPr id="3341" name="Google Shape;3341;p71"/>
            <p:cNvSpPr/>
            <p:nvPr/>
          </p:nvSpPr>
          <p:spPr>
            <a:xfrm>
              <a:off x="5003050" y="1087850"/>
              <a:ext cx="917475" cy="1498925"/>
            </a:xfrm>
            <a:custGeom>
              <a:avLst/>
              <a:gdLst/>
              <a:ahLst/>
              <a:cxnLst/>
              <a:rect l="l" t="t" r="r" b="b"/>
              <a:pathLst>
                <a:path w="36699" h="59957" extrusionOk="0">
                  <a:moveTo>
                    <a:pt x="36698" y="1"/>
                  </a:moveTo>
                  <a:cubicBezTo>
                    <a:pt x="35328" y="621"/>
                    <a:pt x="33828" y="979"/>
                    <a:pt x="32229" y="979"/>
                  </a:cubicBezTo>
                  <a:cubicBezTo>
                    <a:pt x="30924" y="979"/>
                    <a:pt x="29685" y="751"/>
                    <a:pt x="28543" y="327"/>
                  </a:cubicBezTo>
                  <a:lnTo>
                    <a:pt x="28543" y="51801"/>
                  </a:lnTo>
                  <a:lnTo>
                    <a:pt x="4078" y="51801"/>
                  </a:lnTo>
                  <a:cubicBezTo>
                    <a:pt x="1828" y="51801"/>
                    <a:pt x="1" y="53628"/>
                    <a:pt x="1" y="55879"/>
                  </a:cubicBezTo>
                  <a:cubicBezTo>
                    <a:pt x="1" y="58129"/>
                    <a:pt x="1828" y="59956"/>
                    <a:pt x="4078" y="59956"/>
                  </a:cubicBezTo>
                  <a:lnTo>
                    <a:pt x="32621" y="59956"/>
                  </a:lnTo>
                  <a:cubicBezTo>
                    <a:pt x="34872" y="59956"/>
                    <a:pt x="36698" y="58129"/>
                    <a:pt x="36698" y="55879"/>
                  </a:cubicBezTo>
                  <a:lnTo>
                    <a:pt x="366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1"/>
            <p:cNvSpPr/>
            <p:nvPr/>
          </p:nvSpPr>
          <p:spPr>
            <a:xfrm>
              <a:off x="4936062" y="1056925"/>
              <a:ext cx="978625" cy="1560025"/>
            </a:xfrm>
            <a:custGeom>
              <a:avLst/>
              <a:gdLst/>
              <a:ahLst/>
              <a:cxnLst/>
              <a:rect l="l" t="t" r="r" b="b"/>
              <a:pathLst>
                <a:path w="39145" h="62401" extrusionOk="0">
                  <a:moveTo>
                    <a:pt x="36698" y="2999"/>
                  </a:moveTo>
                  <a:lnTo>
                    <a:pt x="36698" y="57116"/>
                  </a:lnTo>
                  <a:cubicBezTo>
                    <a:pt x="36698" y="58681"/>
                    <a:pt x="35393" y="59954"/>
                    <a:pt x="33828" y="59954"/>
                  </a:cubicBezTo>
                  <a:lnTo>
                    <a:pt x="5285" y="59954"/>
                  </a:lnTo>
                  <a:cubicBezTo>
                    <a:pt x="3720" y="59954"/>
                    <a:pt x="2447" y="58681"/>
                    <a:pt x="2447" y="57116"/>
                  </a:cubicBezTo>
                  <a:cubicBezTo>
                    <a:pt x="2447" y="55517"/>
                    <a:pt x="3720" y="54245"/>
                    <a:pt x="5285" y="54245"/>
                  </a:cubicBezTo>
                  <a:lnTo>
                    <a:pt x="29750" y="54245"/>
                  </a:lnTo>
                  <a:cubicBezTo>
                    <a:pt x="30435" y="54245"/>
                    <a:pt x="30990" y="53691"/>
                    <a:pt x="30990" y="53038"/>
                  </a:cubicBezTo>
                  <a:lnTo>
                    <a:pt x="30990" y="3195"/>
                  </a:lnTo>
                  <a:cubicBezTo>
                    <a:pt x="31787" y="3363"/>
                    <a:pt x="32607" y="3447"/>
                    <a:pt x="33432" y="3447"/>
                  </a:cubicBezTo>
                  <a:cubicBezTo>
                    <a:pt x="34531" y="3447"/>
                    <a:pt x="35636" y="3298"/>
                    <a:pt x="36698" y="2999"/>
                  </a:cubicBezTo>
                  <a:close/>
                  <a:moveTo>
                    <a:pt x="37924" y="0"/>
                  </a:moveTo>
                  <a:cubicBezTo>
                    <a:pt x="37743" y="0"/>
                    <a:pt x="37557" y="42"/>
                    <a:pt x="37383" y="129"/>
                  </a:cubicBezTo>
                  <a:cubicBezTo>
                    <a:pt x="36141" y="705"/>
                    <a:pt x="34781" y="993"/>
                    <a:pt x="33421" y="993"/>
                  </a:cubicBezTo>
                  <a:cubicBezTo>
                    <a:pt x="32316" y="993"/>
                    <a:pt x="31213" y="803"/>
                    <a:pt x="30174" y="422"/>
                  </a:cubicBezTo>
                  <a:cubicBezTo>
                    <a:pt x="30036" y="372"/>
                    <a:pt x="29888" y="346"/>
                    <a:pt x="29740" y="346"/>
                  </a:cubicBezTo>
                  <a:cubicBezTo>
                    <a:pt x="29503" y="346"/>
                    <a:pt x="29266" y="412"/>
                    <a:pt x="29065" y="553"/>
                  </a:cubicBezTo>
                  <a:cubicBezTo>
                    <a:pt x="28739" y="781"/>
                    <a:pt x="28543" y="1173"/>
                    <a:pt x="28543" y="1564"/>
                  </a:cubicBezTo>
                  <a:lnTo>
                    <a:pt x="28543" y="51799"/>
                  </a:lnTo>
                  <a:lnTo>
                    <a:pt x="5285" y="51799"/>
                  </a:lnTo>
                  <a:cubicBezTo>
                    <a:pt x="2382" y="51799"/>
                    <a:pt x="1" y="54180"/>
                    <a:pt x="1" y="57083"/>
                  </a:cubicBezTo>
                  <a:cubicBezTo>
                    <a:pt x="1" y="60019"/>
                    <a:pt x="2382" y="62400"/>
                    <a:pt x="5285" y="62400"/>
                  </a:cubicBezTo>
                  <a:lnTo>
                    <a:pt x="33828" y="62400"/>
                  </a:lnTo>
                  <a:cubicBezTo>
                    <a:pt x="36764" y="62400"/>
                    <a:pt x="39145" y="60019"/>
                    <a:pt x="39145" y="57083"/>
                  </a:cubicBezTo>
                  <a:lnTo>
                    <a:pt x="39145" y="1238"/>
                  </a:lnTo>
                  <a:cubicBezTo>
                    <a:pt x="39145" y="814"/>
                    <a:pt x="38916" y="422"/>
                    <a:pt x="38558" y="194"/>
                  </a:cubicBezTo>
                  <a:cubicBezTo>
                    <a:pt x="38376" y="67"/>
                    <a:pt x="38153" y="0"/>
                    <a:pt x="37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1"/>
            <p:cNvSpPr/>
            <p:nvPr/>
          </p:nvSpPr>
          <p:spPr>
            <a:xfrm>
              <a:off x="2128425" y="2340475"/>
              <a:ext cx="203900" cy="2161075"/>
            </a:xfrm>
            <a:custGeom>
              <a:avLst/>
              <a:gdLst/>
              <a:ahLst/>
              <a:cxnLst/>
              <a:rect l="l" t="t" r="r" b="b"/>
              <a:pathLst>
                <a:path w="8156" h="86443" extrusionOk="0">
                  <a:moveTo>
                    <a:pt x="4078" y="0"/>
                  </a:moveTo>
                  <a:cubicBezTo>
                    <a:pt x="1828" y="0"/>
                    <a:pt x="1" y="1827"/>
                    <a:pt x="1" y="4077"/>
                  </a:cubicBezTo>
                  <a:lnTo>
                    <a:pt x="1" y="86443"/>
                  </a:lnTo>
                  <a:lnTo>
                    <a:pt x="8156" y="86443"/>
                  </a:lnTo>
                  <a:lnTo>
                    <a:pt x="8156" y="4077"/>
                  </a:lnTo>
                  <a:cubicBezTo>
                    <a:pt x="8156"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2043031" y="2310300"/>
              <a:ext cx="265075" cy="2222250"/>
            </a:xfrm>
            <a:custGeom>
              <a:avLst/>
              <a:gdLst/>
              <a:ahLst/>
              <a:cxnLst/>
              <a:rect l="l" t="t" r="r" b="b"/>
              <a:pathLst>
                <a:path w="10603" h="88890" extrusionOk="0">
                  <a:moveTo>
                    <a:pt x="5285" y="0"/>
                  </a:moveTo>
                  <a:cubicBezTo>
                    <a:pt x="2382" y="0"/>
                    <a:pt x="1" y="2349"/>
                    <a:pt x="1" y="5284"/>
                  </a:cubicBezTo>
                  <a:lnTo>
                    <a:pt x="1" y="40579"/>
                  </a:lnTo>
                  <a:cubicBezTo>
                    <a:pt x="1" y="41232"/>
                    <a:pt x="523" y="41786"/>
                    <a:pt x="1208" y="41786"/>
                  </a:cubicBezTo>
                  <a:cubicBezTo>
                    <a:pt x="1893" y="41786"/>
                    <a:pt x="2447" y="41232"/>
                    <a:pt x="2447" y="40579"/>
                  </a:cubicBezTo>
                  <a:lnTo>
                    <a:pt x="2447" y="5284"/>
                  </a:lnTo>
                  <a:cubicBezTo>
                    <a:pt x="2447" y="3719"/>
                    <a:pt x="3720" y="2447"/>
                    <a:pt x="5285" y="2447"/>
                  </a:cubicBezTo>
                  <a:cubicBezTo>
                    <a:pt x="6851" y="2447"/>
                    <a:pt x="8156" y="3719"/>
                    <a:pt x="8156" y="5284"/>
                  </a:cubicBezTo>
                  <a:lnTo>
                    <a:pt x="8156" y="86443"/>
                  </a:lnTo>
                  <a:lnTo>
                    <a:pt x="2447" y="86443"/>
                  </a:lnTo>
                  <a:lnTo>
                    <a:pt x="2447" y="52159"/>
                  </a:lnTo>
                  <a:cubicBezTo>
                    <a:pt x="2447" y="51507"/>
                    <a:pt x="1893" y="50952"/>
                    <a:pt x="1208" y="50952"/>
                  </a:cubicBezTo>
                  <a:cubicBezTo>
                    <a:pt x="523" y="50952"/>
                    <a:pt x="1" y="51507"/>
                    <a:pt x="1" y="52159"/>
                  </a:cubicBezTo>
                  <a:lnTo>
                    <a:pt x="1" y="87650"/>
                  </a:lnTo>
                  <a:cubicBezTo>
                    <a:pt x="1" y="88335"/>
                    <a:pt x="523" y="88889"/>
                    <a:pt x="1208" y="88889"/>
                  </a:cubicBezTo>
                  <a:lnTo>
                    <a:pt x="9363" y="88889"/>
                  </a:lnTo>
                  <a:cubicBezTo>
                    <a:pt x="10048"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1"/>
            <p:cNvSpPr/>
            <p:nvPr/>
          </p:nvSpPr>
          <p:spPr>
            <a:xfrm>
              <a:off x="5268100" y="2340475"/>
              <a:ext cx="203900" cy="2161075"/>
            </a:xfrm>
            <a:custGeom>
              <a:avLst/>
              <a:gdLst/>
              <a:ahLst/>
              <a:cxnLst/>
              <a:rect l="l" t="t" r="r" b="b"/>
              <a:pathLst>
                <a:path w="8156" h="86443" extrusionOk="0">
                  <a:moveTo>
                    <a:pt x="4078" y="0"/>
                  </a:moveTo>
                  <a:cubicBezTo>
                    <a:pt x="1827" y="0"/>
                    <a:pt x="0" y="1827"/>
                    <a:pt x="0" y="4077"/>
                  </a:cubicBezTo>
                  <a:lnTo>
                    <a:pt x="0" y="86443"/>
                  </a:lnTo>
                  <a:lnTo>
                    <a:pt x="8155" y="86443"/>
                  </a:lnTo>
                  <a:lnTo>
                    <a:pt x="8155" y="4077"/>
                  </a:lnTo>
                  <a:cubicBezTo>
                    <a:pt x="8155" y="1827"/>
                    <a:pt x="6329" y="0"/>
                    <a:pt x="40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1"/>
            <p:cNvSpPr/>
            <p:nvPr/>
          </p:nvSpPr>
          <p:spPr>
            <a:xfrm>
              <a:off x="5182706" y="2310300"/>
              <a:ext cx="265050" cy="2222250"/>
            </a:xfrm>
            <a:custGeom>
              <a:avLst/>
              <a:gdLst/>
              <a:ahLst/>
              <a:cxnLst/>
              <a:rect l="l" t="t" r="r" b="b"/>
              <a:pathLst>
                <a:path w="10602" h="88890" extrusionOk="0">
                  <a:moveTo>
                    <a:pt x="5285" y="2447"/>
                  </a:moveTo>
                  <a:cubicBezTo>
                    <a:pt x="6851" y="2447"/>
                    <a:pt x="8155" y="3719"/>
                    <a:pt x="8155" y="5284"/>
                  </a:cubicBezTo>
                  <a:lnTo>
                    <a:pt x="8155" y="86443"/>
                  </a:lnTo>
                  <a:lnTo>
                    <a:pt x="2447" y="86443"/>
                  </a:lnTo>
                  <a:lnTo>
                    <a:pt x="2447" y="5284"/>
                  </a:lnTo>
                  <a:cubicBezTo>
                    <a:pt x="2447" y="3719"/>
                    <a:pt x="3719" y="2447"/>
                    <a:pt x="5285" y="2447"/>
                  </a:cubicBezTo>
                  <a:close/>
                  <a:moveTo>
                    <a:pt x="5285" y="0"/>
                  </a:moveTo>
                  <a:cubicBezTo>
                    <a:pt x="2382" y="0"/>
                    <a:pt x="0" y="2349"/>
                    <a:pt x="0" y="5284"/>
                  </a:cubicBezTo>
                  <a:lnTo>
                    <a:pt x="0" y="87650"/>
                  </a:lnTo>
                  <a:cubicBezTo>
                    <a:pt x="0" y="88335"/>
                    <a:pt x="522" y="88889"/>
                    <a:pt x="1207" y="88889"/>
                  </a:cubicBezTo>
                  <a:lnTo>
                    <a:pt x="9362" y="88889"/>
                  </a:lnTo>
                  <a:cubicBezTo>
                    <a:pt x="10047" y="88889"/>
                    <a:pt x="10602" y="88335"/>
                    <a:pt x="10602" y="87650"/>
                  </a:cubicBezTo>
                  <a:lnTo>
                    <a:pt x="10602" y="5284"/>
                  </a:lnTo>
                  <a:cubicBezTo>
                    <a:pt x="10602" y="2349"/>
                    <a:pt x="8221" y="0"/>
                    <a:pt x="5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5543725" y="582250"/>
              <a:ext cx="530100" cy="530100"/>
            </a:xfrm>
            <a:custGeom>
              <a:avLst/>
              <a:gdLst/>
              <a:ahLst/>
              <a:cxnLst/>
              <a:rect l="l" t="t" r="r" b="b"/>
              <a:pathLst>
                <a:path w="21204" h="21204" extrusionOk="0">
                  <a:moveTo>
                    <a:pt x="10602" y="1"/>
                  </a:moveTo>
                  <a:cubicBezTo>
                    <a:pt x="4731" y="1"/>
                    <a:pt x="1" y="4763"/>
                    <a:pt x="1" y="10602"/>
                  </a:cubicBezTo>
                  <a:cubicBezTo>
                    <a:pt x="1" y="16441"/>
                    <a:pt x="4731" y="21203"/>
                    <a:pt x="10602" y="21203"/>
                  </a:cubicBezTo>
                  <a:cubicBezTo>
                    <a:pt x="16441" y="21203"/>
                    <a:pt x="21204" y="16441"/>
                    <a:pt x="21204" y="10602"/>
                  </a:cubicBezTo>
                  <a:cubicBezTo>
                    <a:pt x="21204" y="4763"/>
                    <a:pt x="16441" y="1"/>
                    <a:pt x="10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1"/>
            <p:cNvSpPr/>
            <p:nvPr/>
          </p:nvSpPr>
          <p:spPr>
            <a:xfrm>
              <a:off x="5457531" y="552075"/>
              <a:ext cx="591250" cy="591275"/>
            </a:xfrm>
            <a:custGeom>
              <a:avLst/>
              <a:gdLst/>
              <a:ahLst/>
              <a:cxnLst/>
              <a:rect l="l" t="t" r="r" b="b"/>
              <a:pathLst>
                <a:path w="23650" h="23651" extrusionOk="0">
                  <a:moveTo>
                    <a:pt x="11841" y="2447"/>
                  </a:moveTo>
                  <a:cubicBezTo>
                    <a:pt x="16995" y="2447"/>
                    <a:pt x="21203" y="6622"/>
                    <a:pt x="21203" y="11809"/>
                  </a:cubicBezTo>
                  <a:cubicBezTo>
                    <a:pt x="21203" y="16996"/>
                    <a:pt x="16995" y="21204"/>
                    <a:pt x="11841" y="21204"/>
                  </a:cubicBezTo>
                  <a:cubicBezTo>
                    <a:pt x="6655" y="21204"/>
                    <a:pt x="2447" y="16996"/>
                    <a:pt x="2447" y="11809"/>
                  </a:cubicBezTo>
                  <a:cubicBezTo>
                    <a:pt x="2447" y="6622"/>
                    <a:pt x="6655" y="2447"/>
                    <a:pt x="11841" y="2447"/>
                  </a:cubicBezTo>
                  <a:close/>
                  <a:moveTo>
                    <a:pt x="11841" y="1"/>
                  </a:moveTo>
                  <a:cubicBezTo>
                    <a:pt x="5317" y="1"/>
                    <a:pt x="0" y="5285"/>
                    <a:pt x="0" y="11809"/>
                  </a:cubicBezTo>
                  <a:cubicBezTo>
                    <a:pt x="0" y="18333"/>
                    <a:pt x="5317" y="23650"/>
                    <a:pt x="11841" y="23650"/>
                  </a:cubicBezTo>
                  <a:cubicBezTo>
                    <a:pt x="18365" y="23650"/>
                    <a:pt x="23650" y="18333"/>
                    <a:pt x="23650" y="11809"/>
                  </a:cubicBezTo>
                  <a:cubicBezTo>
                    <a:pt x="23650" y="5285"/>
                    <a:pt x="18365" y="1"/>
                    <a:pt x="118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1"/>
            <p:cNvSpPr/>
            <p:nvPr/>
          </p:nvSpPr>
          <p:spPr>
            <a:xfrm>
              <a:off x="1891125" y="779600"/>
              <a:ext cx="535000" cy="559450"/>
            </a:xfrm>
            <a:custGeom>
              <a:avLst/>
              <a:gdLst/>
              <a:ahLst/>
              <a:cxnLst/>
              <a:rect l="l" t="t" r="r" b="b"/>
              <a:pathLst>
                <a:path w="21400" h="22378" extrusionOk="0">
                  <a:moveTo>
                    <a:pt x="10635" y="1"/>
                  </a:moveTo>
                  <a:cubicBezTo>
                    <a:pt x="9819" y="9428"/>
                    <a:pt x="0" y="10928"/>
                    <a:pt x="0" y="10928"/>
                  </a:cubicBezTo>
                  <a:cubicBezTo>
                    <a:pt x="8449" y="11320"/>
                    <a:pt x="10537" y="22378"/>
                    <a:pt x="10537" y="22378"/>
                  </a:cubicBezTo>
                  <a:cubicBezTo>
                    <a:pt x="10732" y="14484"/>
                    <a:pt x="21399" y="10798"/>
                    <a:pt x="21399" y="10798"/>
                  </a:cubicBezTo>
                  <a:cubicBezTo>
                    <a:pt x="13407" y="10308"/>
                    <a:pt x="10635" y="1"/>
                    <a:pt x="106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1804906" y="749250"/>
              <a:ext cx="598600" cy="620800"/>
            </a:xfrm>
            <a:custGeom>
              <a:avLst/>
              <a:gdLst/>
              <a:ahLst/>
              <a:cxnLst/>
              <a:rect l="l" t="t" r="r" b="b"/>
              <a:pathLst>
                <a:path w="23944" h="24832" extrusionOk="0">
                  <a:moveTo>
                    <a:pt x="12168" y="5259"/>
                  </a:moveTo>
                  <a:cubicBezTo>
                    <a:pt x="13440" y="7739"/>
                    <a:pt x="15593" y="10870"/>
                    <a:pt x="18953" y="12371"/>
                  </a:cubicBezTo>
                  <a:cubicBezTo>
                    <a:pt x="16507" y="13708"/>
                    <a:pt x="13310" y="15959"/>
                    <a:pt x="11646" y="19221"/>
                  </a:cubicBezTo>
                  <a:cubicBezTo>
                    <a:pt x="10570" y="16676"/>
                    <a:pt x="8645" y="13610"/>
                    <a:pt x="5481" y="11979"/>
                  </a:cubicBezTo>
                  <a:cubicBezTo>
                    <a:pt x="7862" y="10837"/>
                    <a:pt x="10700" y="8815"/>
                    <a:pt x="12168" y="5259"/>
                  </a:cubicBezTo>
                  <a:close/>
                  <a:moveTo>
                    <a:pt x="11878" y="1"/>
                  </a:moveTo>
                  <a:cubicBezTo>
                    <a:pt x="11834" y="1"/>
                    <a:pt x="11789" y="3"/>
                    <a:pt x="11744" y="8"/>
                  </a:cubicBezTo>
                  <a:cubicBezTo>
                    <a:pt x="11157" y="40"/>
                    <a:pt x="10700" y="530"/>
                    <a:pt x="10635" y="1117"/>
                  </a:cubicBezTo>
                  <a:cubicBezTo>
                    <a:pt x="9950" y="9435"/>
                    <a:pt x="1436" y="10870"/>
                    <a:pt x="1077" y="10935"/>
                  </a:cubicBezTo>
                  <a:cubicBezTo>
                    <a:pt x="425" y="11001"/>
                    <a:pt x="1" y="11555"/>
                    <a:pt x="34" y="12207"/>
                  </a:cubicBezTo>
                  <a:cubicBezTo>
                    <a:pt x="66" y="12827"/>
                    <a:pt x="555" y="13317"/>
                    <a:pt x="1175" y="13349"/>
                  </a:cubicBezTo>
                  <a:cubicBezTo>
                    <a:pt x="8547" y="13708"/>
                    <a:pt x="10570" y="23722"/>
                    <a:pt x="10570" y="23820"/>
                  </a:cubicBezTo>
                  <a:cubicBezTo>
                    <a:pt x="10700" y="24407"/>
                    <a:pt x="11190" y="24831"/>
                    <a:pt x="11777" y="24831"/>
                  </a:cubicBezTo>
                  <a:cubicBezTo>
                    <a:pt x="11809" y="24831"/>
                    <a:pt x="11842" y="24831"/>
                    <a:pt x="11875" y="24799"/>
                  </a:cubicBezTo>
                  <a:cubicBezTo>
                    <a:pt x="12527" y="24766"/>
                    <a:pt x="12984" y="24244"/>
                    <a:pt x="13016" y="23624"/>
                  </a:cubicBezTo>
                  <a:cubicBezTo>
                    <a:pt x="13179" y="16676"/>
                    <a:pt x="22965" y="13219"/>
                    <a:pt x="23063" y="13153"/>
                  </a:cubicBezTo>
                  <a:cubicBezTo>
                    <a:pt x="23618" y="12990"/>
                    <a:pt x="23944" y="12436"/>
                    <a:pt x="23846" y="11849"/>
                  </a:cubicBezTo>
                  <a:cubicBezTo>
                    <a:pt x="23781" y="11262"/>
                    <a:pt x="23291" y="10837"/>
                    <a:pt x="22737" y="10805"/>
                  </a:cubicBezTo>
                  <a:cubicBezTo>
                    <a:pt x="15724" y="10381"/>
                    <a:pt x="13081" y="986"/>
                    <a:pt x="13049" y="888"/>
                  </a:cubicBezTo>
                  <a:cubicBezTo>
                    <a:pt x="12898" y="374"/>
                    <a:pt x="12438" y="1"/>
                    <a:pt x="1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1"/>
            <p:cNvSpPr/>
            <p:nvPr/>
          </p:nvSpPr>
          <p:spPr>
            <a:xfrm>
              <a:off x="1526600" y="1125375"/>
              <a:ext cx="378400" cy="396350"/>
            </a:xfrm>
            <a:custGeom>
              <a:avLst/>
              <a:gdLst/>
              <a:ahLst/>
              <a:cxnLst/>
              <a:rect l="l" t="t" r="r" b="b"/>
              <a:pathLst>
                <a:path w="15136" h="15854" extrusionOk="0">
                  <a:moveTo>
                    <a:pt x="7503" y="0"/>
                  </a:moveTo>
                  <a:cubicBezTo>
                    <a:pt x="6948" y="6687"/>
                    <a:pt x="0" y="7731"/>
                    <a:pt x="0" y="7731"/>
                  </a:cubicBezTo>
                  <a:cubicBezTo>
                    <a:pt x="5970" y="8025"/>
                    <a:pt x="7470" y="15854"/>
                    <a:pt x="7470" y="15854"/>
                  </a:cubicBezTo>
                  <a:cubicBezTo>
                    <a:pt x="7568" y="10276"/>
                    <a:pt x="15136" y="7666"/>
                    <a:pt x="15136" y="7666"/>
                  </a:cubicBezTo>
                  <a:cubicBezTo>
                    <a:pt x="9493" y="7307"/>
                    <a:pt x="7503" y="0"/>
                    <a:pt x="7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1422333" y="1095025"/>
              <a:ext cx="442025" cy="456875"/>
            </a:xfrm>
            <a:custGeom>
              <a:avLst/>
              <a:gdLst/>
              <a:ahLst/>
              <a:cxnLst/>
              <a:rect l="l" t="t" r="r" b="b"/>
              <a:pathLst>
                <a:path w="17681" h="18275" extrusionOk="0">
                  <a:moveTo>
                    <a:pt x="8971" y="4868"/>
                  </a:moveTo>
                  <a:cubicBezTo>
                    <a:pt x="9852" y="6401"/>
                    <a:pt x="11157" y="8097"/>
                    <a:pt x="13016" y="9141"/>
                  </a:cubicBezTo>
                  <a:cubicBezTo>
                    <a:pt x="11516" y="10022"/>
                    <a:pt x="9754" y="11359"/>
                    <a:pt x="8645" y="13186"/>
                  </a:cubicBezTo>
                  <a:cubicBezTo>
                    <a:pt x="7895" y="11653"/>
                    <a:pt x="6721" y="9957"/>
                    <a:pt x="5024" y="8880"/>
                  </a:cubicBezTo>
                  <a:cubicBezTo>
                    <a:pt x="6525" y="8032"/>
                    <a:pt x="8025" y="6727"/>
                    <a:pt x="8971" y="4868"/>
                  </a:cubicBezTo>
                  <a:close/>
                  <a:moveTo>
                    <a:pt x="8773" y="0"/>
                  </a:moveTo>
                  <a:cubicBezTo>
                    <a:pt x="8731" y="0"/>
                    <a:pt x="8688" y="3"/>
                    <a:pt x="8645" y="7"/>
                  </a:cubicBezTo>
                  <a:cubicBezTo>
                    <a:pt x="8058" y="73"/>
                    <a:pt x="7601" y="529"/>
                    <a:pt x="7536" y="1117"/>
                  </a:cubicBezTo>
                  <a:cubicBezTo>
                    <a:pt x="7079" y="6727"/>
                    <a:pt x="1306" y="7706"/>
                    <a:pt x="1045" y="7738"/>
                  </a:cubicBezTo>
                  <a:cubicBezTo>
                    <a:pt x="425" y="7836"/>
                    <a:pt x="1" y="8391"/>
                    <a:pt x="33" y="9011"/>
                  </a:cubicBezTo>
                  <a:cubicBezTo>
                    <a:pt x="66" y="9630"/>
                    <a:pt x="555" y="10152"/>
                    <a:pt x="1175" y="10185"/>
                  </a:cubicBezTo>
                  <a:cubicBezTo>
                    <a:pt x="6101" y="10413"/>
                    <a:pt x="7471" y="17231"/>
                    <a:pt x="7503" y="17296"/>
                  </a:cubicBezTo>
                  <a:cubicBezTo>
                    <a:pt x="7601" y="17883"/>
                    <a:pt x="8123" y="18275"/>
                    <a:pt x="8710" y="18275"/>
                  </a:cubicBezTo>
                  <a:lnTo>
                    <a:pt x="8808" y="18275"/>
                  </a:lnTo>
                  <a:cubicBezTo>
                    <a:pt x="9428" y="18242"/>
                    <a:pt x="9917" y="17720"/>
                    <a:pt x="9917" y="17100"/>
                  </a:cubicBezTo>
                  <a:cubicBezTo>
                    <a:pt x="10015" y="12436"/>
                    <a:pt x="16702" y="10054"/>
                    <a:pt x="16767" y="10022"/>
                  </a:cubicBezTo>
                  <a:cubicBezTo>
                    <a:pt x="17322" y="9826"/>
                    <a:pt x="17681" y="9272"/>
                    <a:pt x="17583" y="8717"/>
                  </a:cubicBezTo>
                  <a:cubicBezTo>
                    <a:pt x="17518" y="8130"/>
                    <a:pt x="17028" y="7673"/>
                    <a:pt x="16441" y="7641"/>
                  </a:cubicBezTo>
                  <a:cubicBezTo>
                    <a:pt x="11744" y="7380"/>
                    <a:pt x="9950" y="986"/>
                    <a:pt x="9950" y="921"/>
                  </a:cubicBezTo>
                  <a:cubicBezTo>
                    <a:pt x="9799" y="377"/>
                    <a:pt x="9311" y="0"/>
                    <a:pt x="87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1526600" y="582250"/>
              <a:ext cx="378400" cy="395550"/>
            </a:xfrm>
            <a:custGeom>
              <a:avLst/>
              <a:gdLst/>
              <a:ahLst/>
              <a:cxnLst/>
              <a:rect l="l" t="t" r="r" b="b"/>
              <a:pathLst>
                <a:path w="15136" h="15822" extrusionOk="0">
                  <a:moveTo>
                    <a:pt x="7503" y="1"/>
                  </a:moveTo>
                  <a:cubicBezTo>
                    <a:pt x="6948" y="6655"/>
                    <a:pt x="0" y="7731"/>
                    <a:pt x="0" y="7731"/>
                  </a:cubicBezTo>
                  <a:cubicBezTo>
                    <a:pt x="5970" y="7992"/>
                    <a:pt x="7470" y="15821"/>
                    <a:pt x="7470" y="15821"/>
                  </a:cubicBezTo>
                  <a:cubicBezTo>
                    <a:pt x="7568" y="10243"/>
                    <a:pt x="15136" y="7634"/>
                    <a:pt x="15136" y="7634"/>
                  </a:cubicBezTo>
                  <a:cubicBezTo>
                    <a:pt x="9493" y="7307"/>
                    <a:pt x="7503" y="1"/>
                    <a:pt x="7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1"/>
            <p:cNvSpPr/>
            <p:nvPr/>
          </p:nvSpPr>
          <p:spPr>
            <a:xfrm>
              <a:off x="1422333" y="551900"/>
              <a:ext cx="442025" cy="456875"/>
            </a:xfrm>
            <a:custGeom>
              <a:avLst/>
              <a:gdLst/>
              <a:ahLst/>
              <a:cxnLst/>
              <a:rect l="l" t="t" r="r" b="b"/>
              <a:pathLst>
                <a:path w="17681" h="18275" extrusionOk="0">
                  <a:moveTo>
                    <a:pt x="8971" y="4868"/>
                  </a:moveTo>
                  <a:cubicBezTo>
                    <a:pt x="9852" y="6401"/>
                    <a:pt x="11157" y="8097"/>
                    <a:pt x="13016" y="9109"/>
                  </a:cubicBezTo>
                  <a:cubicBezTo>
                    <a:pt x="11516" y="10022"/>
                    <a:pt x="9754" y="11359"/>
                    <a:pt x="8645" y="13186"/>
                  </a:cubicBezTo>
                  <a:cubicBezTo>
                    <a:pt x="7895" y="11653"/>
                    <a:pt x="6721" y="9957"/>
                    <a:pt x="5024" y="8880"/>
                  </a:cubicBezTo>
                  <a:cubicBezTo>
                    <a:pt x="6525" y="8032"/>
                    <a:pt x="8025" y="6727"/>
                    <a:pt x="8971" y="4868"/>
                  </a:cubicBezTo>
                  <a:close/>
                  <a:moveTo>
                    <a:pt x="8773" y="1"/>
                  </a:moveTo>
                  <a:cubicBezTo>
                    <a:pt x="8731" y="1"/>
                    <a:pt x="8688" y="3"/>
                    <a:pt x="8645" y="8"/>
                  </a:cubicBezTo>
                  <a:cubicBezTo>
                    <a:pt x="8058" y="40"/>
                    <a:pt x="7601" y="530"/>
                    <a:pt x="7536" y="1117"/>
                  </a:cubicBezTo>
                  <a:cubicBezTo>
                    <a:pt x="7079" y="6727"/>
                    <a:pt x="1306" y="7673"/>
                    <a:pt x="1045" y="7739"/>
                  </a:cubicBezTo>
                  <a:cubicBezTo>
                    <a:pt x="425" y="7836"/>
                    <a:pt x="1" y="8358"/>
                    <a:pt x="33" y="9011"/>
                  </a:cubicBezTo>
                  <a:cubicBezTo>
                    <a:pt x="66" y="9631"/>
                    <a:pt x="555" y="10120"/>
                    <a:pt x="1175" y="10152"/>
                  </a:cubicBezTo>
                  <a:cubicBezTo>
                    <a:pt x="6101" y="10381"/>
                    <a:pt x="7471" y="17198"/>
                    <a:pt x="7503" y="17264"/>
                  </a:cubicBezTo>
                  <a:cubicBezTo>
                    <a:pt x="7601" y="17851"/>
                    <a:pt x="8123" y="18275"/>
                    <a:pt x="8710" y="18275"/>
                  </a:cubicBezTo>
                  <a:lnTo>
                    <a:pt x="8808" y="18275"/>
                  </a:lnTo>
                  <a:cubicBezTo>
                    <a:pt x="9428" y="18210"/>
                    <a:pt x="9917" y="17688"/>
                    <a:pt x="9917" y="17068"/>
                  </a:cubicBezTo>
                  <a:cubicBezTo>
                    <a:pt x="10015" y="12403"/>
                    <a:pt x="16702" y="10022"/>
                    <a:pt x="16767" y="10022"/>
                  </a:cubicBezTo>
                  <a:cubicBezTo>
                    <a:pt x="17322" y="9826"/>
                    <a:pt x="17681" y="9272"/>
                    <a:pt x="17583" y="8685"/>
                  </a:cubicBezTo>
                  <a:cubicBezTo>
                    <a:pt x="17518" y="8097"/>
                    <a:pt x="17028" y="7673"/>
                    <a:pt x="16441" y="7641"/>
                  </a:cubicBezTo>
                  <a:cubicBezTo>
                    <a:pt x="11744" y="7347"/>
                    <a:pt x="9950" y="954"/>
                    <a:pt x="9950" y="888"/>
                  </a:cubicBezTo>
                  <a:cubicBezTo>
                    <a:pt x="9799" y="374"/>
                    <a:pt x="9311" y="1"/>
                    <a:pt x="8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1"/>
            <p:cNvSpPr/>
            <p:nvPr/>
          </p:nvSpPr>
          <p:spPr>
            <a:xfrm>
              <a:off x="1526600" y="4746175"/>
              <a:ext cx="4547225" cy="367000"/>
            </a:xfrm>
            <a:custGeom>
              <a:avLst/>
              <a:gdLst/>
              <a:ahLst/>
              <a:cxnLst/>
              <a:rect l="l" t="t" r="r" b="b"/>
              <a:pathLst>
                <a:path w="181889" h="14680" extrusionOk="0">
                  <a:moveTo>
                    <a:pt x="9786" y="1"/>
                  </a:moveTo>
                  <a:cubicBezTo>
                    <a:pt x="4404" y="1"/>
                    <a:pt x="0" y="4372"/>
                    <a:pt x="0" y="9787"/>
                  </a:cubicBezTo>
                  <a:lnTo>
                    <a:pt x="0" y="14680"/>
                  </a:lnTo>
                  <a:lnTo>
                    <a:pt x="181889" y="14680"/>
                  </a:lnTo>
                  <a:lnTo>
                    <a:pt x="181889" y="9787"/>
                  </a:lnTo>
                  <a:cubicBezTo>
                    <a:pt x="181889" y="4372"/>
                    <a:pt x="177518" y="1"/>
                    <a:pt x="172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1441206" y="4716000"/>
              <a:ext cx="4607575" cy="428175"/>
            </a:xfrm>
            <a:custGeom>
              <a:avLst/>
              <a:gdLst/>
              <a:ahLst/>
              <a:cxnLst/>
              <a:rect l="l" t="t" r="r" b="b"/>
              <a:pathLst>
                <a:path w="184303" h="17127" extrusionOk="0">
                  <a:moveTo>
                    <a:pt x="173310" y="2447"/>
                  </a:moveTo>
                  <a:cubicBezTo>
                    <a:pt x="178040" y="2447"/>
                    <a:pt x="181856" y="6264"/>
                    <a:pt x="181856" y="10994"/>
                  </a:cubicBezTo>
                  <a:lnTo>
                    <a:pt x="181856" y="14680"/>
                  </a:lnTo>
                  <a:lnTo>
                    <a:pt x="2447" y="14680"/>
                  </a:lnTo>
                  <a:lnTo>
                    <a:pt x="2447" y="10994"/>
                  </a:lnTo>
                  <a:cubicBezTo>
                    <a:pt x="2447" y="6264"/>
                    <a:pt x="6296" y="2447"/>
                    <a:pt x="10993" y="2447"/>
                  </a:cubicBezTo>
                  <a:close/>
                  <a:moveTo>
                    <a:pt x="10993" y="1"/>
                  </a:moveTo>
                  <a:cubicBezTo>
                    <a:pt x="4926" y="1"/>
                    <a:pt x="0" y="4926"/>
                    <a:pt x="0" y="10994"/>
                  </a:cubicBezTo>
                  <a:lnTo>
                    <a:pt x="0" y="15887"/>
                  </a:lnTo>
                  <a:cubicBezTo>
                    <a:pt x="0" y="16572"/>
                    <a:pt x="555" y="17126"/>
                    <a:pt x="1207" y="17126"/>
                  </a:cubicBezTo>
                  <a:lnTo>
                    <a:pt x="183096" y="17126"/>
                  </a:lnTo>
                  <a:cubicBezTo>
                    <a:pt x="183781" y="17126"/>
                    <a:pt x="184303" y="16572"/>
                    <a:pt x="184303" y="15887"/>
                  </a:cubicBezTo>
                  <a:lnTo>
                    <a:pt x="184303" y="10994"/>
                  </a:lnTo>
                  <a:cubicBezTo>
                    <a:pt x="184303" y="4926"/>
                    <a:pt x="179377" y="1"/>
                    <a:pt x="17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1845450" y="4501525"/>
              <a:ext cx="3909525" cy="244675"/>
            </a:xfrm>
            <a:custGeom>
              <a:avLst/>
              <a:gdLst/>
              <a:ahLst/>
              <a:cxnLst/>
              <a:rect l="l" t="t" r="r" b="b"/>
              <a:pathLst>
                <a:path w="156381" h="9787" extrusionOk="0">
                  <a:moveTo>
                    <a:pt x="9787" y="1"/>
                  </a:moveTo>
                  <a:cubicBezTo>
                    <a:pt x="4372" y="1"/>
                    <a:pt x="1" y="4372"/>
                    <a:pt x="1" y="9787"/>
                  </a:cubicBezTo>
                  <a:lnTo>
                    <a:pt x="156380" y="9787"/>
                  </a:lnTo>
                  <a:cubicBezTo>
                    <a:pt x="156380" y="4372"/>
                    <a:pt x="152009" y="1"/>
                    <a:pt x="146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1760056" y="4471350"/>
              <a:ext cx="3969875" cy="305850"/>
            </a:xfrm>
            <a:custGeom>
              <a:avLst/>
              <a:gdLst/>
              <a:ahLst/>
              <a:cxnLst/>
              <a:rect l="l" t="t" r="r" b="b"/>
              <a:pathLst>
                <a:path w="158795" h="12234" extrusionOk="0">
                  <a:moveTo>
                    <a:pt x="10994" y="1"/>
                  </a:moveTo>
                  <a:cubicBezTo>
                    <a:pt x="4926" y="1"/>
                    <a:pt x="1" y="4926"/>
                    <a:pt x="1" y="10994"/>
                  </a:cubicBezTo>
                  <a:cubicBezTo>
                    <a:pt x="1" y="11679"/>
                    <a:pt x="523" y="12233"/>
                    <a:pt x="1208" y="12233"/>
                  </a:cubicBezTo>
                  <a:lnTo>
                    <a:pt x="157587" y="12233"/>
                  </a:lnTo>
                  <a:cubicBezTo>
                    <a:pt x="158272" y="12233"/>
                    <a:pt x="158794" y="11679"/>
                    <a:pt x="158794" y="10994"/>
                  </a:cubicBezTo>
                  <a:cubicBezTo>
                    <a:pt x="158794" y="4926"/>
                    <a:pt x="153869" y="1"/>
                    <a:pt x="147801" y="1"/>
                  </a:cubicBezTo>
                  <a:lnTo>
                    <a:pt x="113355" y="1"/>
                  </a:lnTo>
                  <a:cubicBezTo>
                    <a:pt x="112702" y="1"/>
                    <a:pt x="112148" y="523"/>
                    <a:pt x="112148" y="1208"/>
                  </a:cubicBezTo>
                  <a:cubicBezTo>
                    <a:pt x="112148" y="1893"/>
                    <a:pt x="112702" y="2447"/>
                    <a:pt x="113355" y="2447"/>
                  </a:cubicBezTo>
                  <a:lnTo>
                    <a:pt x="147801" y="2447"/>
                  </a:lnTo>
                  <a:cubicBezTo>
                    <a:pt x="152107" y="2447"/>
                    <a:pt x="155695" y="5611"/>
                    <a:pt x="156283" y="9787"/>
                  </a:cubicBezTo>
                  <a:lnTo>
                    <a:pt x="2513" y="9787"/>
                  </a:lnTo>
                  <a:cubicBezTo>
                    <a:pt x="3132" y="5611"/>
                    <a:pt x="6688" y="2447"/>
                    <a:pt x="10994" y="2447"/>
                  </a:cubicBezTo>
                  <a:lnTo>
                    <a:pt x="102101" y="2447"/>
                  </a:lnTo>
                  <a:cubicBezTo>
                    <a:pt x="102786" y="2447"/>
                    <a:pt x="103341" y="1893"/>
                    <a:pt x="103341" y="1208"/>
                  </a:cubicBezTo>
                  <a:cubicBezTo>
                    <a:pt x="103341" y="523"/>
                    <a:pt x="102786" y="1"/>
                    <a:pt x="102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2185525" y="1013825"/>
              <a:ext cx="3229375" cy="2936275"/>
            </a:xfrm>
            <a:custGeom>
              <a:avLst/>
              <a:gdLst/>
              <a:ahLst/>
              <a:cxnLst/>
              <a:rect l="l" t="t" r="r" b="b"/>
              <a:pathLst>
                <a:path w="129175" h="117451" extrusionOk="0">
                  <a:moveTo>
                    <a:pt x="64647" y="0"/>
                  </a:moveTo>
                  <a:cubicBezTo>
                    <a:pt x="60172" y="0"/>
                    <a:pt x="55626" y="516"/>
                    <a:pt x="51083" y="1592"/>
                  </a:cubicBezTo>
                  <a:cubicBezTo>
                    <a:pt x="19540" y="9062"/>
                    <a:pt x="0" y="40670"/>
                    <a:pt x="7470" y="72246"/>
                  </a:cubicBezTo>
                  <a:cubicBezTo>
                    <a:pt x="13836" y="99246"/>
                    <a:pt x="37935" y="117451"/>
                    <a:pt x="64527" y="117451"/>
                  </a:cubicBezTo>
                  <a:cubicBezTo>
                    <a:pt x="69003" y="117451"/>
                    <a:pt x="73548" y="116935"/>
                    <a:pt x="78092" y="115859"/>
                  </a:cubicBezTo>
                  <a:cubicBezTo>
                    <a:pt x="109636" y="108389"/>
                    <a:pt x="129175" y="76781"/>
                    <a:pt x="121705" y="45237"/>
                  </a:cubicBezTo>
                  <a:cubicBezTo>
                    <a:pt x="115339" y="18209"/>
                    <a:pt x="91239" y="0"/>
                    <a:pt x="64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2265312" y="984300"/>
              <a:ext cx="2996975" cy="2997775"/>
            </a:xfrm>
            <a:custGeom>
              <a:avLst/>
              <a:gdLst/>
              <a:ahLst/>
              <a:cxnLst/>
              <a:rect l="l" t="t" r="r" b="b"/>
              <a:pathLst>
                <a:path w="119879" h="119911" extrusionOk="0">
                  <a:moveTo>
                    <a:pt x="59924" y="2479"/>
                  </a:moveTo>
                  <a:cubicBezTo>
                    <a:pt x="91630" y="2479"/>
                    <a:pt x="117432" y="28249"/>
                    <a:pt x="117432" y="59955"/>
                  </a:cubicBezTo>
                  <a:cubicBezTo>
                    <a:pt x="117432" y="91662"/>
                    <a:pt x="91630" y="117464"/>
                    <a:pt x="59924" y="117464"/>
                  </a:cubicBezTo>
                  <a:cubicBezTo>
                    <a:pt x="28217" y="117464"/>
                    <a:pt x="2447" y="91662"/>
                    <a:pt x="2447" y="59955"/>
                  </a:cubicBezTo>
                  <a:cubicBezTo>
                    <a:pt x="2447" y="28249"/>
                    <a:pt x="28217" y="2479"/>
                    <a:pt x="59924" y="2479"/>
                  </a:cubicBezTo>
                  <a:close/>
                  <a:moveTo>
                    <a:pt x="59924" y="0"/>
                  </a:moveTo>
                  <a:cubicBezTo>
                    <a:pt x="26880" y="0"/>
                    <a:pt x="1" y="26912"/>
                    <a:pt x="1" y="59955"/>
                  </a:cubicBezTo>
                  <a:cubicBezTo>
                    <a:pt x="1" y="92999"/>
                    <a:pt x="26880" y="119911"/>
                    <a:pt x="59924" y="119911"/>
                  </a:cubicBezTo>
                  <a:cubicBezTo>
                    <a:pt x="92967" y="119911"/>
                    <a:pt x="119879" y="92999"/>
                    <a:pt x="119879" y="59955"/>
                  </a:cubicBezTo>
                  <a:cubicBezTo>
                    <a:pt x="119879" y="26912"/>
                    <a:pt x="92967" y="33"/>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3875225" y="2667225"/>
              <a:ext cx="712775" cy="662725"/>
            </a:xfrm>
            <a:custGeom>
              <a:avLst/>
              <a:gdLst/>
              <a:ahLst/>
              <a:cxnLst/>
              <a:rect l="l" t="t" r="r" b="b"/>
              <a:pathLst>
                <a:path w="28511" h="26509" extrusionOk="0">
                  <a:moveTo>
                    <a:pt x="14267" y="1"/>
                  </a:moveTo>
                  <a:cubicBezTo>
                    <a:pt x="13564" y="1"/>
                    <a:pt x="12851" y="57"/>
                    <a:pt x="12135" y="174"/>
                  </a:cubicBezTo>
                  <a:cubicBezTo>
                    <a:pt x="4894" y="1348"/>
                    <a:pt x="1" y="8166"/>
                    <a:pt x="1175" y="15375"/>
                  </a:cubicBezTo>
                  <a:cubicBezTo>
                    <a:pt x="2232" y="21893"/>
                    <a:pt x="7835" y="26509"/>
                    <a:pt x="14226" y="26509"/>
                  </a:cubicBezTo>
                  <a:cubicBezTo>
                    <a:pt x="14934" y="26509"/>
                    <a:pt x="15653" y="26452"/>
                    <a:pt x="16376" y="26335"/>
                  </a:cubicBezTo>
                  <a:cubicBezTo>
                    <a:pt x="23585" y="25160"/>
                    <a:pt x="28510" y="18376"/>
                    <a:pt x="27336" y="11134"/>
                  </a:cubicBezTo>
                  <a:cubicBezTo>
                    <a:pt x="26278" y="4641"/>
                    <a:pt x="20643" y="1"/>
                    <a:pt x="14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3870325" y="2636500"/>
              <a:ext cx="724200" cy="724175"/>
            </a:xfrm>
            <a:custGeom>
              <a:avLst/>
              <a:gdLst/>
              <a:ahLst/>
              <a:cxnLst/>
              <a:rect l="l" t="t" r="r" b="b"/>
              <a:pathLst>
                <a:path w="28968" h="28967" extrusionOk="0">
                  <a:moveTo>
                    <a:pt x="14484" y="2447"/>
                  </a:moveTo>
                  <a:cubicBezTo>
                    <a:pt x="21106" y="2447"/>
                    <a:pt x="26521" y="7861"/>
                    <a:pt x="26521" y="14483"/>
                  </a:cubicBezTo>
                  <a:cubicBezTo>
                    <a:pt x="26521" y="21105"/>
                    <a:pt x="21106" y="26520"/>
                    <a:pt x="14484" y="26520"/>
                  </a:cubicBezTo>
                  <a:cubicBezTo>
                    <a:pt x="7862" y="26520"/>
                    <a:pt x="2447" y="21105"/>
                    <a:pt x="2447" y="14483"/>
                  </a:cubicBezTo>
                  <a:cubicBezTo>
                    <a:pt x="2447" y="7861"/>
                    <a:pt x="7862" y="2447"/>
                    <a:pt x="14484" y="2447"/>
                  </a:cubicBezTo>
                  <a:close/>
                  <a:moveTo>
                    <a:pt x="14484" y="0"/>
                  </a:moveTo>
                  <a:cubicBezTo>
                    <a:pt x="6492" y="0"/>
                    <a:pt x="1" y="6491"/>
                    <a:pt x="1" y="14483"/>
                  </a:cubicBezTo>
                  <a:cubicBezTo>
                    <a:pt x="1" y="22475"/>
                    <a:pt x="6492" y="28966"/>
                    <a:pt x="14484" y="28966"/>
                  </a:cubicBezTo>
                  <a:cubicBezTo>
                    <a:pt x="22476" y="28966"/>
                    <a:pt x="28967" y="22475"/>
                    <a:pt x="28967" y="14483"/>
                  </a:cubicBezTo>
                  <a:cubicBezTo>
                    <a:pt x="28967" y="6491"/>
                    <a:pt x="22476"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2705800" y="2584250"/>
              <a:ext cx="687500" cy="663100"/>
            </a:xfrm>
            <a:custGeom>
              <a:avLst/>
              <a:gdLst/>
              <a:ahLst/>
              <a:cxnLst/>
              <a:rect l="l" t="t" r="r" b="b"/>
              <a:pathLst>
                <a:path w="27500" h="26524" extrusionOk="0">
                  <a:moveTo>
                    <a:pt x="13755" y="1"/>
                  </a:moveTo>
                  <a:cubicBezTo>
                    <a:pt x="6858" y="1"/>
                    <a:pt x="1022" y="5345"/>
                    <a:pt x="523" y="12300"/>
                  </a:cubicBezTo>
                  <a:cubicBezTo>
                    <a:pt x="1" y="19607"/>
                    <a:pt x="5513" y="25968"/>
                    <a:pt x="12820" y="26490"/>
                  </a:cubicBezTo>
                  <a:cubicBezTo>
                    <a:pt x="13141" y="26513"/>
                    <a:pt x="13460" y="26524"/>
                    <a:pt x="13777" y="26524"/>
                  </a:cubicBezTo>
                  <a:cubicBezTo>
                    <a:pt x="20672" y="26524"/>
                    <a:pt x="26478" y="21178"/>
                    <a:pt x="26977" y="14192"/>
                  </a:cubicBezTo>
                  <a:cubicBezTo>
                    <a:pt x="27499" y="6885"/>
                    <a:pt x="21986" y="557"/>
                    <a:pt x="14712" y="35"/>
                  </a:cubicBezTo>
                  <a:cubicBezTo>
                    <a:pt x="14391" y="12"/>
                    <a:pt x="14072" y="1"/>
                    <a:pt x="137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1"/>
            <p:cNvSpPr/>
            <p:nvPr/>
          </p:nvSpPr>
          <p:spPr>
            <a:xfrm>
              <a:off x="2686225" y="2554125"/>
              <a:ext cx="724200" cy="724175"/>
            </a:xfrm>
            <a:custGeom>
              <a:avLst/>
              <a:gdLst/>
              <a:ahLst/>
              <a:cxnLst/>
              <a:rect l="l" t="t" r="r" b="b"/>
              <a:pathLst>
                <a:path w="28968" h="28967" extrusionOk="0">
                  <a:moveTo>
                    <a:pt x="14484" y="2447"/>
                  </a:moveTo>
                  <a:cubicBezTo>
                    <a:pt x="21106" y="2447"/>
                    <a:pt x="26521" y="7862"/>
                    <a:pt x="26521" y="14484"/>
                  </a:cubicBezTo>
                  <a:cubicBezTo>
                    <a:pt x="26521" y="21105"/>
                    <a:pt x="21106" y="26520"/>
                    <a:pt x="14484" y="26520"/>
                  </a:cubicBezTo>
                  <a:cubicBezTo>
                    <a:pt x="7830" y="26520"/>
                    <a:pt x="2447" y="21105"/>
                    <a:pt x="2447" y="14484"/>
                  </a:cubicBezTo>
                  <a:cubicBezTo>
                    <a:pt x="2447" y="7862"/>
                    <a:pt x="7830" y="2447"/>
                    <a:pt x="14484" y="2447"/>
                  </a:cubicBezTo>
                  <a:close/>
                  <a:moveTo>
                    <a:pt x="14484" y="0"/>
                  </a:moveTo>
                  <a:cubicBezTo>
                    <a:pt x="6492" y="0"/>
                    <a:pt x="1" y="6492"/>
                    <a:pt x="1" y="14484"/>
                  </a:cubicBezTo>
                  <a:cubicBezTo>
                    <a:pt x="1" y="22476"/>
                    <a:pt x="6492" y="28967"/>
                    <a:pt x="14484" y="28967"/>
                  </a:cubicBezTo>
                  <a:cubicBezTo>
                    <a:pt x="22443" y="28967"/>
                    <a:pt x="28967" y="22476"/>
                    <a:pt x="28967" y="14484"/>
                  </a:cubicBezTo>
                  <a:cubicBezTo>
                    <a:pt x="28967" y="6492"/>
                    <a:pt x="22443" y="0"/>
                    <a:pt x="14484"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1"/>
            <p:cNvSpPr/>
            <p:nvPr/>
          </p:nvSpPr>
          <p:spPr>
            <a:xfrm>
              <a:off x="3499275" y="2311100"/>
              <a:ext cx="662225" cy="663025"/>
            </a:xfrm>
            <a:custGeom>
              <a:avLst/>
              <a:gdLst/>
              <a:ahLst/>
              <a:cxnLst/>
              <a:rect l="l" t="t" r="r" b="b"/>
              <a:pathLst>
                <a:path w="26489" h="26521" extrusionOk="0">
                  <a:moveTo>
                    <a:pt x="13245" y="1"/>
                  </a:moveTo>
                  <a:cubicBezTo>
                    <a:pt x="5938" y="1"/>
                    <a:pt x="1" y="5938"/>
                    <a:pt x="1" y="13277"/>
                  </a:cubicBezTo>
                  <a:cubicBezTo>
                    <a:pt x="1" y="20584"/>
                    <a:pt x="5938" y="26521"/>
                    <a:pt x="13245" y="26521"/>
                  </a:cubicBezTo>
                  <a:cubicBezTo>
                    <a:pt x="20551" y="26521"/>
                    <a:pt x="26488" y="20584"/>
                    <a:pt x="26488" y="13277"/>
                  </a:cubicBezTo>
                  <a:cubicBezTo>
                    <a:pt x="26488" y="5938"/>
                    <a:pt x="20551" y="1"/>
                    <a:pt x="132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3468300" y="2280925"/>
              <a:ext cx="724175" cy="723375"/>
            </a:xfrm>
            <a:custGeom>
              <a:avLst/>
              <a:gdLst/>
              <a:ahLst/>
              <a:cxnLst/>
              <a:rect l="l" t="t" r="r" b="b"/>
              <a:pathLst>
                <a:path w="28967" h="28935" extrusionOk="0">
                  <a:moveTo>
                    <a:pt x="14484" y="2447"/>
                  </a:moveTo>
                  <a:cubicBezTo>
                    <a:pt x="21105" y="2447"/>
                    <a:pt x="26520" y="7830"/>
                    <a:pt x="26520" y="14484"/>
                  </a:cubicBezTo>
                  <a:cubicBezTo>
                    <a:pt x="26520" y="21106"/>
                    <a:pt x="21105" y="26488"/>
                    <a:pt x="14484" y="26488"/>
                  </a:cubicBezTo>
                  <a:cubicBezTo>
                    <a:pt x="7862" y="26488"/>
                    <a:pt x="2447" y="21106"/>
                    <a:pt x="2447" y="14484"/>
                  </a:cubicBezTo>
                  <a:cubicBezTo>
                    <a:pt x="2447" y="7830"/>
                    <a:pt x="7862" y="2447"/>
                    <a:pt x="14484" y="2447"/>
                  </a:cubicBezTo>
                  <a:close/>
                  <a:moveTo>
                    <a:pt x="14484" y="1"/>
                  </a:moveTo>
                  <a:cubicBezTo>
                    <a:pt x="6492" y="1"/>
                    <a:pt x="0" y="6492"/>
                    <a:pt x="0" y="14484"/>
                  </a:cubicBezTo>
                  <a:cubicBezTo>
                    <a:pt x="0" y="22443"/>
                    <a:pt x="6492" y="28935"/>
                    <a:pt x="14484" y="28935"/>
                  </a:cubicBezTo>
                  <a:cubicBezTo>
                    <a:pt x="22475" y="28935"/>
                    <a:pt x="28967" y="22443"/>
                    <a:pt x="28967" y="14484"/>
                  </a:cubicBezTo>
                  <a:cubicBezTo>
                    <a:pt x="28967" y="6492"/>
                    <a:pt x="22475"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1"/>
            <p:cNvSpPr/>
            <p:nvPr/>
          </p:nvSpPr>
          <p:spPr>
            <a:xfrm>
              <a:off x="4494200" y="2608750"/>
              <a:ext cx="663025" cy="662225"/>
            </a:xfrm>
            <a:custGeom>
              <a:avLst/>
              <a:gdLst/>
              <a:ahLst/>
              <a:cxnLst/>
              <a:rect l="l" t="t" r="r" b="b"/>
              <a:pathLst>
                <a:path w="26521" h="26489" extrusionOk="0">
                  <a:moveTo>
                    <a:pt x="13276" y="1"/>
                  </a:moveTo>
                  <a:cubicBezTo>
                    <a:pt x="5937" y="1"/>
                    <a:pt x="0" y="5938"/>
                    <a:pt x="0" y="13245"/>
                  </a:cubicBezTo>
                  <a:cubicBezTo>
                    <a:pt x="0" y="20551"/>
                    <a:pt x="5937" y="26488"/>
                    <a:pt x="13276" y="26488"/>
                  </a:cubicBezTo>
                  <a:cubicBezTo>
                    <a:pt x="20583" y="26488"/>
                    <a:pt x="26520" y="20551"/>
                    <a:pt x="26520" y="13245"/>
                  </a:cubicBezTo>
                  <a:cubicBezTo>
                    <a:pt x="26520" y="5938"/>
                    <a:pt x="20583" y="1"/>
                    <a:pt x="13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1"/>
            <p:cNvSpPr/>
            <p:nvPr/>
          </p:nvSpPr>
          <p:spPr>
            <a:xfrm>
              <a:off x="4464025" y="2577775"/>
              <a:ext cx="723350" cy="724175"/>
            </a:xfrm>
            <a:custGeom>
              <a:avLst/>
              <a:gdLst/>
              <a:ahLst/>
              <a:cxnLst/>
              <a:rect l="l" t="t" r="r" b="b"/>
              <a:pathLst>
                <a:path w="28934" h="28967" extrusionOk="0">
                  <a:moveTo>
                    <a:pt x="14483" y="2447"/>
                  </a:moveTo>
                  <a:cubicBezTo>
                    <a:pt x="21105" y="2447"/>
                    <a:pt x="26487" y="7862"/>
                    <a:pt x="26487" y="14484"/>
                  </a:cubicBezTo>
                  <a:cubicBezTo>
                    <a:pt x="26487" y="21105"/>
                    <a:pt x="21105" y="26520"/>
                    <a:pt x="14483" y="26520"/>
                  </a:cubicBezTo>
                  <a:cubicBezTo>
                    <a:pt x="7829" y="26520"/>
                    <a:pt x="2447" y="21105"/>
                    <a:pt x="2447" y="14484"/>
                  </a:cubicBezTo>
                  <a:cubicBezTo>
                    <a:pt x="2447" y="7862"/>
                    <a:pt x="7829" y="2447"/>
                    <a:pt x="14483" y="2447"/>
                  </a:cubicBezTo>
                  <a:close/>
                  <a:moveTo>
                    <a:pt x="14483" y="0"/>
                  </a:moveTo>
                  <a:cubicBezTo>
                    <a:pt x="6491" y="0"/>
                    <a:pt x="0" y="6492"/>
                    <a:pt x="0" y="14484"/>
                  </a:cubicBezTo>
                  <a:cubicBezTo>
                    <a:pt x="0" y="22475"/>
                    <a:pt x="6491" y="28967"/>
                    <a:pt x="14483" y="28967"/>
                  </a:cubicBezTo>
                  <a:cubicBezTo>
                    <a:pt x="22443" y="28967"/>
                    <a:pt x="28934" y="22475"/>
                    <a:pt x="28934" y="14484"/>
                  </a:cubicBezTo>
                  <a:cubicBezTo>
                    <a:pt x="28934" y="6492"/>
                    <a:pt x="22443"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2857500" y="3118375"/>
              <a:ext cx="729075" cy="662900"/>
            </a:xfrm>
            <a:custGeom>
              <a:avLst/>
              <a:gdLst/>
              <a:ahLst/>
              <a:cxnLst/>
              <a:rect l="l" t="t" r="r" b="b"/>
              <a:pathLst>
                <a:path w="29163" h="26516" extrusionOk="0">
                  <a:moveTo>
                    <a:pt x="14586" y="1"/>
                  </a:moveTo>
                  <a:cubicBezTo>
                    <a:pt x="13574" y="1"/>
                    <a:pt x="12545" y="118"/>
                    <a:pt x="11515" y="362"/>
                  </a:cubicBezTo>
                  <a:cubicBezTo>
                    <a:pt x="4404" y="2058"/>
                    <a:pt x="0" y="9170"/>
                    <a:pt x="1664" y="16313"/>
                  </a:cubicBezTo>
                  <a:cubicBezTo>
                    <a:pt x="3118" y="22409"/>
                    <a:pt x="8575" y="26516"/>
                    <a:pt x="14584" y="26516"/>
                  </a:cubicBezTo>
                  <a:cubicBezTo>
                    <a:pt x="15584" y="26516"/>
                    <a:pt x="16600" y="26402"/>
                    <a:pt x="17615" y="26164"/>
                  </a:cubicBezTo>
                  <a:cubicBezTo>
                    <a:pt x="24758" y="24468"/>
                    <a:pt x="29162" y="17325"/>
                    <a:pt x="27466" y="10213"/>
                  </a:cubicBezTo>
                  <a:cubicBezTo>
                    <a:pt x="26014" y="4127"/>
                    <a:pt x="20596" y="1"/>
                    <a:pt x="145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2859925" y="3089100"/>
              <a:ext cx="723375" cy="724175"/>
            </a:xfrm>
            <a:custGeom>
              <a:avLst/>
              <a:gdLst/>
              <a:ahLst/>
              <a:cxnLst/>
              <a:rect l="l" t="t" r="r" b="b"/>
              <a:pathLst>
                <a:path w="28935" h="28967" extrusionOk="0">
                  <a:moveTo>
                    <a:pt x="14451" y="2447"/>
                  </a:moveTo>
                  <a:cubicBezTo>
                    <a:pt x="21106" y="2447"/>
                    <a:pt x="26488" y="7861"/>
                    <a:pt x="26488" y="14483"/>
                  </a:cubicBezTo>
                  <a:cubicBezTo>
                    <a:pt x="26488" y="21105"/>
                    <a:pt x="21106" y="26520"/>
                    <a:pt x="14451" y="26520"/>
                  </a:cubicBezTo>
                  <a:cubicBezTo>
                    <a:pt x="7830" y="26520"/>
                    <a:pt x="2447" y="21105"/>
                    <a:pt x="2447" y="14483"/>
                  </a:cubicBezTo>
                  <a:cubicBezTo>
                    <a:pt x="2447" y="7861"/>
                    <a:pt x="7830" y="2447"/>
                    <a:pt x="14451" y="2447"/>
                  </a:cubicBezTo>
                  <a:close/>
                  <a:moveTo>
                    <a:pt x="14451" y="0"/>
                  </a:moveTo>
                  <a:cubicBezTo>
                    <a:pt x="6492" y="0"/>
                    <a:pt x="1" y="6491"/>
                    <a:pt x="1" y="14483"/>
                  </a:cubicBezTo>
                  <a:cubicBezTo>
                    <a:pt x="1" y="22475"/>
                    <a:pt x="6492" y="28966"/>
                    <a:pt x="14451" y="28966"/>
                  </a:cubicBezTo>
                  <a:cubicBezTo>
                    <a:pt x="22443" y="28966"/>
                    <a:pt x="28935" y="22475"/>
                    <a:pt x="28935" y="14483"/>
                  </a:cubicBezTo>
                  <a:cubicBezTo>
                    <a:pt x="28935" y="6491"/>
                    <a:pt x="22443" y="0"/>
                    <a:pt x="14451"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3241575" y="2738825"/>
              <a:ext cx="727450" cy="662225"/>
            </a:xfrm>
            <a:custGeom>
              <a:avLst/>
              <a:gdLst/>
              <a:ahLst/>
              <a:cxnLst/>
              <a:rect l="l" t="t" r="r" b="b"/>
              <a:pathLst>
                <a:path w="29098" h="26489" extrusionOk="0">
                  <a:moveTo>
                    <a:pt x="14537" y="1"/>
                  </a:moveTo>
                  <a:cubicBezTo>
                    <a:pt x="11149" y="1"/>
                    <a:pt x="7764" y="1289"/>
                    <a:pt x="5188" y="3866"/>
                  </a:cubicBezTo>
                  <a:cubicBezTo>
                    <a:pt x="1" y="9053"/>
                    <a:pt x="1" y="17436"/>
                    <a:pt x="5188" y="22623"/>
                  </a:cubicBezTo>
                  <a:cubicBezTo>
                    <a:pt x="7764" y="25200"/>
                    <a:pt x="11149" y="26488"/>
                    <a:pt x="14537" y="26488"/>
                  </a:cubicBezTo>
                  <a:cubicBezTo>
                    <a:pt x="17926" y="26488"/>
                    <a:pt x="21318" y="25200"/>
                    <a:pt x="23911" y="22623"/>
                  </a:cubicBezTo>
                  <a:cubicBezTo>
                    <a:pt x="29098" y="17436"/>
                    <a:pt x="29098" y="9053"/>
                    <a:pt x="23911" y="3866"/>
                  </a:cubicBezTo>
                  <a:cubicBezTo>
                    <a:pt x="21318" y="1289"/>
                    <a:pt x="17926" y="1"/>
                    <a:pt x="14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3244025" y="2708250"/>
              <a:ext cx="723375" cy="723375"/>
            </a:xfrm>
            <a:custGeom>
              <a:avLst/>
              <a:gdLst/>
              <a:ahLst/>
              <a:cxnLst/>
              <a:rect l="l" t="t" r="r" b="b"/>
              <a:pathLst>
                <a:path w="28935" h="28935" extrusionOk="0">
                  <a:moveTo>
                    <a:pt x="14484" y="2447"/>
                  </a:moveTo>
                  <a:cubicBezTo>
                    <a:pt x="21106" y="2447"/>
                    <a:pt x="26488" y="7829"/>
                    <a:pt x="26488" y="14484"/>
                  </a:cubicBezTo>
                  <a:cubicBezTo>
                    <a:pt x="26488" y="21106"/>
                    <a:pt x="21106" y="26488"/>
                    <a:pt x="14484" y="26488"/>
                  </a:cubicBezTo>
                  <a:cubicBezTo>
                    <a:pt x="7830" y="26488"/>
                    <a:pt x="2447" y="21106"/>
                    <a:pt x="2447" y="14484"/>
                  </a:cubicBezTo>
                  <a:cubicBezTo>
                    <a:pt x="2447" y="7829"/>
                    <a:pt x="7830" y="2447"/>
                    <a:pt x="14484" y="2447"/>
                  </a:cubicBezTo>
                  <a:close/>
                  <a:moveTo>
                    <a:pt x="14484" y="1"/>
                  </a:moveTo>
                  <a:cubicBezTo>
                    <a:pt x="6492" y="1"/>
                    <a:pt x="1" y="6492"/>
                    <a:pt x="1" y="14484"/>
                  </a:cubicBezTo>
                  <a:cubicBezTo>
                    <a:pt x="1" y="22443"/>
                    <a:pt x="6492" y="28934"/>
                    <a:pt x="14484" y="28934"/>
                  </a:cubicBezTo>
                  <a:cubicBezTo>
                    <a:pt x="22443" y="28934"/>
                    <a:pt x="28935" y="22443"/>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3447900" y="3288075"/>
              <a:ext cx="662225" cy="663025"/>
            </a:xfrm>
            <a:custGeom>
              <a:avLst/>
              <a:gdLst/>
              <a:ahLst/>
              <a:cxnLst/>
              <a:rect l="l" t="t" r="r" b="b"/>
              <a:pathLst>
                <a:path w="26489" h="26521" extrusionOk="0">
                  <a:moveTo>
                    <a:pt x="13244" y="0"/>
                  </a:moveTo>
                  <a:cubicBezTo>
                    <a:pt x="5938" y="0"/>
                    <a:pt x="1" y="5937"/>
                    <a:pt x="1" y="13277"/>
                  </a:cubicBezTo>
                  <a:cubicBezTo>
                    <a:pt x="1" y="20583"/>
                    <a:pt x="5938" y="26520"/>
                    <a:pt x="13244" y="26520"/>
                  </a:cubicBezTo>
                  <a:cubicBezTo>
                    <a:pt x="20584" y="26520"/>
                    <a:pt x="26488" y="20583"/>
                    <a:pt x="26488" y="13277"/>
                  </a:cubicBezTo>
                  <a:cubicBezTo>
                    <a:pt x="26488" y="5937"/>
                    <a:pt x="20584" y="0"/>
                    <a:pt x="13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3416925" y="3257900"/>
              <a:ext cx="724175" cy="724175"/>
            </a:xfrm>
            <a:custGeom>
              <a:avLst/>
              <a:gdLst/>
              <a:ahLst/>
              <a:cxnLst/>
              <a:rect l="l" t="t" r="r" b="b"/>
              <a:pathLst>
                <a:path w="28967" h="28967" extrusionOk="0">
                  <a:moveTo>
                    <a:pt x="14483" y="2447"/>
                  </a:moveTo>
                  <a:cubicBezTo>
                    <a:pt x="21138" y="2447"/>
                    <a:pt x="26520" y="7829"/>
                    <a:pt x="26520" y="14484"/>
                  </a:cubicBezTo>
                  <a:cubicBezTo>
                    <a:pt x="26520" y="21105"/>
                    <a:pt x="21138" y="26520"/>
                    <a:pt x="14483" y="26520"/>
                  </a:cubicBezTo>
                  <a:cubicBezTo>
                    <a:pt x="7862" y="26520"/>
                    <a:pt x="2447" y="21105"/>
                    <a:pt x="2447" y="14484"/>
                  </a:cubicBezTo>
                  <a:cubicBezTo>
                    <a:pt x="2447" y="7829"/>
                    <a:pt x="7862" y="2447"/>
                    <a:pt x="14483" y="2447"/>
                  </a:cubicBezTo>
                  <a:close/>
                  <a:moveTo>
                    <a:pt x="14483" y="0"/>
                  </a:moveTo>
                  <a:cubicBezTo>
                    <a:pt x="6524" y="0"/>
                    <a:pt x="0" y="6492"/>
                    <a:pt x="0" y="14484"/>
                  </a:cubicBezTo>
                  <a:cubicBezTo>
                    <a:pt x="0" y="22443"/>
                    <a:pt x="6492" y="28967"/>
                    <a:pt x="14483" y="28967"/>
                  </a:cubicBezTo>
                  <a:cubicBezTo>
                    <a:pt x="22475" y="28967"/>
                    <a:pt x="28967" y="22443"/>
                    <a:pt x="28967" y="14484"/>
                  </a:cubicBezTo>
                  <a:cubicBezTo>
                    <a:pt x="28967" y="6492"/>
                    <a:pt x="22475" y="0"/>
                    <a:pt x="14483" y="0"/>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016300" y="3108550"/>
              <a:ext cx="729075" cy="662425"/>
            </a:xfrm>
            <a:custGeom>
              <a:avLst/>
              <a:gdLst/>
              <a:ahLst/>
              <a:cxnLst/>
              <a:rect l="l" t="t" r="r" b="b"/>
              <a:pathLst>
                <a:path w="29163" h="26497" extrusionOk="0">
                  <a:moveTo>
                    <a:pt x="14602" y="0"/>
                  </a:moveTo>
                  <a:cubicBezTo>
                    <a:pt x="13585" y="0"/>
                    <a:pt x="12551" y="118"/>
                    <a:pt x="11516" y="364"/>
                  </a:cubicBezTo>
                  <a:cubicBezTo>
                    <a:pt x="4405" y="2027"/>
                    <a:pt x="1" y="9171"/>
                    <a:pt x="1664" y="16282"/>
                  </a:cubicBezTo>
                  <a:cubicBezTo>
                    <a:pt x="3115" y="22391"/>
                    <a:pt x="8550" y="26497"/>
                    <a:pt x="14541" y="26497"/>
                  </a:cubicBezTo>
                  <a:cubicBezTo>
                    <a:pt x="15555" y="26497"/>
                    <a:pt x="16586" y="26379"/>
                    <a:pt x="17616" y="26133"/>
                  </a:cubicBezTo>
                  <a:cubicBezTo>
                    <a:pt x="24727" y="24470"/>
                    <a:pt x="29163" y="17326"/>
                    <a:pt x="27467" y="10182"/>
                  </a:cubicBezTo>
                  <a:cubicBezTo>
                    <a:pt x="26016" y="4101"/>
                    <a:pt x="20606" y="0"/>
                    <a:pt x="14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018750" y="3079300"/>
              <a:ext cx="723375" cy="724200"/>
            </a:xfrm>
            <a:custGeom>
              <a:avLst/>
              <a:gdLst/>
              <a:ahLst/>
              <a:cxnLst/>
              <a:rect l="l" t="t" r="r" b="b"/>
              <a:pathLst>
                <a:path w="28935" h="28968" extrusionOk="0">
                  <a:moveTo>
                    <a:pt x="14484" y="2447"/>
                  </a:moveTo>
                  <a:cubicBezTo>
                    <a:pt x="21106" y="2447"/>
                    <a:pt x="26488" y="7829"/>
                    <a:pt x="26488" y="14484"/>
                  </a:cubicBezTo>
                  <a:cubicBezTo>
                    <a:pt x="26488" y="21106"/>
                    <a:pt x="21106" y="26521"/>
                    <a:pt x="14484" y="26521"/>
                  </a:cubicBezTo>
                  <a:cubicBezTo>
                    <a:pt x="7829" y="26521"/>
                    <a:pt x="2447" y="21106"/>
                    <a:pt x="2447" y="14484"/>
                  </a:cubicBezTo>
                  <a:cubicBezTo>
                    <a:pt x="2447" y="7829"/>
                    <a:pt x="7829" y="2447"/>
                    <a:pt x="14484" y="2447"/>
                  </a:cubicBezTo>
                  <a:close/>
                  <a:moveTo>
                    <a:pt x="14484" y="1"/>
                  </a:moveTo>
                  <a:cubicBezTo>
                    <a:pt x="6492" y="1"/>
                    <a:pt x="1" y="6492"/>
                    <a:pt x="1" y="14484"/>
                  </a:cubicBezTo>
                  <a:cubicBezTo>
                    <a:pt x="1" y="22476"/>
                    <a:pt x="6492" y="28967"/>
                    <a:pt x="14484" y="28967"/>
                  </a:cubicBezTo>
                  <a:cubicBezTo>
                    <a:pt x="22443" y="28967"/>
                    <a:pt x="28935" y="22476"/>
                    <a:pt x="28935" y="14484"/>
                  </a:cubicBezTo>
                  <a:cubicBezTo>
                    <a:pt x="28935" y="6492"/>
                    <a:pt x="22443" y="1"/>
                    <a:pt x="14484" y="1"/>
                  </a:cubicBezTo>
                  <a:close/>
                </a:path>
              </a:pathLst>
            </a:custGeom>
            <a:solidFill>
              <a:srgbClr val="3A31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2751362" y="984300"/>
              <a:ext cx="2024075" cy="2997775"/>
            </a:xfrm>
            <a:custGeom>
              <a:avLst/>
              <a:gdLst/>
              <a:ahLst/>
              <a:cxnLst/>
              <a:rect l="l" t="t" r="r" b="b"/>
              <a:pathLst>
                <a:path w="80963" h="119911" extrusionOk="0">
                  <a:moveTo>
                    <a:pt x="40482" y="2479"/>
                  </a:moveTo>
                  <a:cubicBezTo>
                    <a:pt x="61456" y="2479"/>
                    <a:pt x="78516" y="28249"/>
                    <a:pt x="78516" y="59955"/>
                  </a:cubicBezTo>
                  <a:cubicBezTo>
                    <a:pt x="78516" y="91662"/>
                    <a:pt x="61456" y="117464"/>
                    <a:pt x="40482" y="117464"/>
                  </a:cubicBezTo>
                  <a:cubicBezTo>
                    <a:pt x="19507" y="117464"/>
                    <a:pt x="2447" y="91662"/>
                    <a:pt x="2447" y="59955"/>
                  </a:cubicBezTo>
                  <a:cubicBezTo>
                    <a:pt x="2447" y="28249"/>
                    <a:pt x="19507" y="2479"/>
                    <a:pt x="40482" y="2479"/>
                  </a:cubicBezTo>
                  <a:close/>
                  <a:moveTo>
                    <a:pt x="40482" y="0"/>
                  </a:moveTo>
                  <a:cubicBezTo>
                    <a:pt x="18170" y="0"/>
                    <a:pt x="0" y="26912"/>
                    <a:pt x="0" y="59955"/>
                  </a:cubicBezTo>
                  <a:cubicBezTo>
                    <a:pt x="0" y="92999"/>
                    <a:pt x="18170" y="119911"/>
                    <a:pt x="40482" y="119911"/>
                  </a:cubicBezTo>
                  <a:cubicBezTo>
                    <a:pt x="62826" y="119911"/>
                    <a:pt x="80963" y="92999"/>
                    <a:pt x="80963" y="59955"/>
                  </a:cubicBezTo>
                  <a:cubicBezTo>
                    <a:pt x="80963" y="26912"/>
                    <a:pt x="62826" y="33"/>
                    <a:pt x="40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3352387" y="985100"/>
              <a:ext cx="822025" cy="2996975"/>
            </a:xfrm>
            <a:custGeom>
              <a:avLst/>
              <a:gdLst/>
              <a:ahLst/>
              <a:cxnLst/>
              <a:rect l="l" t="t" r="r" b="b"/>
              <a:pathLst>
                <a:path w="32881" h="119879" extrusionOk="0">
                  <a:moveTo>
                    <a:pt x="16441" y="2447"/>
                  </a:moveTo>
                  <a:cubicBezTo>
                    <a:pt x="19800" y="2447"/>
                    <a:pt x="23389" y="8515"/>
                    <a:pt x="26031" y="18725"/>
                  </a:cubicBezTo>
                  <a:cubicBezTo>
                    <a:pt x="28869" y="29717"/>
                    <a:pt x="30434" y="44331"/>
                    <a:pt x="30434" y="59923"/>
                  </a:cubicBezTo>
                  <a:cubicBezTo>
                    <a:pt x="30434" y="75516"/>
                    <a:pt x="28869" y="90129"/>
                    <a:pt x="26031" y="101122"/>
                  </a:cubicBezTo>
                  <a:cubicBezTo>
                    <a:pt x="23389" y="111332"/>
                    <a:pt x="19800" y="117432"/>
                    <a:pt x="16441" y="117432"/>
                  </a:cubicBezTo>
                  <a:cubicBezTo>
                    <a:pt x="13081" y="117432"/>
                    <a:pt x="9525" y="111332"/>
                    <a:pt x="6850" y="101122"/>
                  </a:cubicBezTo>
                  <a:cubicBezTo>
                    <a:pt x="4012" y="90129"/>
                    <a:pt x="2447" y="75516"/>
                    <a:pt x="2447" y="59923"/>
                  </a:cubicBezTo>
                  <a:cubicBezTo>
                    <a:pt x="2447" y="44331"/>
                    <a:pt x="4012" y="29717"/>
                    <a:pt x="6850" y="18725"/>
                  </a:cubicBezTo>
                  <a:cubicBezTo>
                    <a:pt x="9525" y="8515"/>
                    <a:pt x="13081" y="2447"/>
                    <a:pt x="16441" y="2447"/>
                  </a:cubicBezTo>
                  <a:close/>
                  <a:moveTo>
                    <a:pt x="16441" y="1"/>
                  </a:moveTo>
                  <a:cubicBezTo>
                    <a:pt x="10439" y="1"/>
                    <a:pt x="6655" y="9819"/>
                    <a:pt x="4502" y="18105"/>
                  </a:cubicBezTo>
                  <a:cubicBezTo>
                    <a:pt x="1599" y="29293"/>
                    <a:pt x="0" y="44135"/>
                    <a:pt x="0" y="59923"/>
                  </a:cubicBezTo>
                  <a:cubicBezTo>
                    <a:pt x="0" y="75712"/>
                    <a:pt x="1599" y="90554"/>
                    <a:pt x="4502" y="101742"/>
                  </a:cubicBezTo>
                  <a:cubicBezTo>
                    <a:pt x="6655" y="110028"/>
                    <a:pt x="10439" y="119879"/>
                    <a:pt x="16441" y="119879"/>
                  </a:cubicBezTo>
                  <a:cubicBezTo>
                    <a:pt x="22443" y="119879"/>
                    <a:pt x="26259" y="110028"/>
                    <a:pt x="28412" y="101742"/>
                  </a:cubicBezTo>
                  <a:cubicBezTo>
                    <a:pt x="31283" y="90554"/>
                    <a:pt x="32881" y="75712"/>
                    <a:pt x="32881" y="59923"/>
                  </a:cubicBezTo>
                  <a:cubicBezTo>
                    <a:pt x="32881" y="44135"/>
                    <a:pt x="31283" y="29293"/>
                    <a:pt x="28412" y="18105"/>
                  </a:cubicBezTo>
                  <a:cubicBezTo>
                    <a:pt x="26259" y="9819"/>
                    <a:pt x="22443" y="1"/>
                    <a:pt x="16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2265312" y="1471150"/>
              <a:ext cx="2996975" cy="2024075"/>
            </a:xfrm>
            <a:custGeom>
              <a:avLst/>
              <a:gdLst/>
              <a:ahLst/>
              <a:cxnLst/>
              <a:rect l="l" t="t" r="r" b="b"/>
              <a:pathLst>
                <a:path w="119879" h="80963" extrusionOk="0">
                  <a:moveTo>
                    <a:pt x="59924" y="2447"/>
                  </a:moveTo>
                  <a:cubicBezTo>
                    <a:pt x="91630" y="2447"/>
                    <a:pt x="117432" y="19507"/>
                    <a:pt x="117432" y="40481"/>
                  </a:cubicBezTo>
                  <a:cubicBezTo>
                    <a:pt x="117432" y="61456"/>
                    <a:pt x="91630" y="78516"/>
                    <a:pt x="59924" y="78516"/>
                  </a:cubicBezTo>
                  <a:cubicBezTo>
                    <a:pt x="28217" y="78516"/>
                    <a:pt x="2447" y="61456"/>
                    <a:pt x="2447" y="40481"/>
                  </a:cubicBezTo>
                  <a:cubicBezTo>
                    <a:pt x="2447" y="19507"/>
                    <a:pt x="28217" y="2447"/>
                    <a:pt x="59924" y="2447"/>
                  </a:cubicBezTo>
                  <a:close/>
                  <a:moveTo>
                    <a:pt x="59924" y="0"/>
                  </a:moveTo>
                  <a:cubicBezTo>
                    <a:pt x="26880" y="0"/>
                    <a:pt x="1" y="18170"/>
                    <a:pt x="1" y="40481"/>
                  </a:cubicBezTo>
                  <a:cubicBezTo>
                    <a:pt x="1" y="62793"/>
                    <a:pt x="26880" y="80963"/>
                    <a:pt x="59924" y="80963"/>
                  </a:cubicBezTo>
                  <a:cubicBezTo>
                    <a:pt x="92967" y="80963"/>
                    <a:pt x="119879" y="62793"/>
                    <a:pt x="119879" y="40481"/>
                  </a:cubicBezTo>
                  <a:cubicBezTo>
                    <a:pt x="119879" y="18170"/>
                    <a:pt x="92967"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2302125" y="2072175"/>
              <a:ext cx="2996975" cy="822025"/>
            </a:xfrm>
            <a:custGeom>
              <a:avLst/>
              <a:gdLst/>
              <a:ahLst/>
              <a:cxnLst/>
              <a:rect l="l" t="t" r="r" b="b"/>
              <a:pathLst>
                <a:path w="119879" h="32881" extrusionOk="0">
                  <a:moveTo>
                    <a:pt x="59924" y="2447"/>
                  </a:moveTo>
                  <a:cubicBezTo>
                    <a:pt x="75516" y="2447"/>
                    <a:pt x="90162" y="4012"/>
                    <a:pt x="101155" y="6850"/>
                  </a:cubicBezTo>
                  <a:cubicBezTo>
                    <a:pt x="111332" y="9492"/>
                    <a:pt x="117432" y="13081"/>
                    <a:pt x="117432" y="16440"/>
                  </a:cubicBezTo>
                  <a:cubicBezTo>
                    <a:pt x="117432" y="19800"/>
                    <a:pt x="111332" y="23389"/>
                    <a:pt x="101155" y="26031"/>
                  </a:cubicBezTo>
                  <a:cubicBezTo>
                    <a:pt x="90162" y="28869"/>
                    <a:pt x="75516" y="30434"/>
                    <a:pt x="59924" y="30434"/>
                  </a:cubicBezTo>
                  <a:cubicBezTo>
                    <a:pt x="44364" y="30434"/>
                    <a:pt x="29718" y="28869"/>
                    <a:pt x="18725" y="26031"/>
                  </a:cubicBezTo>
                  <a:cubicBezTo>
                    <a:pt x="8515" y="23389"/>
                    <a:pt x="2447" y="19800"/>
                    <a:pt x="2447" y="16440"/>
                  </a:cubicBezTo>
                  <a:cubicBezTo>
                    <a:pt x="2447" y="13081"/>
                    <a:pt x="8515" y="9492"/>
                    <a:pt x="18725" y="6850"/>
                  </a:cubicBezTo>
                  <a:cubicBezTo>
                    <a:pt x="29718" y="4012"/>
                    <a:pt x="44364" y="2447"/>
                    <a:pt x="59924" y="2447"/>
                  </a:cubicBezTo>
                  <a:close/>
                  <a:moveTo>
                    <a:pt x="59924" y="0"/>
                  </a:moveTo>
                  <a:cubicBezTo>
                    <a:pt x="44136" y="0"/>
                    <a:pt x="29294" y="1598"/>
                    <a:pt x="18105" y="4502"/>
                  </a:cubicBezTo>
                  <a:cubicBezTo>
                    <a:pt x="9852" y="6622"/>
                    <a:pt x="1" y="10438"/>
                    <a:pt x="1" y="16440"/>
                  </a:cubicBezTo>
                  <a:cubicBezTo>
                    <a:pt x="1" y="22443"/>
                    <a:pt x="9852" y="26259"/>
                    <a:pt x="18105" y="28379"/>
                  </a:cubicBezTo>
                  <a:cubicBezTo>
                    <a:pt x="29294" y="31283"/>
                    <a:pt x="44136" y="32881"/>
                    <a:pt x="59924" y="32881"/>
                  </a:cubicBezTo>
                  <a:cubicBezTo>
                    <a:pt x="75712" y="32881"/>
                    <a:pt x="90554" y="31283"/>
                    <a:pt x="101742" y="28379"/>
                  </a:cubicBezTo>
                  <a:cubicBezTo>
                    <a:pt x="110028" y="26259"/>
                    <a:pt x="119879" y="22443"/>
                    <a:pt x="119879" y="16440"/>
                  </a:cubicBezTo>
                  <a:cubicBezTo>
                    <a:pt x="119879" y="10438"/>
                    <a:pt x="110028" y="6622"/>
                    <a:pt x="101742" y="4502"/>
                  </a:cubicBezTo>
                  <a:cubicBezTo>
                    <a:pt x="90554" y="1598"/>
                    <a:pt x="75712" y="0"/>
                    <a:pt x="59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1" name="Google Shape;3381;p71"/>
          <p:cNvSpPr txBox="1"/>
          <p:nvPr/>
        </p:nvSpPr>
        <p:spPr>
          <a:xfrm>
            <a:off x="871925" y="3657125"/>
            <a:ext cx="3770100" cy="699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lt2"/>
                </a:solidFill>
                <a:latin typeface="Poppins"/>
                <a:ea typeface="Poppins"/>
                <a:cs typeface="Poppins"/>
                <a:sym typeface="Poppins"/>
              </a:rPr>
              <a:t>Follow the link in the graph to modify its data and then paste the new one here. </a:t>
            </a:r>
            <a:r>
              <a:rPr lang="en" sz="1200">
                <a:solidFill>
                  <a:schemeClr val="lt2"/>
                </a:solidFill>
                <a:uFill>
                  <a:noFill/>
                </a:uFill>
                <a:latin typeface="Poppins"/>
                <a:ea typeface="Poppins"/>
                <a:cs typeface="Poppins"/>
                <a:sym typeface="Poppins"/>
                <a:hlinkClick r:id="rId3">
                  <a:extLst>
                    <a:ext uri="{A12FA001-AC4F-418D-AE19-62706E023703}">
                      <ahyp:hlinkClr xmlns:ahyp="http://schemas.microsoft.com/office/drawing/2018/hyperlinkcolor" val="tx"/>
                    </a:ext>
                  </a:extLst>
                </a:hlinkClick>
              </a:rPr>
              <a:t>For more info, click </a:t>
            </a:r>
            <a:r>
              <a:rPr lang="en" sz="1200" b="1">
                <a:solidFill>
                  <a:schemeClr val="lt2"/>
                </a:solidFill>
                <a:uFill>
                  <a:noFill/>
                </a:uFill>
                <a:latin typeface="Poppins"/>
                <a:ea typeface="Poppins"/>
                <a:cs typeface="Poppins"/>
                <a:sym typeface="Poppins"/>
                <a:hlinkClick r:id="rId3">
                  <a:extLst>
                    <a:ext uri="{A12FA001-AC4F-418D-AE19-62706E023703}">
                      <ahyp:hlinkClr xmlns:ahyp="http://schemas.microsoft.com/office/drawing/2018/hyperlinkcolor" val="tx"/>
                    </a:ext>
                  </a:extLst>
                </a:hlinkClick>
              </a:rPr>
              <a:t>here</a:t>
            </a:r>
            <a:endParaRPr b="1">
              <a:solidFill>
                <a:schemeClr val="lt2"/>
              </a:solidFill>
              <a:latin typeface="Poppins"/>
              <a:ea typeface="Poppins"/>
              <a:cs typeface="Poppins"/>
              <a:sym typeface="Poppins"/>
            </a:endParaRPr>
          </a:p>
        </p:txBody>
      </p:sp>
      <p:pic>
        <p:nvPicPr>
          <p:cNvPr id="3382" name="Google Shape;3382;p71" title="Chart">
            <a:hlinkClick r:id="rId4"/>
          </p:cNvPr>
          <p:cNvPicPr preferRelativeResize="0"/>
          <p:nvPr/>
        </p:nvPicPr>
        <p:blipFill>
          <a:blip r:embed="rId5">
            <a:alphaModFix/>
          </a:blip>
          <a:stretch>
            <a:fillRect/>
          </a:stretch>
        </p:blipFill>
        <p:spPr>
          <a:xfrm>
            <a:off x="977825" y="1372075"/>
            <a:ext cx="3345900" cy="2068874"/>
          </a:xfrm>
          <a:prstGeom prst="rect">
            <a:avLst/>
          </a:prstGeom>
          <a:noFill/>
          <a:ln>
            <a:noFill/>
          </a:ln>
        </p:spPr>
      </p:pic>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3386"/>
        <p:cNvGrpSpPr/>
        <p:nvPr/>
      </p:nvGrpSpPr>
      <p:grpSpPr>
        <a:xfrm>
          <a:off x="0" y="0"/>
          <a:ext cx="0" cy="0"/>
          <a:chOff x="0" y="0"/>
          <a:chExt cx="0" cy="0"/>
        </a:xfrm>
      </p:grpSpPr>
      <p:sp>
        <p:nvSpPr>
          <p:cNvPr id="3387" name="Google Shape;3387;p72"/>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75</a:t>
            </a:fld>
            <a:endParaRPr/>
          </a:p>
        </p:txBody>
      </p:sp>
      <p:sp>
        <p:nvSpPr>
          <p:cNvPr id="3388" name="Google Shape;3388;p72"/>
          <p:cNvSpPr txBox="1">
            <a:spLocks noGrp="1"/>
          </p:cNvSpPr>
          <p:nvPr>
            <p:ph type="title"/>
          </p:nvPr>
        </p:nvSpPr>
        <p:spPr>
          <a:xfrm>
            <a:off x="720000" y="443834"/>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Exercise 3. Events in probability</a:t>
            </a:r>
            <a:endParaRPr/>
          </a:p>
        </p:txBody>
      </p:sp>
      <p:graphicFrame>
        <p:nvGraphicFramePr>
          <p:cNvPr id="3389" name="Google Shape;3389;p72"/>
          <p:cNvGraphicFramePr/>
          <p:nvPr/>
        </p:nvGraphicFramePr>
        <p:xfrm>
          <a:off x="6022538" y="1582534"/>
          <a:ext cx="1932800" cy="1642050"/>
        </p:xfrm>
        <a:graphic>
          <a:graphicData uri="http://schemas.openxmlformats.org/drawingml/2006/table">
            <a:tbl>
              <a:tblPr>
                <a:noFill/>
                <a:tableStyleId>{A4384012-A2AF-4531-A5CA-00EEC183B7BB}</a:tableStyleId>
              </a:tblPr>
              <a:tblGrid>
                <a:gridCol w="483200">
                  <a:extLst>
                    <a:ext uri="{9D8B030D-6E8A-4147-A177-3AD203B41FA5}">
                      <a16:colId xmlns:a16="http://schemas.microsoft.com/office/drawing/2014/main" val="20000"/>
                    </a:ext>
                  </a:extLst>
                </a:gridCol>
                <a:gridCol w="483200">
                  <a:extLst>
                    <a:ext uri="{9D8B030D-6E8A-4147-A177-3AD203B41FA5}">
                      <a16:colId xmlns:a16="http://schemas.microsoft.com/office/drawing/2014/main" val="20001"/>
                    </a:ext>
                  </a:extLst>
                </a:gridCol>
                <a:gridCol w="483200">
                  <a:extLst>
                    <a:ext uri="{9D8B030D-6E8A-4147-A177-3AD203B41FA5}">
                      <a16:colId xmlns:a16="http://schemas.microsoft.com/office/drawing/2014/main" val="20002"/>
                    </a:ext>
                  </a:extLst>
                </a:gridCol>
                <a:gridCol w="483200">
                  <a:extLst>
                    <a:ext uri="{9D8B030D-6E8A-4147-A177-3AD203B41FA5}">
                      <a16:colId xmlns:a16="http://schemas.microsoft.com/office/drawing/2014/main" val="20003"/>
                    </a:ext>
                  </a:extLst>
                </a:gridCol>
              </a:tblGrid>
              <a:tr h="552850">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3</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4</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5</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6</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536225">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7</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5</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8</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9</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552975">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2</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4</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2</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lt2"/>
                          </a:solidFill>
                          <a:latin typeface="Poppins"/>
                          <a:ea typeface="Poppins"/>
                          <a:cs typeface="Poppins"/>
                          <a:sym typeface="Poppins"/>
                        </a:rPr>
                        <a:t>1</a:t>
                      </a:r>
                      <a:endParaRPr>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graphicFrame>
        <p:nvGraphicFramePr>
          <p:cNvPr id="3390" name="Google Shape;3390;p72"/>
          <p:cNvGraphicFramePr/>
          <p:nvPr/>
        </p:nvGraphicFramePr>
        <p:xfrm>
          <a:off x="980525" y="1582513"/>
          <a:ext cx="4555225" cy="1642050"/>
        </p:xfrm>
        <a:graphic>
          <a:graphicData uri="http://schemas.openxmlformats.org/drawingml/2006/table">
            <a:tbl>
              <a:tblPr>
                <a:noFill/>
                <a:tableStyleId>{A4384012-A2AF-4531-A5CA-00EEC183B7BB}</a:tableStyleId>
              </a:tblPr>
              <a:tblGrid>
                <a:gridCol w="2128175">
                  <a:extLst>
                    <a:ext uri="{9D8B030D-6E8A-4147-A177-3AD203B41FA5}">
                      <a16:colId xmlns:a16="http://schemas.microsoft.com/office/drawing/2014/main" val="20000"/>
                    </a:ext>
                  </a:extLst>
                </a:gridCol>
                <a:gridCol w="2427050">
                  <a:extLst>
                    <a:ext uri="{9D8B030D-6E8A-4147-A177-3AD203B41FA5}">
                      <a16:colId xmlns:a16="http://schemas.microsoft.com/office/drawing/2014/main" val="20001"/>
                    </a:ext>
                  </a:extLst>
                </a:gridCol>
              </a:tblGrid>
              <a:tr h="538075">
                <a:tc>
                  <a:txBody>
                    <a:bodyPr/>
                    <a:lstStyle/>
                    <a:p>
                      <a:pPr marL="0" lvl="0" indent="0" algn="l" rtl="0">
                        <a:spcBef>
                          <a:spcPts val="0"/>
                        </a:spcBef>
                        <a:spcAft>
                          <a:spcPts val="0"/>
                        </a:spcAft>
                        <a:buNone/>
                      </a:pPr>
                      <a:r>
                        <a:rPr lang="en" b="1">
                          <a:solidFill>
                            <a:schemeClr val="lt2"/>
                          </a:solidFill>
                          <a:latin typeface="Poppins"/>
                          <a:ea typeface="Poppins"/>
                          <a:cs typeface="Poppins"/>
                          <a:sym typeface="Poppins"/>
                        </a:rPr>
                        <a:t>Sure event</a:t>
                      </a:r>
                      <a:endParaRPr b="1">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lt2"/>
                          </a:solidFill>
                        </a:rPr>
                        <a:t>Get a number less than 10</a:t>
                      </a:r>
                      <a:endParaRPr>
                        <a:solidFill>
                          <a:schemeClr val="lt2"/>
                        </a:solidFill>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538075">
                <a:tc>
                  <a:txBody>
                    <a:bodyPr/>
                    <a:lstStyle/>
                    <a:p>
                      <a:pPr marL="0" lvl="0" indent="0" algn="l" rtl="0">
                        <a:spcBef>
                          <a:spcPts val="0"/>
                        </a:spcBef>
                        <a:spcAft>
                          <a:spcPts val="0"/>
                        </a:spcAft>
                        <a:buNone/>
                      </a:pPr>
                      <a:r>
                        <a:rPr lang="en" b="1">
                          <a:solidFill>
                            <a:schemeClr val="lt2"/>
                          </a:solidFill>
                          <a:latin typeface="Poppins"/>
                          <a:ea typeface="Poppins"/>
                          <a:cs typeface="Poppins"/>
                          <a:sym typeface="Poppins"/>
                        </a:rPr>
                        <a:t>Impossible event</a:t>
                      </a:r>
                      <a:endParaRPr b="1">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a:solidFill>
                          <a:schemeClr val="lt2"/>
                        </a:solidFill>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565900">
                <a:tc>
                  <a:txBody>
                    <a:bodyPr/>
                    <a:lstStyle/>
                    <a:p>
                      <a:pPr marL="0" lvl="0" indent="0" algn="l" rtl="0">
                        <a:spcBef>
                          <a:spcPts val="0"/>
                        </a:spcBef>
                        <a:spcAft>
                          <a:spcPts val="0"/>
                        </a:spcAft>
                        <a:buNone/>
                      </a:pPr>
                      <a:r>
                        <a:rPr lang="en" b="1">
                          <a:solidFill>
                            <a:schemeClr val="lt2"/>
                          </a:solidFill>
                          <a:latin typeface="Poppins"/>
                          <a:ea typeface="Poppins"/>
                          <a:cs typeface="Poppins"/>
                          <a:sym typeface="Poppins"/>
                        </a:rPr>
                        <a:t>Possible event</a:t>
                      </a:r>
                      <a:endParaRPr b="1">
                        <a:solidFill>
                          <a:schemeClr val="lt2"/>
                        </a:solidFill>
                        <a:latin typeface="Poppins"/>
                        <a:ea typeface="Poppins"/>
                        <a:cs typeface="Poppins"/>
                        <a:sym typeface="Poppins"/>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a:solidFill>
                          <a:schemeClr val="lt2"/>
                        </a:solidFill>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sp>
        <p:nvSpPr>
          <p:cNvPr id="3391" name="Google Shape;3391;p72"/>
          <p:cNvSpPr txBox="1">
            <a:spLocks noGrp="1"/>
          </p:cNvSpPr>
          <p:nvPr>
            <p:ph type="subTitle" idx="4294967295"/>
          </p:nvPr>
        </p:nvSpPr>
        <p:spPr>
          <a:xfrm>
            <a:off x="980525" y="3416400"/>
            <a:ext cx="3700200" cy="1116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a:t>Pay attention at the numbers and times they appear</a:t>
            </a:r>
            <a:r>
              <a:rPr lang="en"/>
              <a:t>. Then, complete the table with 3 possible and impossible events for each gap.</a:t>
            </a:r>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3395"/>
        <p:cNvGrpSpPr/>
        <p:nvPr/>
      </p:nvGrpSpPr>
      <p:grpSpPr>
        <a:xfrm>
          <a:off x="0" y="0"/>
          <a:ext cx="0" cy="0"/>
          <a:chOff x="0" y="0"/>
          <a:chExt cx="0" cy="0"/>
        </a:xfrm>
      </p:grpSpPr>
      <p:sp>
        <p:nvSpPr>
          <p:cNvPr id="3396" name="Google Shape;3396;p73"/>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76</a:t>
            </a:fld>
            <a:endParaRPr/>
          </a:p>
        </p:txBody>
      </p:sp>
      <p:sp>
        <p:nvSpPr>
          <p:cNvPr id="3397" name="Google Shape;3397;p73"/>
          <p:cNvSpPr txBox="1">
            <a:spLocks noGrp="1"/>
          </p:cNvSpPr>
          <p:nvPr>
            <p:ph type="ctrTitle"/>
          </p:nvPr>
        </p:nvSpPr>
        <p:spPr>
          <a:xfrm>
            <a:off x="3062950" y="903950"/>
            <a:ext cx="4284000" cy="88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3398" name="Google Shape;3398;p73"/>
          <p:cNvSpPr txBox="1">
            <a:spLocks noGrp="1"/>
          </p:cNvSpPr>
          <p:nvPr>
            <p:ph type="subTitle" idx="1"/>
          </p:nvPr>
        </p:nvSpPr>
        <p:spPr>
          <a:xfrm>
            <a:off x="3058000" y="1792225"/>
            <a:ext cx="4293900" cy="943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b="1"/>
              <a:t>Do you have any questions?</a:t>
            </a:r>
            <a:endParaRPr sz="2000" b="1"/>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+34 654 321 432</a:t>
            </a:r>
            <a:endParaRPr/>
          </a:p>
          <a:p>
            <a:pPr marL="0" lvl="0" indent="0" algn="ctr" rtl="0">
              <a:spcBef>
                <a:spcPts val="0"/>
              </a:spcBef>
              <a:spcAft>
                <a:spcPts val="0"/>
              </a:spcAft>
              <a:buNone/>
            </a:pPr>
            <a:r>
              <a:rPr lang="en"/>
              <a:t>yourwebsite.com</a:t>
            </a:r>
            <a:endParaRPr/>
          </a:p>
        </p:txBody>
      </p:sp>
      <p:grpSp>
        <p:nvGrpSpPr>
          <p:cNvPr id="3399" name="Google Shape;3399;p73"/>
          <p:cNvGrpSpPr/>
          <p:nvPr/>
        </p:nvGrpSpPr>
        <p:grpSpPr>
          <a:xfrm flipH="1">
            <a:off x="893852" y="4313769"/>
            <a:ext cx="1566619" cy="589457"/>
            <a:chOff x="2854615" y="4303294"/>
            <a:chExt cx="1566619" cy="589457"/>
          </a:xfrm>
        </p:grpSpPr>
        <p:grpSp>
          <p:nvGrpSpPr>
            <p:cNvPr id="3400" name="Google Shape;3400;p73"/>
            <p:cNvGrpSpPr/>
            <p:nvPr/>
          </p:nvGrpSpPr>
          <p:grpSpPr>
            <a:xfrm>
              <a:off x="4066850" y="4303294"/>
              <a:ext cx="354384" cy="339161"/>
              <a:chOff x="1190625" y="346475"/>
              <a:chExt cx="5219200" cy="5002375"/>
            </a:xfrm>
          </p:grpSpPr>
          <p:sp>
            <p:nvSpPr>
              <p:cNvPr id="3401" name="Google Shape;3401;p73"/>
              <p:cNvSpPr/>
              <p:nvPr/>
            </p:nvSpPr>
            <p:spPr>
              <a:xfrm>
                <a:off x="1190625" y="1760650"/>
                <a:ext cx="5219200" cy="3588200"/>
              </a:xfrm>
              <a:custGeom>
                <a:avLst/>
                <a:gdLst/>
                <a:ahLst/>
                <a:cxnLst/>
                <a:rect l="l" t="t" r="r" b="b"/>
                <a:pathLst>
                  <a:path w="208768" h="143528" extrusionOk="0">
                    <a:moveTo>
                      <a:pt x="150475" y="0"/>
                    </a:moveTo>
                    <a:cubicBezTo>
                      <a:pt x="144734" y="0"/>
                      <a:pt x="140037" y="4665"/>
                      <a:pt x="140037" y="10439"/>
                    </a:cubicBezTo>
                    <a:lnTo>
                      <a:pt x="140037" y="115670"/>
                    </a:lnTo>
                    <a:lnTo>
                      <a:pt x="126989" y="115670"/>
                    </a:lnTo>
                    <a:lnTo>
                      <a:pt x="126989" y="36535"/>
                    </a:lnTo>
                    <a:cubicBezTo>
                      <a:pt x="126989" y="30761"/>
                      <a:pt x="122324" y="26096"/>
                      <a:pt x="116551" y="26096"/>
                    </a:cubicBezTo>
                    <a:lnTo>
                      <a:pt x="92216" y="26096"/>
                    </a:lnTo>
                    <a:cubicBezTo>
                      <a:pt x="86443" y="26096"/>
                      <a:pt x="81778" y="30761"/>
                      <a:pt x="81778" y="36535"/>
                    </a:cubicBezTo>
                    <a:lnTo>
                      <a:pt x="81778" y="101905"/>
                    </a:lnTo>
                    <a:cubicBezTo>
                      <a:pt x="81778" y="103829"/>
                      <a:pt x="83311" y="105395"/>
                      <a:pt x="85236" y="105395"/>
                    </a:cubicBezTo>
                    <a:cubicBezTo>
                      <a:pt x="87160" y="105395"/>
                      <a:pt x="88726" y="103829"/>
                      <a:pt x="88726" y="101905"/>
                    </a:cubicBezTo>
                    <a:lnTo>
                      <a:pt x="88726" y="36535"/>
                    </a:lnTo>
                    <a:cubicBezTo>
                      <a:pt x="88726" y="34610"/>
                      <a:pt x="90292" y="33044"/>
                      <a:pt x="92216" y="33044"/>
                    </a:cubicBezTo>
                    <a:lnTo>
                      <a:pt x="116551" y="33044"/>
                    </a:lnTo>
                    <a:cubicBezTo>
                      <a:pt x="118475" y="33044"/>
                      <a:pt x="120041" y="34610"/>
                      <a:pt x="120041" y="36535"/>
                    </a:cubicBezTo>
                    <a:lnTo>
                      <a:pt x="120041" y="115670"/>
                    </a:lnTo>
                    <a:lnTo>
                      <a:pt x="68730" y="115670"/>
                    </a:lnTo>
                    <a:lnTo>
                      <a:pt x="68730" y="62630"/>
                    </a:lnTo>
                    <a:cubicBezTo>
                      <a:pt x="68730" y="56857"/>
                      <a:pt x="64033" y="52192"/>
                      <a:pt x="58292" y="52192"/>
                    </a:cubicBezTo>
                    <a:lnTo>
                      <a:pt x="33925" y="52192"/>
                    </a:lnTo>
                    <a:cubicBezTo>
                      <a:pt x="28184" y="52192"/>
                      <a:pt x="23486" y="56857"/>
                      <a:pt x="23486" y="62630"/>
                    </a:cubicBezTo>
                    <a:lnTo>
                      <a:pt x="23486" y="103601"/>
                    </a:lnTo>
                    <a:cubicBezTo>
                      <a:pt x="23486" y="105526"/>
                      <a:pt x="25052" y="107059"/>
                      <a:pt x="26977" y="107059"/>
                    </a:cubicBezTo>
                    <a:cubicBezTo>
                      <a:pt x="28901" y="107059"/>
                      <a:pt x="30434" y="105526"/>
                      <a:pt x="30434" y="103601"/>
                    </a:cubicBezTo>
                    <a:lnTo>
                      <a:pt x="30434" y="62630"/>
                    </a:lnTo>
                    <a:cubicBezTo>
                      <a:pt x="30434" y="60706"/>
                      <a:pt x="32000" y="59140"/>
                      <a:pt x="33925" y="59140"/>
                    </a:cubicBezTo>
                    <a:lnTo>
                      <a:pt x="58292" y="59140"/>
                    </a:lnTo>
                    <a:cubicBezTo>
                      <a:pt x="60184" y="59140"/>
                      <a:pt x="61749" y="60706"/>
                      <a:pt x="61749" y="62630"/>
                    </a:cubicBezTo>
                    <a:lnTo>
                      <a:pt x="61749" y="119161"/>
                    </a:lnTo>
                    <a:cubicBezTo>
                      <a:pt x="61749" y="121085"/>
                      <a:pt x="63315" y="122651"/>
                      <a:pt x="65240" y="122651"/>
                    </a:cubicBezTo>
                    <a:lnTo>
                      <a:pt x="198329" y="122651"/>
                    </a:lnTo>
                    <a:cubicBezTo>
                      <a:pt x="200253" y="122651"/>
                      <a:pt x="201819" y="124217"/>
                      <a:pt x="201819" y="126109"/>
                    </a:cubicBezTo>
                    <a:lnTo>
                      <a:pt x="201819" y="133089"/>
                    </a:lnTo>
                    <a:cubicBezTo>
                      <a:pt x="201819" y="135014"/>
                      <a:pt x="200253" y="136547"/>
                      <a:pt x="198329" y="136547"/>
                    </a:cubicBezTo>
                    <a:lnTo>
                      <a:pt x="10438" y="136547"/>
                    </a:lnTo>
                    <a:cubicBezTo>
                      <a:pt x="8514" y="136547"/>
                      <a:pt x="6948" y="135014"/>
                      <a:pt x="6948" y="133089"/>
                    </a:cubicBezTo>
                    <a:lnTo>
                      <a:pt x="6948" y="126109"/>
                    </a:lnTo>
                    <a:cubicBezTo>
                      <a:pt x="6948" y="124217"/>
                      <a:pt x="8514" y="122651"/>
                      <a:pt x="10438" y="122651"/>
                    </a:cubicBezTo>
                    <a:lnTo>
                      <a:pt x="46092" y="122651"/>
                    </a:lnTo>
                    <a:cubicBezTo>
                      <a:pt x="48016" y="122651"/>
                      <a:pt x="49582" y="121085"/>
                      <a:pt x="49582" y="119161"/>
                    </a:cubicBezTo>
                    <a:cubicBezTo>
                      <a:pt x="49582" y="117236"/>
                      <a:pt x="48016" y="115670"/>
                      <a:pt x="46092" y="115670"/>
                    </a:cubicBezTo>
                    <a:lnTo>
                      <a:pt x="10438" y="115670"/>
                    </a:lnTo>
                    <a:cubicBezTo>
                      <a:pt x="4697" y="115670"/>
                      <a:pt x="0" y="120368"/>
                      <a:pt x="0" y="126109"/>
                    </a:cubicBezTo>
                    <a:lnTo>
                      <a:pt x="0" y="133089"/>
                    </a:lnTo>
                    <a:cubicBezTo>
                      <a:pt x="0" y="138830"/>
                      <a:pt x="4697" y="143528"/>
                      <a:pt x="10438" y="143528"/>
                    </a:cubicBezTo>
                    <a:lnTo>
                      <a:pt x="198329" y="143528"/>
                    </a:lnTo>
                    <a:cubicBezTo>
                      <a:pt x="204070" y="143528"/>
                      <a:pt x="208767" y="138830"/>
                      <a:pt x="208767" y="133089"/>
                    </a:cubicBezTo>
                    <a:lnTo>
                      <a:pt x="208767" y="126109"/>
                    </a:lnTo>
                    <a:cubicBezTo>
                      <a:pt x="208767" y="120368"/>
                      <a:pt x="204070" y="115670"/>
                      <a:pt x="198329" y="115670"/>
                    </a:cubicBezTo>
                    <a:lnTo>
                      <a:pt x="147018" y="115670"/>
                    </a:lnTo>
                    <a:lnTo>
                      <a:pt x="147018" y="10439"/>
                    </a:lnTo>
                    <a:cubicBezTo>
                      <a:pt x="147018" y="8514"/>
                      <a:pt x="148583" y="6948"/>
                      <a:pt x="150475" y="6948"/>
                    </a:cubicBezTo>
                    <a:lnTo>
                      <a:pt x="174842" y="6948"/>
                    </a:lnTo>
                    <a:cubicBezTo>
                      <a:pt x="176767" y="6948"/>
                      <a:pt x="178333" y="8514"/>
                      <a:pt x="178333" y="10439"/>
                    </a:cubicBezTo>
                    <a:lnTo>
                      <a:pt x="178333" y="99687"/>
                    </a:lnTo>
                    <a:cubicBezTo>
                      <a:pt x="178333" y="101611"/>
                      <a:pt x="179866" y="103144"/>
                      <a:pt x="181791" y="103144"/>
                    </a:cubicBezTo>
                    <a:cubicBezTo>
                      <a:pt x="183715" y="103144"/>
                      <a:pt x="185281" y="101611"/>
                      <a:pt x="185281" y="99687"/>
                    </a:cubicBezTo>
                    <a:lnTo>
                      <a:pt x="185281" y="10439"/>
                    </a:lnTo>
                    <a:cubicBezTo>
                      <a:pt x="185281" y="4665"/>
                      <a:pt x="180584" y="0"/>
                      <a:pt x="174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3"/>
              <p:cNvSpPr/>
              <p:nvPr/>
            </p:nvSpPr>
            <p:spPr>
              <a:xfrm>
                <a:off x="1857700" y="346475"/>
                <a:ext cx="3945375" cy="2186125"/>
              </a:xfrm>
              <a:custGeom>
                <a:avLst/>
                <a:gdLst/>
                <a:ahLst/>
                <a:cxnLst/>
                <a:rect l="l" t="t" r="r" b="b"/>
                <a:pathLst>
                  <a:path w="157815" h="87445" extrusionOk="0">
                    <a:moveTo>
                      <a:pt x="150136" y="1"/>
                    </a:moveTo>
                    <a:cubicBezTo>
                      <a:pt x="147699" y="1"/>
                      <a:pt x="143952" y="4"/>
                      <a:pt x="138145" y="4"/>
                    </a:cubicBezTo>
                    <a:cubicBezTo>
                      <a:pt x="136221" y="4"/>
                      <a:pt x="134687" y="1570"/>
                      <a:pt x="134687" y="3495"/>
                    </a:cubicBezTo>
                    <a:cubicBezTo>
                      <a:pt x="134687" y="5419"/>
                      <a:pt x="136221" y="6985"/>
                      <a:pt x="138145" y="6985"/>
                    </a:cubicBezTo>
                    <a:lnTo>
                      <a:pt x="146268" y="6985"/>
                    </a:lnTo>
                    <a:cubicBezTo>
                      <a:pt x="109538" y="45248"/>
                      <a:pt x="60249" y="70594"/>
                      <a:pt x="3164" y="80543"/>
                    </a:cubicBezTo>
                    <a:cubicBezTo>
                      <a:pt x="1272" y="80869"/>
                      <a:pt x="0" y="82663"/>
                      <a:pt x="326" y="84555"/>
                    </a:cubicBezTo>
                    <a:cubicBezTo>
                      <a:pt x="618" y="86248"/>
                      <a:pt x="2085" y="87444"/>
                      <a:pt x="3768" y="87444"/>
                    </a:cubicBezTo>
                    <a:cubicBezTo>
                      <a:pt x="3967" y="87444"/>
                      <a:pt x="4168" y="87427"/>
                      <a:pt x="4371" y="87393"/>
                    </a:cubicBezTo>
                    <a:cubicBezTo>
                      <a:pt x="60184" y="77672"/>
                      <a:pt x="111136" y="53436"/>
                      <a:pt x="150769" y="12335"/>
                    </a:cubicBezTo>
                    <a:lnTo>
                      <a:pt x="150769" y="18272"/>
                    </a:lnTo>
                    <a:cubicBezTo>
                      <a:pt x="150769" y="20196"/>
                      <a:pt x="152335" y="21762"/>
                      <a:pt x="154259" y="21762"/>
                    </a:cubicBezTo>
                    <a:cubicBezTo>
                      <a:pt x="156184" y="21762"/>
                      <a:pt x="157717" y="20196"/>
                      <a:pt x="157717" y="18272"/>
                    </a:cubicBezTo>
                    <a:cubicBezTo>
                      <a:pt x="157717" y="2255"/>
                      <a:pt x="157815" y="3169"/>
                      <a:pt x="157554" y="2386"/>
                    </a:cubicBezTo>
                    <a:cubicBezTo>
                      <a:pt x="157163" y="1244"/>
                      <a:pt x="156184" y="363"/>
                      <a:pt x="155010" y="102"/>
                    </a:cubicBezTo>
                    <a:cubicBezTo>
                      <a:pt x="154640" y="15"/>
                      <a:pt x="155010" y="1"/>
                      <a:pt x="150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3" name="Google Shape;3403;p73"/>
            <p:cNvGrpSpPr/>
            <p:nvPr/>
          </p:nvGrpSpPr>
          <p:grpSpPr>
            <a:xfrm rot="3599985">
              <a:off x="3447778" y="4455346"/>
              <a:ext cx="380060" cy="363768"/>
              <a:chOff x="2057567" y="690970"/>
              <a:chExt cx="352891" cy="337790"/>
            </a:xfrm>
          </p:grpSpPr>
          <p:sp>
            <p:nvSpPr>
              <p:cNvPr id="3404" name="Google Shape;3404;p7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6" name="Google Shape;3416;p73"/>
            <p:cNvGrpSpPr/>
            <p:nvPr/>
          </p:nvGrpSpPr>
          <p:grpSpPr>
            <a:xfrm>
              <a:off x="2854615" y="4319829"/>
              <a:ext cx="354151" cy="390910"/>
              <a:chOff x="1433575" y="238125"/>
              <a:chExt cx="4740975" cy="5226075"/>
            </a:xfrm>
          </p:grpSpPr>
          <p:sp>
            <p:nvSpPr>
              <p:cNvPr id="3417" name="Google Shape;3417;p7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3"/>
              <p:cNvSpPr/>
              <p:nvPr/>
            </p:nvSpPr>
            <p:spPr>
              <a:xfrm flipH="1">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28" name="Google Shape;3428;p73"/>
          <p:cNvGrpSpPr/>
          <p:nvPr/>
        </p:nvGrpSpPr>
        <p:grpSpPr>
          <a:xfrm flipH="1">
            <a:off x="492415" y="535005"/>
            <a:ext cx="1037880" cy="1328865"/>
            <a:chOff x="7490016" y="535005"/>
            <a:chExt cx="1037880" cy="1328865"/>
          </a:xfrm>
        </p:grpSpPr>
        <p:sp>
          <p:nvSpPr>
            <p:cNvPr id="3429" name="Google Shape;3429;p73"/>
            <p:cNvSpPr/>
            <p:nvPr/>
          </p:nvSpPr>
          <p:spPr>
            <a:xfrm rot="3844445" flipH="1">
              <a:off x="7521081" y="902077"/>
              <a:ext cx="540614" cy="280670"/>
            </a:xfrm>
            <a:custGeom>
              <a:avLst/>
              <a:gdLst/>
              <a:ahLst/>
              <a:cxnLst/>
              <a:rect l="l" t="t" r="r" b="b"/>
              <a:pathLst>
                <a:path w="13318" h="7226" extrusionOk="0">
                  <a:moveTo>
                    <a:pt x="8849" y="1849"/>
                  </a:moveTo>
                  <a:lnTo>
                    <a:pt x="10686" y="5399"/>
                  </a:lnTo>
                  <a:lnTo>
                    <a:pt x="4144" y="4291"/>
                  </a:lnTo>
                  <a:lnTo>
                    <a:pt x="8849" y="1849"/>
                  </a:lnTo>
                  <a:close/>
                  <a:moveTo>
                    <a:pt x="8961" y="1479"/>
                  </a:moveTo>
                  <a:lnTo>
                    <a:pt x="3271" y="4425"/>
                  </a:lnTo>
                  <a:lnTo>
                    <a:pt x="11190" y="5769"/>
                  </a:lnTo>
                  <a:lnTo>
                    <a:pt x="8961" y="1479"/>
                  </a:lnTo>
                  <a:close/>
                  <a:moveTo>
                    <a:pt x="9453" y="370"/>
                  </a:moveTo>
                  <a:lnTo>
                    <a:pt x="12814" y="6844"/>
                  </a:lnTo>
                  <a:lnTo>
                    <a:pt x="874" y="4828"/>
                  </a:lnTo>
                  <a:lnTo>
                    <a:pt x="9453" y="370"/>
                  </a:lnTo>
                  <a:close/>
                  <a:moveTo>
                    <a:pt x="9577" y="1"/>
                  </a:moveTo>
                  <a:lnTo>
                    <a:pt x="0" y="4963"/>
                  </a:lnTo>
                  <a:lnTo>
                    <a:pt x="13318" y="7225"/>
                  </a:lnTo>
                  <a:lnTo>
                    <a:pt x="95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3"/>
            <p:cNvSpPr/>
            <p:nvPr/>
          </p:nvSpPr>
          <p:spPr>
            <a:xfrm rot="-9899856">
              <a:off x="7517438" y="1520945"/>
              <a:ext cx="519629" cy="280444"/>
            </a:xfrm>
            <a:custGeom>
              <a:avLst/>
              <a:gdLst/>
              <a:ahLst/>
              <a:cxnLst/>
              <a:rect l="l" t="t" r="r" b="b"/>
              <a:pathLst>
                <a:path w="17306" h="9338" extrusionOk="0">
                  <a:moveTo>
                    <a:pt x="3596" y="994"/>
                  </a:moveTo>
                  <a:cubicBezTo>
                    <a:pt x="3697" y="994"/>
                    <a:pt x="3798" y="1005"/>
                    <a:pt x="3898" y="1038"/>
                  </a:cubicBezTo>
                  <a:cubicBezTo>
                    <a:pt x="4470" y="1206"/>
                    <a:pt x="4806" y="1811"/>
                    <a:pt x="4626" y="2394"/>
                  </a:cubicBezTo>
                  <a:cubicBezTo>
                    <a:pt x="4498" y="2870"/>
                    <a:pt x="4063" y="3181"/>
                    <a:pt x="3591" y="3181"/>
                  </a:cubicBezTo>
                  <a:cubicBezTo>
                    <a:pt x="3485" y="3181"/>
                    <a:pt x="3377" y="3166"/>
                    <a:pt x="3271" y="3133"/>
                  </a:cubicBezTo>
                  <a:cubicBezTo>
                    <a:pt x="2689" y="2965"/>
                    <a:pt x="2364" y="2349"/>
                    <a:pt x="2543" y="1778"/>
                  </a:cubicBezTo>
                  <a:cubicBezTo>
                    <a:pt x="2678" y="1307"/>
                    <a:pt x="3103" y="994"/>
                    <a:pt x="3585" y="994"/>
                  </a:cubicBezTo>
                  <a:close/>
                  <a:moveTo>
                    <a:pt x="3589" y="714"/>
                  </a:moveTo>
                  <a:cubicBezTo>
                    <a:pt x="2996" y="714"/>
                    <a:pt x="2449" y="1100"/>
                    <a:pt x="2274" y="1699"/>
                  </a:cubicBezTo>
                  <a:cubicBezTo>
                    <a:pt x="2061" y="2416"/>
                    <a:pt x="2476" y="3178"/>
                    <a:pt x="3204" y="3390"/>
                  </a:cubicBezTo>
                  <a:cubicBezTo>
                    <a:pt x="3327" y="3435"/>
                    <a:pt x="3462" y="3446"/>
                    <a:pt x="3585" y="3446"/>
                  </a:cubicBezTo>
                  <a:cubicBezTo>
                    <a:pt x="4190" y="3446"/>
                    <a:pt x="4727" y="3054"/>
                    <a:pt x="4906" y="2472"/>
                  </a:cubicBezTo>
                  <a:cubicBezTo>
                    <a:pt x="5119" y="1744"/>
                    <a:pt x="4705" y="982"/>
                    <a:pt x="3977" y="770"/>
                  </a:cubicBezTo>
                  <a:cubicBezTo>
                    <a:pt x="3848" y="732"/>
                    <a:pt x="3717" y="714"/>
                    <a:pt x="3589" y="714"/>
                  </a:cubicBezTo>
                  <a:close/>
                  <a:moveTo>
                    <a:pt x="3580" y="272"/>
                  </a:moveTo>
                  <a:cubicBezTo>
                    <a:pt x="4187" y="272"/>
                    <a:pt x="4794" y="572"/>
                    <a:pt x="5142" y="1173"/>
                  </a:cubicBezTo>
                  <a:cubicBezTo>
                    <a:pt x="5164" y="1218"/>
                    <a:pt x="5209" y="1240"/>
                    <a:pt x="5254" y="1240"/>
                  </a:cubicBezTo>
                  <a:lnTo>
                    <a:pt x="16029" y="2304"/>
                  </a:lnTo>
                  <a:lnTo>
                    <a:pt x="16029" y="2326"/>
                  </a:lnTo>
                  <a:cubicBezTo>
                    <a:pt x="16017" y="2338"/>
                    <a:pt x="16017" y="2349"/>
                    <a:pt x="16029" y="2360"/>
                  </a:cubicBezTo>
                  <a:lnTo>
                    <a:pt x="5534" y="2013"/>
                  </a:lnTo>
                  <a:cubicBezTo>
                    <a:pt x="5455" y="2013"/>
                    <a:pt x="5388" y="2069"/>
                    <a:pt x="5388" y="2147"/>
                  </a:cubicBezTo>
                  <a:cubicBezTo>
                    <a:pt x="5388" y="2304"/>
                    <a:pt x="5354" y="2450"/>
                    <a:pt x="5321" y="2595"/>
                  </a:cubicBezTo>
                  <a:cubicBezTo>
                    <a:pt x="5276" y="2741"/>
                    <a:pt x="5209" y="2875"/>
                    <a:pt x="5142" y="2998"/>
                  </a:cubicBezTo>
                  <a:cubicBezTo>
                    <a:pt x="5097" y="3066"/>
                    <a:pt x="5119" y="3155"/>
                    <a:pt x="5186" y="3200"/>
                  </a:cubicBezTo>
                  <a:lnTo>
                    <a:pt x="14181" y="8610"/>
                  </a:lnTo>
                  <a:cubicBezTo>
                    <a:pt x="14169" y="8621"/>
                    <a:pt x="14169" y="8621"/>
                    <a:pt x="14158" y="8632"/>
                  </a:cubicBezTo>
                  <a:lnTo>
                    <a:pt x="14147" y="8666"/>
                  </a:lnTo>
                  <a:lnTo>
                    <a:pt x="4537" y="3693"/>
                  </a:lnTo>
                  <a:cubicBezTo>
                    <a:pt x="4514" y="3682"/>
                    <a:pt x="4492" y="3670"/>
                    <a:pt x="4470" y="3670"/>
                  </a:cubicBezTo>
                  <a:cubicBezTo>
                    <a:pt x="4447" y="3670"/>
                    <a:pt x="4425" y="3670"/>
                    <a:pt x="4402" y="3682"/>
                  </a:cubicBezTo>
                  <a:cubicBezTo>
                    <a:pt x="4135" y="3818"/>
                    <a:pt x="3857" y="3880"/>
                    <a:pt x="3587" y="3880"/>
                  </a:cubicBezTo>
                  <a:cubicBezTo>
                    <a:pt x="2590" y="3880"/>
                    <a:pt x="1696" y="3033"/>
                    <a:pt x="1793" y="1923"/>
                  </a:cubicBezTo>
                  <a:cubicBezTo>
                    <a:pt x="1793" y="1856"/>
                    <a:pt x="1748" y="1789"/>
                    <a:pt x="1692" y="1778"/>
                  </a:cubicBezTo>
                  <a:lnTo>
                    <a:pt x="337" y="1374"/>
                  </a:lnTo>
                  <a:lnTo>
                    <a:pt x="471" y="893"/>
                  </a:lnTo>
                  <a:lnTo>
                    <a:pt x="1826" y="1296"/>
                  </a:lnTo>
                  <a:cubicBezTo>
                    <a:pt x="1841" y="1301"/>
                    <a:pt x="1855" y="1303"/>
                    <a:pt x="1869" y="1303"/>
                  </a:cubicBezTo>
                  <a:cubicBezTo>
                    <a:pt x="1921" y="1303"/>
                    <a:pt x="1968" y="1273"/>
                    <a:pt x="1994" y="1229"/>
                  </a:cubicBezTo>
                  <a:cubicBezTo>
                    <a:pt x="2330" y="592"/>
                    <a:pt x="2955" y="272"/>
                    <a:pt x="3580" y="272"/>
                  </a:cubicBezTo>
                  <a:close/>
                  <a:moveTo>
                    <a:pt x="3590" y="1"/>
                  </a:moveTo>
                  <a:cubicBezTo>
                    <a:pt x="2875" y="1"/>
                    <a:pt x="2191" y="372"/>
                    <a:pt x="1804" y="1005"/>
                  </a:cubicBezTo>
                  <a:lnTo>
                    <a:pt x="415" y="601"/>
                  </a:lnTo>
                  <a:cubicBezTo>
                    <a:pt x="401" y="597"/>
                    <a:pt x="387" y="594"/>
                    <a:pt x="373" y="594"/>
                  </a:cubicBezTo>
                  <a:cubicBezTo>
                    <a:pt x="354" y="594"/>
                    <a:pt x="334" y="600"/>
                    <a:pt x="314" y="613"/>
                  </a:cubicBezTo>
                  <a:cubicBezTo>
                    <a:pt x="281" y="624"/>
                    <a:pt x="258" y="657"/>
                    <a:pt x="247" y="691"/>
                  </a:cubicBezTo>
                  <a:lnTo>
                    <a:pt x="23" y="1430"/>
                  </a:lnTo>
                  <a:cubicBezTo>
                    <a:pt x="1" y="1509"/>
                    <a:pt x="45" y="1587"/>
                    <a:pt x="124" y="1610"/>
                  </a:cubicBezTo>
                  <a:lnTo>
                    <a:pt x="1501" y="2013"/>
                  </a:lnTo>
                  <a:cubicBezTo>
                    <a:pt x="1457" y="3248"/>
                    <a:pt x="2463" y="4172"/>
                    <a:pt x="3585" y="4172"/>
                  </a:cubicBezTo>
                  <a:cubicBezTo>
                    <a:pt x="3877" y="4172"/>
                    <a:pt x="4178" y="4110"/>
                    <a:pt x="4470" y="3973"/>
                  </a:cubicBezTo>
                  <a:lnTo>
                    <a:pt x="14136" y="8979"/>
                  </a:lnTo>
                  <a:cubicBezTo>
                    <a:pt x="14158" y="8985"/>
                    <a:pt x="14181" y="8988"/>
                    <a:pt x="14202" y="8988"/>
                  </a:cubicBezTo>
                  <a:cubicBezTo>
                    <a:pt x="14223" y="8988"/>
                    <a:pt x="14242" y="8985"/>
                    <a:pt x="14259" y="8979"/>
                  </a:cubicBezTo>
                  <a:lnTo>
                    <a:pt x="15110" y="9327"/>
                  </a:lnTo>
                  <a:cubicBezTo>
                    <a:pt x="15133" y="9338"/>
                    <a:pt x="15144" y="9338"/>
                    <a:pt x="15166" y="9338"/>
                  </a:cubicBezTo>
                  <a:cubicBezTo>
                    <a:pt x="15301" y="9338"/>
                    <a:pt x="15357" y="9159"/>
                    <a:pt x="15245" y="9080"/>
                  </a:cubicBezTo>
                  <a:lnTo>
                    <a:pt x="14494" y="8498"/>
                  </a:lnTo>
                  <a:cubicBezTo>
                    <a:pt x="14483" y="8475"/>
                    <a:pt x="14461" y="8453"/>
                    <a:pt x="14438" y="8431"/>
                  </a:cubicBezTo>
                  <a:lnTo>
                    <a:pt x="5444" y="3021"/>
                  </a:lnTo>
                  <a:cubicBezTo>
                    <a:pt x="5500" y="2909"/>
                    <a:pt x="5545" y="2786"/>
                    <a:pt x="5578" y="2674"/>
                  </a:cubicBezTo>
                  <a:cubicBezTo>
                    <a:pt x="5612" y="2550"/>
                    <a:pt x="5646" y="2427"/>
                    <a:pt x="5657" y="2293"/>
                  </a:cubicBezTo>
                  <a:lnTo>
                    <a:pt x="16141" y="2651"/>
                  </a:lnTo>
                  <a:cubicBezTo>
                    <a:pt x="16174" y="2651"/>
                    <a:pt x="16208" y="2640"/>
                    <a:pt x="16230" y="2629"/>
                  </a:cubicBezTo>
                  <a:lnTo>
                    <a:pt x="17182" y="2550"/>
                  </a:lnTo>
                  <a:cubicBezTo>
                    <a:pt x="17250" y="2539"/>
                    <a:pt x="17306" y="2483"/>
                    <a:pt x="17306" y="2416"/>
                  </a:cubicBezTo>
                  <a:cubicBezTo>
                    <a:pt x="17306" y="2349"/>
                    <a:pt x="17261" y="2293"/>
                    <a:pt x="17194" y="2282"/>
                  </a:cubicBezTo>
                  <a:lnTo>
                    <a:pt x="16286" y="2102"/>
                  </a:lnTo>
                  <a:cubicBezTo>
                    <a:pt x="16264" y="2069"/>
                    <a:pt x="16230" y="2046"/>
                    <a:pt x="16185" y="2035"/>
                  </a:cubicBezTo>
                  <a:lnTo>
                    <a:pt x="5343" y="982"/>
                  </a:lnTo>
                  <a:cubicBezTo>
                    <a:pt x="5086" y="545"/>
                    <a:pt x="4660" y="232"/>
                    <a:pt x="4178" y="86"/>
                  </a:cubicBezTo>
                  <a:cubicBezTo>
                    <a:pt x="3983" y="29"/>
                    <a:pt x="3785" y="1"/>
                    <a:pt x="35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1" name="Google Shape;3431;p73"/>
            <p:cNvGrpSpPr/>
            <p:nvPr/>
          </p:nvGrpSpPr>
          <p:grpSpPr>
            <a:xfrm>
              <a:off x="8210250" y="535005"/>
              <a:ext cx="317645" cy="350147"/>
              <a:chOff x="1433575" y="238125"/>
              <a:chExt cx="4740975" cy="5226075"/>
            </a:xfrm>
          </p:grpSpPr>
          <p:sp>
            <p:nvSpPr>
              <p:cNvPr id="3432" name="Google Shape;3432;p73"/>
              <p:cNvSpPr/>
              <p:nvPr/>
            </p:nvSpPr>
            <p:spPr>
              <a:xfrm>
                <a:off x="3930200" y="2477250"/>
                <a:ext cx="314125" cy="236350"/>
              </a:xfrm>
              <a:custGeom>
                <a:avLst/>
                <a:gdLst/>
                <a:ahLst/>
                <a:cxnLst/>
                <a:rect l="l" t="t" r="r" b="b"/>
                <a:pathLst>
                  <a:path w="12565" h="9454" extrusionOk="0">
                    <a:moveTo>
                      <a:pt x="8668" y="0"/>
                    </a:moveTo>
                    <a:cubicBezTo>
                      <a:pt x="8117" y="0"/>
                      <a:pt x="7558" y="133"/>
                      <a:pt x="7044" y="411"/>
                    </a:cubicBezTo>
                    <a:lnTo>
                      <a:pt x="2236" y="3087"/>
                    </a:lnTo>
                    <a:cubicBezTo>
                      <a:pt x="576" y="4001"/>
                      <a:pt x="1" y="6067"/>
                      <a:pt x="881" y="7692"/>
                    </a:cubicBezTo>
                    <a:cubicBezTo>
                      <a:pt x="1525" y="8810"/>
                      <a:pt x="2676" y="9453"/>
                      <a:pt x="3861" y="9453"/>
                    </a:cubicBezTo>
                    <a:cubicBezTo>
                      <a:pt x="4403" y="9453"/>
                      <a:pt x="4979" y="9318"/>
                      <a:pt x="5487" y="9013"/>
                    </a:cubicBezTo>
                    <a:lnTo>
                      <a:pt x="10329" y="6338"/>
                    </a:lnTo>
                    <a:cubicBezTo>
                      <a:pt x="11955" y="5457"/>
                      <a:pt x="12564" y="3391"/>
                      <a:pt x="11650" y="1732"/>
                    </a:cubicBezTo>
                    <a:cubicBezTo>
                      <a:pt x="11025" y="621"/>
                      <a:pt x="9861" y="0"/>
                      <a:pt x="8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3"/>
              <p:cNvSpPr/>
              <p:nvPr/>
            </p:nvSpPr>
            <p:spPr>
              <a:xfrm>
                <a:off x="1433575" y="238125"/>
                <a:ext cx="4740975" cy="5226075"/>
              </a:xfrm>
              <a:custGeom>
                <a:avLst/>
                <a:gdLst/>
                <a:ahLst/>
                <a:cxnLst/>
                <a:rect l="l" t="t" r="r" b="b"/>
                <a:pathLst>
                  <a:path w="189639" h="209043" extrusionOk="0">
                    <a:moveTo>
                      <a:pt x="94820" y="6773"/>
                    </a:moveTo>
                    <a:cubicBezTo>
                      <a:pt x="98545" y="6773"/>
                      <a:pt x="102270" y="7518"/>
                      <a:pt x="105013" y="9076"/>
                    </a:cubicBezTo>
                    <a:lnTo>
                      <a:pt x="172741" y="46495"/>
                    </a:lnTo>
                    <a:cubicBezTo>
                      <a:pt x="174536" y="47511"/>
                      <a:pt x="176263" y="49035"/>
                      <a:pt x="177753" y="50830"/>
                    </a:cubicBezTo>
                    <a:lnTo>
                      <a:pt x="118322" y="83678"/>
                    </a:lnTo>
                    <a:cubicBezTo>
                      <a:pt x="116696" y="84592"/>
                      <a:pt x="116087" y="86658"/>
                      <a:pt x="117001" y="88283"/>
                    </a:cubicBezTo>
                    <a:cubicBezTo>
                      <a:pt x="117610" y="89401"/>
                      <a:pt x="118762" y="90044"/>
                      <a:pt x="119947" y="90044"/>
                    </a:cubicBezTo>
                    <a:cubicBezTo>
                      <a:pt x="120523" y="90044"/>
                      <a:pt x="121065" y="89909"/>
                      <a:pt x="121606" y="89604"/>
                    </a:cubicBezTo>
                    <a:lnTo>
                      <a:pt x="181275" y="56620"/>
                    </a:lnTo>
                    <a:cubicBezTo>
                      <a:pt x="182257" y="58957"/>
                      <a:pt x="182866" y="61395"/>
                      <a:pt x="182866" y="63630"/>
                    </a:cubicBezTo>
                    <a:lnTo>
                      <a:pt x="182866" y="145412"/>
                    </a:lnTo>
                    <a:cubicBezTo>
                      <a:pt x="182866" y="151677"/>
                      <a:pt x="178227" y="159533"/>
                      <a:pt x="172741" y="162547"/>
                    </a:cubicBezTo>
                    <a:lnTo>
                      <a:pt x="105013" y="200000"/>
                    </a:lnTo>
                    <a:cubicBezTo>
                      <a:pt x="103117" y="201050"/>
                      <a:pt x="100712" y="201727"/>
                      <a:pt x="98206" y="202066"/>
                    </a:cubicBezTo>
                    <a:lnTo>
                      <a:pt x="98206" y="111311"/>
                    </a:lnTo>
                    <a:cubicBezTo>
                      <a:pt x="98206" y="109414"/>
                      <a:pt x="96682" y="107924"/>
                      <a:pt x="94820" y="107924"/>
                    </a:cubicBezTo>
                    <a:cubicBezTo>
                      <a:pt x="92924" y="107924"/>
                      <a:pt x="91434" y="109414"/>
                      <a:pt x="91434" y="111311"/>
                    </a:cubicBezTo>
                    <a:lnTo>
                      <a:pt x="91434" y="202066"/>
                    </a:lnTo>
                    <a:cubicBezTo>
                      <a:pt x="88894" y="201727"/>
                      <a:pt x="86523" y="201050"/>
                      <a:pt x="84593" y="200000"/>
                    </a:cubicBezTo>
                    <a:lnTo>
                      <a:pt x="16865" y="162547"/>
                    </a:lnTo>
                    <a:cubicBezTo>
                      <a:pt x="11379" y="159533"/>
                      <a:pt x="6774" y="151677"/>
                      <a:pt x="6774" y="145412"/>
                    </a:cubicBezTo>
                    <a:lnTo>
                      <a:pt x="6774" y="63630"/>
                    </a:lnTo>
                    <a:cubicBezTo>
                      <a:pt x="6774" y="61429"/>
                      <a:pt x="7349" y="58991"/>
                      <a:pt x="8331" y="56654"/>
                    </a:cubicBezTo>
                    <a:lnTo>
                      <a:pt x="84187" y="98578"/>
                    </a:lnTo>
                    <a:cubicBezTo>
                      <a:pt x="84729" y="98883"/>
                      <a:pt x="85270" y="99018"/>
                      <a:pt x="85812" y="99018"/>
                    </a:cubicBezTo>
                    <a:cubicBezTo>
                      <a:pt x="87031" y="99018"/>
                      <a:pt x="88183" y="98375"/>
                      <a:pt x="88792" y="97257"/>
                    </a:cubicBezTo>
                    <a:cubicBezTo>
                      <a:pt x="89707" y="95632"/>
                      <a:pt x="89097" y="93566"/>
                      <a:pt x="87471" y="92652"/>
                    </a:cubicBezTo>
                    <a:lnTo>
                      <a:pt x="11853" y="50864"/>
                    </a:lnTo>
                    <a:cubicBezTo>
                      <a:pt x="13343" y="49035"/>
                      <a:pt x="15070" y="47511"/>
                      <a:pt x="16865" y="46495"/>
                    </a:cubicBezTo>
                    <a:lnTo>
                      <a:pt x="84593" y="9076"/>
                    </a:lnTo>
                    <a:cubicBezTo>
                      <a:pt x="87370" y="7518"/>
                      <a:pt x="91095" y="6773"/>
                      <a:pt x="94820" y="6773"/>
                    </a:cubicBezTo>
                    <a:close/>
                    <a:moveTo>
                      <a:pt x="94816" y="0"/>
                    </a:moveTo>
                    <a:cubicBezTo>
                      <a:pt x="89960" y="0"/>
                      <a:pt x="85101" y="1050"/>
                      <a:pt x="81308" y="3149"/>
                    </a:cubicBezTo>
                    <a:lnTo>
                      <a:pt x="13580" y="40569"/>
                    </a:lnTo>
                    <a:cubicBezTo>
                      <a:pt x="5961" y="44802"/>
                      <a:pt x="1" y="54927"/>
                      <a:pt x="1" y="63630"/>
                    </a:cubicBezTo>
                    <a:lnTo>
                      <a:pt x="1" y="145412"/>
                    </a:lnTo>
                    <a:cubicBezTo>
                      <a:pt x="1" y="154115"/>
                      <a:pt x="5961" y="164274"/>
                      <a:pt x="13580" y="168473"/>
                    </a:cubicBezTo>
                    <a:lnTo>
                      <a:pt x="81308" y="205927"/>
                    </a:lnTo>
                    <a:cubicBezTo>
                      <a:pt x="85101" y="207992"/>
                      <a:pt x="89944" y="209042"/>
                      <a:pt x="94820" y="209042"/>
                    </a:cubicBezTo>
                    <a:cubicBezTo>
                      <a:pt x="99663" y="209042"/>
                      <a:pt x="104505" y="207992"/>
                      <a:pt x="108298" y="205927"/>
                    </a:cubicBezTo>
                    <a:lnTo>
                      <a:pt x="176026" y="168473"/>
                    </a:lnTo>
                    <a:cubicBezTo>
                      <a:pt x="183645" y="164274"/>
                      <a:pt x="189639" y="154115"/>
                      <a:pt x="189639" y="145412"/>
                    </a:cubicBezTo>
                    <a:lnTo>
                      <a:pt x="189639" y="63630"/>
                    </a:lnTo>
                    <a:cubicBezTo>
                      <a:pt x="189639" y="54927"/>
                      <a:pt x="183645" y="44802"/>
                      <a:pt x="176026" y="40569"/>
                    </a:cubicBezTo>
                    <a:lnTo>
                      <a:pt x="108298" y="3149"/>
                    </a:lnTo>
                    <a:cubicBezTo>
                      <a:pt x="104522" y="1050"/>
                      <a:pt x="99671" y="0"/>
                      <a:pt x="94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3"/>
              <p:cNvSpPr/>
              <p:nvPr/>
            </p:nvSpPr>
            <p:spPr>
              <a:xfrm>
                <a:off x="5158625" y="2089100"/>
                <a:ext cx="680675" cy="919950"/>
              </a:xfrm>
              <a:custGeom>
                <a:avLst/>
                <a:gdLst/>
                <a:ahLst/>
                <a:cxnLst/>
                <a:rect l="l" t="t" r="r" b="b"/>
                <a:pathLst>
                  <a:path w="27227" h="36798" extrusionOk="0">
                    <a:moveTo>
                      <a:pt x="17824" y="0"/>
                    </a:moveTo>
                    <a:cubicBezTo>
                      <a:pt x="15940" y="0"/>
                      <a:pt x="13953" y="578"/>
                      <a:pt x="11988" y="1715"/>
                    </a:cubicBezTo>
                    <a:cubicBezTo>
                      <a:pt x="5249" y="5575"/>
                      <a:pt x="0" y="15531"/>
                      <a:pt x="0" y="24336"/>
                    </a:cubicBezTo>
                    <a:cubicBezTo>
                      <a:pt x="0" y="29585"/>
                      <a:pt x="1897" y="33682"/>
                      <a:pt x="5249" y="35612"/>
                    </a:cubicBezTo>
                    <a:cubicBezTo>
                      <a:pt x="6570" y="36391"/>
                      <a:pt x="8060" y="36798"/>
                      <a:pt x="9584" y="36798"/>
                    </a:cubicBezTo>
                    <a:cubicBezTo>
                      <a:pt x="11446" y="36798"/>
                      <a:pt x="13410" y="36222"/>
                      <a:pt x="15374" y="35071"/>
                    </a:cubicBezTo>
                    <a:cubicBezTo>
                      <a:pt x="20657" y="32023"/>
                      <a:pt x="25263" y="25013"/>
                      <a:pt x="26820" y="17631"/>
                    </a:cubicBezTo>
                    <a:cubicBezTo>
                      <a:pt x="27227" y="15802"/>
                      <a:pt x="26042" y="14007"/>
                      <a:pt x="24213" y="13635"/>
                    </a:cubicBezTo>
                    <a:cubicBezTo>
                      <a:pt x="23970" y="13581"/>
                      <a:pt x="23727" y="13555"/>
                      <a:pt x="23489" y="13555"/>
                    </a:cubicBezTo>
                    <a:cubicBezTo>
                      <a:pt x="21932" y="13555"/>
                      <a:pt x="20540" y="14657"/>
                      <a:pt x="20217" y="16242"/>
                    </a:cubicBezTo>
                    <a:cubicBezTo>
                      <a:pt x="19032" y="21762"/>
                      <a:pt x="15645" y="27113"/>
                      <a:pt x="11988" y="29212"/>
                    </a:cubicBezTo>
                    <a:cubicBezTo>
                      <a:pt x="11430" y="29552"/>
                      <a:pt x="10489" y="29996"/>
                      <a:pt x="9614" y="29996"/>
                    </a:cubicBezTo>
                    <a:cubicBezTo>
                      <a:pt x="9268" y="29996"/>
                      <a:pt x="8933" y="29927"/>
                      <a:pt x="8636" y="29754"/>
                    </a:cubicBezTo>
                    <a:cubicBezTo>
                      <a:pt x="7721" y="29246"/>
                      <a:pt x="6773" y="27553"/>
                      <a:pt x="6773" y="24336"/>
                    </a:cubicBezTo>
                    <a:cubicBezTo>
                      <a:pt x="6773" y="17935"/>
                      <a:pt x="10701" y="10282"/>
                      <a:pt x="15374" y="7573"/>
                    </a:cubicBezTo>
                    <a:cubicBezTo>
                      <a:pt x="15965" y="7228"/>
                      <a:pt x="16896" y="6776"/>
                      <a:pt x="17764" y="6776"/>
                    </a:cubicBezTo>
                    <a:cubicBezTo>
                      <a:pt x="18090" y="6776"/>
                      <a:pt x="18406" y="6840"/>
                      <a:pt x="18693" y="6997"/>
                    </a:cubicBezTo>
                    <a:cubicBezTo>
                      <a:pt x="19200" y="7266"/>
                      <a:pt x="19742" y="7393"/>
                      <a:pt x="20275" y="7393"/>
                    </a:cubicBezTo>
                    <a:cubicBezTo>
                      <a:pt x="21486" y="7393"/>
                      <a:pt x="22653" y="6738"/>
                      <a:pt x="23265" y="5609"/>
                    </a:cubicBezTo>
                    <a:cubicBezTo>
                      <a:pt x="24145" y="3950"/>
                      <a:pt x="23536" y="1884"/>
                      <a:pt x="21876" y="1003"/>
                    </a:cubicBezTo>
                    <a:cubicBezTo>
                      <a:pt x="20621" y="332"/>
                      <a:pt x="19252" y="0"/>
                      <a:pt x="17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3"/>
              <p:cNvSpPr/>
              <p:nvPr/>
            </p:nvSpPr>
            <p:spPr>
              <a:xfrm>
                <a:off x="4058050" y="3963975"/>
                <a:ext cx="680675" cy="919450"/>
              </a:xfrm>
              <a:custGeom>
                <a:avLst/>
                <a:gdLst/>
                <a:ahLst/>
                <a:cxnLst/>
                <a:rect l="l" t="t" r="r" b="b"/>
                <a:pathLst>
                  <a:path w="27227" h="36778" extrusionOk="0">
                    <a:moveTo>
                      <a:pt x="17778" y="0"/>
                    </a:moveTo>
                    <a:cubicBezTo>
                      <a:pt x="15907" y="0"/>
                      <a:pt x="13937" y="567"/>
                      <a:pt x="11988" y="1694"/>
                    </a:cubicBezTo>
                    <a:cubicBezTo>
                      <a:pt x="5249" y="5589"/>
                      <a:pt x="0" y="15545"/>
                      <a:pt x="0" y="24349"/>
                    </a:cubicBezTo>
                    <a:cubicBezTo>
                      <a:pt x="0" y="29564"/>
                      <a:pt x="1897" y="33696"/>
                      <a:pt x="5249" y="35626"/>
                    </a:cubicBezTo>
                    <a:cubicBezTo>
                      <a:pt x="6570" y="36405"/>
                      <a:pt x="8060" y="36777"/>
                      <a:pt x="9584" y="36777"/>
                    </a:cubicBezTo>
                    <a:cubicBezTo>
                      <a:pt x="11446" y="36777"/>
                      <a:pt x="13410" y="36202"/>
                      <a:pt x="15374" y="35084"/>
                    </a:cubicBezTo>
                    <a:cubicBezTo>
                      <a:pt x="20657" y="32036"/>
                      <a:pt x="25263" y="25027"/>
                      <a:pt x="26820" y="17644"/>
                    </a:cubicBezTo>
                    <a:cubicBezTo>
                      <a:pt x="27227" y="15816"/>
                      <a:pt x="26042" y="14021"/>
                      <a:pt x="24213" y="13614"/>
                    </a:cubicBezTo>
                    <a:cubicBezTo>
                      <a:pt x="23981" y="13567"/>
                      <a:pt x="23750" y="13545"/>
                      <a:pt x="23522" y="13545"/>
                    </a:cubicBezTo>
                    <a:cubicBezTo>
                      <a:pt x="21952" y="13545"/>
                      <a:pt x="20542" y="14625"/>
                      <a:pt x="20217" y="16222"/>
                    </a:cubicBezTo>
                    <a:cubicBezTo>
                      <a:pt x="19032" y="21776"/>
                      <a:pt x="15645" y="27092"/>
                      <a:pt x="11988" y="29192"/>
                    </a:cubicBezTo>
                    <a:cubicBezTo>
                      <a:pt x="11424" y="29535"/>
                      <a:pt x="10468" y="30003"/>
                      <a:pt x="9586" y="30003"/>
                    </a:cubicBezTo>
                    <a:cubicBezTo>
                      <a:pt x="9250" y="30003"/>
                      <a:pt x="8925" y="29936"/>
                      <a:pt x="8635" y="29768"/>
                    </a:cubicBezTo>
                    <a:cubicBezTo>
                      <a:pt x="7721" y="29226"/>
                      <a:pt x="6773" y="27533"/>
                      <a:pt x="6773" y="24349"/>
                    </a:cubicBezTo>
                    <a:cubicBezTo>
                      <a:pt x="6773" y="17949"/>
                      <a:pt x="10701" y="10262"/>
                      <a:pt x="15374" y="7553"/>
                    </a:cubicBezTo>
                    <a:cubicBezTo>
                      <a:pt x="15973" y="7229"/>
                      <a:pt x="16920" y="6776"/>
                      <a:pt x="17797" y="6776"/>
                    </a:cubicBezTo>
                    <a:cubicBezTo>
                      <a:pt x="18111" y="6776"/>
                      <a:pt x="18416" y="6834"/>
                      <a:pt x="18693" y="6977"/>
                    </a:cubicBezTo>
                    <a:cubicBezTo>
                      <a:pt x="19207" y="7250"/>
                      <a:pt x="19756" y="7380"/>
                      <a:pt x="20296" y="7380"/>
                    </a:cubicBezTo>
                    <a:cubicBezTo>
                      <a:pt x="21500" y="7380"/>
                      <a:pt x="22657" y="6734"/>
                      <a:pt x="23265" y="5589"/>
                    </a:cubicBezTo>
                    <a:cubicBezTo>
                      <a:pt x="24145" y="3929"/>
                      <a:pt x="23536" y="1898"/>
                      <a:pt x="21876" y="1017"/>
                    </a:cubicBezTo>
                    <a:cubicBezTo>
                      <a:pt x="20607" y="338"/>
                      <a:pt x="19222" y="0"/>
                      <a:pt x="17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3"/>
              <p:cNvSpPr/>
              <p:nvPr/>
            </p:nvSpPr>
            <p:spPr>
              <a:xfrm>
                <a:off x="4608325" y="3026775"/>
                <a:ext cx="680700" cy="919475"/>
              </a:xfrm>
              <a:custGeom>
                <a:avLst/>
                <a:gdLst/>
                <a:ahLst/>
                <a:cxnLst/>
                <a:rect l="l" t="t" r="r" b="b"/>
                <a:pathLst>
                  <a:path w="27228" h="36779" extrusionOk="0">
                    <a:moveTo>
                      <a:pt x="17778" y="1"/>
                    </a:moveTo>
                    <a:cubicBezTo>
                      <a:pt x="15908" y="1"/>
                      <a:pt x="13938" y="568"/>
                      <a:pt x="11989" y="1695"/>
                    </a:cubicBezTo>
                    <a:cubicBezTo>
                      <a:pt x="5250" y="5589"/>
                      <a:pt x="1" y="15511"/>
                      <a:pt x="1" y="24350"/>
                    </a:cubicBezTo>
                    <a:cubicBezTo>
                      <a:pt x="1" y="29565"/>
                      <a:pt x="1897" y="33696"/>
                      <a:pt x="5250" y="35627"/>
                    </a:cubicBezTo>
                    <a:cubicBezTo>
                      <a:pt x="6570" y="36372"/>
                      <a:pt x="8060" y="36778"/>
                      <a:pt x="9584" y="36778"/>
                    </a:cubicBezTo>
                    <a:cubicBezTo>
                      <a:pt x="11447" y="36778"/>
                      <a:pt x="13411" y="36202"/>
                      <a:pt x="15375" y="35051"/>
                    </a:cubicBezTo>
                    <a:cubicBezTo>
                      <a:pt x="20658" y="32003"/>
                      <a:pt x="25263" y="25027"/>
                      <a:pt x="26821" y="17645"/>
                    </a:cubicBezTo>
                    <a:cubicBezTo>
                      <a:pt x="27227" y="15816"/>
                      <a:pt x="26042" y="13988"/>
                      <a:pt x="24213" y="13615"/>
                    </a:cubicBezTo>
                    <a:cubicBezTo>
                      <a:pt x="23982" y="13568"/>
                      <a:pt x="23751" y="13545"/>
                      <a:pt x="23523" y="13545"/>
                    </a:cubicBezTo>
                    <a:cubicBezTo>
                      <a:pt x="21953" y="13545"/>
                      <a:pt x="20543" y="14626"/>
                      <a:pt x="20217" y="16223"/>
                    </a:cubicBezTo>
                    <a:cubicBezTo>
                      <a:pt x="19032" y="21742"/>
                      <a:pt x="15646" y="27093"/>
                      <a:pt x="11989" y="29193"/>
                    </a:cubicBezTo>
                    <a:cubicBezTo>
                      <a:pt x="11430" y="29532"/>
                      <a:pt x="10489" y="29976"/>
                      <a:pt x="9615" y="29976"/>
                    </a:cubicBezTo>
                    <a:cubicBezTo>
                      <a:pt x="9269" y="29976"/>
                      <a:pt x="8933" y="29907"/>
                      <a:pt x="8636" y="29734"/>
                    </a:cubicBezTo>
                    <a:cubicBezTo>
                      <a:pt x="7722" y="29226"/>
                      <a:pt x="6773" y="27533"/>
                      <a:pt x="6773" y="24350"/>
                    </a:cubicBezTo>
                    <a:cubicBezTo>
                      <a:pt x="6773" y="17950"/>
                      <a:pt x="10702" y="10263"/>
                      <a:pt x="15375" y="7553"/>
                    </a:cubicBezTo>
                    <a:cubicBezTo>
                      <a:pt x="15973" y="7229"/>
                      <a:pt x="16920" y="6777"/>
                      <a:pt x="17797" y="6777"/>
                    </a:cubicBezTo>
                    <a:cubicBezTo>
                      <a:pt x="18111" y="6777"/>
                      <a:pt x="18417" y="6835"/>
                      <a:pt x="18694" y="6978"/>
                    </a:cubicBezTo>
                    <a:cubicBezTo>
                      <a:pt x="19207" y="7250"/>
                      <a:pt x="19757" y="7380"/>
                      <a:pt x="20297" y="7380"/>
                    </a:cubicBezTo>
                    <a:cubicBezTo>
                      <a:pt x="21501" y="7380"/>
                      <a:pt x="22657" y="6735"/>
                      <a:pt x="23265" y="5589"/>
                    </a:cubicBezTo>
                    <a:cubicBezTo>
                      <a:pt x="24146" y="3930"/>
                      <a:pt x="23536" y="1898"/>
                      <a:pt x="21877" y="1018"/>
                    </a:cubicBezTo>
                    <a:cubicBezTo>
                      <a:pt x="20608" y="339"/>
                      <a:pt x="19223" y="1"/>
                      <a:pt x="177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3"/>
              <p:cNvSpPr/>
              <p:nvPr/>
            </p:nvSpPr>
            <p:spPr>
              <a:xfrm>
                <a:off x="2322525" y="3026475"/>
                <a:ext cx="684900" cy="919775"/>
              </a:xfrm>
              <a:custGeom>
                <a:avLst/>
                <a:gdLst/>
                <a:ahLst/>
                <a:cxnLst/>
                <a:rect l="l" t="t" r="r" b="b"/>
                <a:pathLst>
                  <a:path w="27396" h="36791" extrusionOk="0">
                    <a:moveTo>
                      <a:pt x="9579" y="0"/>
                    </a:moveTo>
                    <a:cubicBezTo>
                      <a:pt x="8044" y="0"/>
                      <a:pt x="6578" y="386"/>
                      <a:pt x="5249" y="1165"/>
                    </a:cubicBezTo>
                    <a:cubicBezTo>
                      <a:pt x="1896" y="3095"/>
                      <a:pt x="0" y="7193"/>
                      <a:pt x="0" y="12442"/>
                    </a:cubicBezTo>
                    <a:cubicBezTo>
                      <a:pt x="0" y="21246"/>
                      <a:pt x="5249" y="31202"/>
                      <a:pt x="11988" y="35063"/>
                    </a:cubicBezTo>
                    <a:cubicBezTo>
                      <a:pt x="13952" y="36214"/>
                      <a:pt x="15916" y="36790"/>
                      <a:pt x="17779" y="36790"/>
                    </a:cubicBezTo>
                    <a:cubicBezTo>
                      <a:pt x="19336" y="36790"/>
                      <a:pt x="20793" y="36384"/>
                      <a:pt x="22147" y="35639"/>
                    </a:cubicBezTo>
                    <a:cubicBezTo>
                      <a:pt x="25466" y="33708"/>
                      <a:pt x="27396" y="29577"/>
                      <a:pt x="27396" y="24362"/>
                    </a:cubicBezTo>
                    <a:cubicBezTo>
                      <a:pt x="27396" y="22770"/>
                      <a:pt x="27227" y="21111"/>
                      <a:pt x="26888" y="19418"/>
                    </a:cubicBezTo>
                    <a:cubicBezTo>
                      <a:pt x="26562" y="17816"/>
                      <a:pt x="25144" y="16708"/>
                      <a:pt x="23569" y="16708"/>
                    </a:cubicBezTo>
                    <a:cubicBezTo>
                      <a:pt x="23345" y="16708"/>
                      <a:pt x="23119" y="16730"/>
                      <a:pt x="22892" y="16776"/>
                    </a:cubicBezTo>
                    <a:cubicBezTo>
                      <a:pt x="21063" y="17115"/>
                      <a:pt x="19878" y="18910"/>
                      <a:pt x="20251" y="20739"/>
                    </a:cubicBezTo>
                    <a:cubicBezTo>
                      <a:pt x="20488" y="21991"/>
                      <a:pt x="20623" y="23211"/>
                      <a:pt x="20623" y="24362"/>
                    </a:cubicBezTo>
                    <a:cubicBezTo>
                      <a:pt x="20623" y="27545"/>
                      <a:pt x="19641" y="29238"/>
                      <a:pt x="18761" y="29746"/>
                    </a:cubicBezTo>
                    <a:cubicBezTo>
                      <a:pt x="18463" y="29919"/>
                      <a:pt x="18128" y="29988"/>
                      <a:pt x="17781" y="29988"/>
                    </a:cubicBezTo>
                    <a:cubicBezTo>
                      <a:pt x="16905" y="29988"/>
                      <a:pt x="15957" y="29544"/>
                      <a:pt x="15374" y="29205"/>
                    </a:cubicBezTo>
                    <a:cubicBezTo>
                      <a:pt x="10701" y="26529"/>
                      <a:pt x="6773" y="18842"/>
                      <a:pt x="6773" y="12442"/>
                    </a:cubicBezTo>
                    <a:cubicBezTo>
                      <a:pt x="6773" y="9225"/>
                      <a:pt x="7721" y="7532"/>
                      <a:pt x="8635" y="7024"/>
                    </a:cubicBezTo>
                    <a:cubicBezTo>
                      <a:pt x="8933" y="6851"/>
                      <a:pt x="9268" y="6782"/>
                      <a:pt x="9614" y="6782"/>
                    </a:cubicBezTo>
                    <a:cubicBezTo>
                      <a:pt x="10489" y="6782"/>
                      <a:pt x="11430" y="7226"/>
                      <a:pt x="11988" y="7565"/>
                    </a:cubicBezTo>
                    <a:cubicBezTo>
                      <a:pt x="12665" y="7938"/>
                      <a:pt x="13309" y="8446"/>
                      <a:pt x="13952" y="9022"/>
                    </a:cubicBezTo>
                    <a:cubicBezTo>
                      <a:pt x="14607" y="9628"/>
                      <a:pt x="15427" y="9926"/>
                      <a:pt x="16243" y="9926"/>
                    </a:cubicBezTo>
                    <a:cubicBezTo>
                      <a:pt x="17157" y="9926"/>
                      <a:pt x="18065" y="9552"/>
                      <a:pt x="18727" y="8818"/>
                    </a:cubicBezTo>
                    <a:cubicBezTo>
                      <a:pt x="20014" y="7430"/>
                      <a:pt x="19912" y="5297"/>
                      <a:pt x="18524" y="4044"/>
                    </a:cubicBezTo>
                    <a:cubicBezTo>
                      <a:pt x="17508" y="3095"/>
                      <a:pt x="16458" y="2317"/>
                      <a:pt x="15374" y="1707"/>
                    </a:cubicBezTo>
                    <a:cubicBezTo>
                      <a:pt x="13422" y="573"/>
                      <a:pt x="11449" y="0"/>
                      <a:pt x="9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3"/>
              <p:cNvSpPr/>
              <p:nvPr/>
            </p:nvSpPr>
            <p:spPr>
              <a:xfrm>
                <a:off x="3296100" y="1835650"/>
                <a:ext cx="1015950" cy="507975"/>
              </a:xfrm>
              <a:custGeom>
                <a:avLst/>
                <a:gdLst/>
                <a:ahLst/>
                <a:cxnLst/>
                <a:rect l="l" t="t" r="r" b="b"/>
                <a:pathLst>
                  <a:path w="40638" h="20319" extrusionOk="0">
                    <a:moveTo>
                      <a:pt x="20319" y="0"/>
                    </a:moveTo>
                    <a:cubicBezTo>
                      <a:pt x="15375" y="0"/>
                      <a:pt x="10668" y="779"/>
                      <a:pt x="7078" y="2201"/>
                    </a:cubicBezTo>
                    <a:cubicBezTo>
                      <a:pt x="915" y="4673"/>
                      <a:pt x="1" y="8229"/>
                      <a:pt x="1" y="10159"/>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59"/>
                    </a:cubicBezTo>
                    <a:cubicBezTo>
                      <a:pt x="40637" y="8263"/>
                      <a:pt x="39113" y="6773"/>
                      <a:pt x="37251" y="6773"/>
                    </a:cubicBezTo>
                    <a:cubicBezTo>
                      <a:pt x="35422" y="6773"/>
                      <a:pt x="33932" y="8195"/>
                      <a:pt x="33865" y="10024"/>
                    </a:cubicBezTo>
                    <a:cubicBezTo>
                      <a:pt x="33255" y="11074"/>
                      <a:pt x="28582" y="13546"/>
                      <a:pt x="20319" y="13546"/>
                    </a:cubicBezTo>
                    <a:cubicBezTo>
                      <a:pt x="12361" y="13546"/>
                      <a:pt x="7722" y="11243"/>
                      <a:pt x="6841" y="10159"/>
                    </a:cubicBezTo>
                    <a:cubicBezTo>
                      <a:pt x="7722" y="9042"/>
                      <a:pt x="12361" y="6773"/>
                      <a:pt x="20319" y="6773"/>
                    </a:cubicBezTo>
                    <a:cubicBezTo>
                      <a:pt x="22452" y="6773"/>
                      <a:pt x="24552" y="6942"/>
                      <a:pt x="26482" y="7281"/>
                    </a:cubicBezTo>
                    <a:cubicBezTo>
                      <a:pt x="26674" y="7312"/>
                      <a:pt x="26865" y="7328"/>
                      <a:pt x="27053" y="7328"/>
                    </a:cubicBezTo>
                    <a:cubicBezTo>
                      <a:pt x="28692" y="7328"/>
                      <a:pt x="30137" y="6175"/>
                      <a:pt x="30410" y="4504"/>
                    </a:cubicBezTo>
                    <a:cubicBezTo>
                      <a:pt x="30749" y="2675"/>
                      <a:pt x="29496" y="915"/>
                      <a:pt x="27667" y="610"/>
                    </a:cubicBezTo>
                    <a:cubicBezTo>
                      <a:pt x="25331" y="203"/>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3"/>
              <p:cNvSpPr/>
              <p:nvPr/>
            </p:nvSpPr>
            <p:spPr>
              <a:xfrm>
                <a:off x="3296100"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3"/>
              <p:cNvSpPr/>
              <p:nvPr/>
            </p:nvSpPr>
            <p:spPr>
              <a:xfrm>
                <a:off x="4396675" y="1243025"/>
                <a:ext cx="1015950" cy="507975"/>
              </a:xfrm>
              <a:custGeom>
                <a:avLst/>
                <a:gdLst/>
                <a:ahLst/>
                <a:cxnLst/>
                <a:rect l="l" t="t" r="r" b="b"/>
                <a:pathLst>
                  <a:path w="40638" h="20319" extrusionOk="0">
                    <a:moveTo>
                      <a:pt x="20319" y="0"/>
                    </a:moveTo>
                    <a:cubicBezTo>
                      <a:pt x="15375" y="0"/>
                      <a:pt x="10668" y="779"/>
                      <a:pt x="7078" y="2202"/>
                    </a:cubicBezTo>
                    <a:cubicBezTo>
                      <a:pt x="915" y="4674"/>
                      <a:pt x="1" y="8229"/>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4" y="6773"/>
                      <a:pt x="37251" y="6773"/>
                    </a:cubicBezTo>
                    <a:cubicBezTo>
                      <a:pt x="35422" y="6773"/>
                      <a:pt x="33932" y="8196"/>
                      <a:pt x="33865" y="10024"/>
                    </a:cubicBezTo>
                    <a:cubicBezTo>
                      <a:pt x="33255" y="11074"/>
                      <a:pt x="28582" y="13546"/>
                      <a:pt x="20319" y="13546"/>
                    </a:cubicBezTo>
                    <a:cubicBezTo>
                      <a:pt x="12361" y="13546"/>
                      <a:pt x="7722" y="11243"/>
                      <a:pt x="6841" y="10160"/>
                    </a:cubicBezTo>
                    <a:cubicBezTo>
                      <a:pt x="7722" y="9042"/>
                      <a:pt x="12361" y="6773"/>
                      <a:pt x="20319" y="6773"/>
                    </a:cubicBezTo>
                    <a:cubicBezTo>
                      <a:pt x="22452" y="6773"/>
                      <a:pt x="24552" y="6943"/>
                      <a:pt x="26482" y="7281"/>
                    </a:cubicBezTo>
                    <a:cubicBezTo>
                      <a:pt x="26674" y="7313"/>
                      <a:pt x="26865" y="7328"/>
                      <a:pt x="27053" y="7328"/>
                    </a:cubicBezTo>
                    <a:cubicBezTo>
                      <a:pt x="28692" y="7328"/>
                      <a:pt x="30137" y="6175"/>
                      <a:pt x="30411" y="4504"/>
                    </a:cubicBezTo>
                    <a:cubicBezTo>
                      <a:pt x="30749" y="2676"/>
                      <a:pt x="29496" y="915"/>
                      <a:pt x="27668"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3"/>
              <p:cNvSpPr/>
              <p:nvPr/>
            </p:nvSpPr>
            <p:spPr>
              <a:xfrm>
                <a:off x="2195525" y="1243025"/>
                <a:ext cx="1015950" cy="507975"/>
              </a:xfrm>
              <a:custGeom>
                <a:avLst/>
                <a:gdLst/>
                <a:ahLst/>
                <a:cxnLst/>
                <a:rect l="l" t="t" r="r" b="b"/>
                <a:pathLst>
                  <a:path w="40638" h="20319" extrusionOk="0">
                    <a:moveTo>
                      <a:pt x="20319" y="0"/>
                    </a:moveTo>
                    <a:cubicBezTo>
                      <a:pt x="15375" y="0"/>
                      <a:pt x="10668" y="779"/>
                      <a:pt x="7078" y="2202"/>
                    </a:cubicBezTo>
                    <a:cubicBezTo>
                      <a:pt x="915" y="4674"/>
                      <a:pt x="0" y="8229"/>
                      <a:pt x="0" y="10160"/>
                    </a:cubicBezTo>
                    <a:cubicBezTo>
                      <a:pt x="0"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3"/>
                      <a:pt x="39113" y="6773"/>
                      <a:pt x="37251" y="6773"/>
                    </a:cubicBezTo>
                    <a:cubicBezTo>
                      <a:pt x="35422" y="6773"/>
                      <a:pt x="33932" y="8196"/>
                      <a:pt x="33864" y="10024"/>
                    </a:cubicBezTo>
                    <a:cubicBezTo>
                      <a:pt x="33255" y="11074"/>
                      <a:pt x="28582" y="13546"/>
                      <a:pt x="20319" y="13546"/>
                    </a:cubicBezTo>
                    <a:cubicBezTo>
                      <a:pt x="12361" y="13546"/>
                      <a:pt x="7721" y="11243"/>
                      <a:pt x="6841" y="10160"/>
                    </a:cubicBezTo>
                    <a:cubicBezTo>
                      <a:pt x="7721" y="9042"/>
                      <a:pt x="12361" y="6773"/>
                      <a:pt x="20319" y="6773"/>
                    </a:cubicBezTo>
                    <a:cubicBezTo>
                      <a:pt x="22452" y="6773"/>
                      <a:pt x="24552" y="6943"/>
                      <a:pt x="26482" y="7281"/>
                    </a:cubicBezTo>
                    <a:cubicBezTo>
                      <a:pt x="26674" y="7313"/>
                      <a:pt x="26865" y="7328"/>
                      <a:pt x="27053" y="7328"/>
                    </a:cubicBezTo>
                    <a:cubicBezTo>
                      <a:pt x="28692" y="7328"/>
                      <a:pt x="30137" y="6175"/>
                      <a:pt x="30410" y="4504"/>
                    </a:cubicBezTo>
                    <a:cubicBezTo>
                      <a:pt x="30749" y="2676"/>
                      <a:pt x="29496" y="915"/>
                      <a:pt x="27667" y="610"/>
                    </a:cubicBezTo>
                    <a:cubicBezTo>
                      <a:pt x="25331" y="204"/>
                      <a:pt x="22859" y="0"/>
                      <a:pt x="203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3"/>
              <p:cNvSpPr/>
              <p:nvPr/>
            </p:nvSpPr>
            <p:spPr>
              <a:xfrm>
                <a:off x="3296100" y="650400"/>
                <a:ext cx="1015950" cy="508000"/>
              </a:xfrm>
              <a:custGeom>
                <a:avLst/>
                <a:gdLst/>
                <a:ahLst/>
                <a:cxnLst/>
                <a:rect l="l" t="t" r="r" b="b"/>
                <a:pathLst>
                  <a:path w="40638" h="20320" extrusionOk="0">
                    <a:moveTo>
                      <a:pt x="20319" y="1"/>
                    </a:moveTo>
                    <a:cubicBezTo>
                      <a:pt x="15375" y="1"/>
                      <a:pt x="10668" y="780"/>
                      <a:pt x="7078" y="2202"/>
                    </a:cubicBezTo>
                    <a:cubicBezTo>
                      <a:pt x="915" y="4674"/>
                      <a:pt x="1" y="8230"/>
                      <a:pt x="1" y="10160"/>
                    </a:cubicBezTo>
                    <a:cubicBezTo>
                      <a:pt x="1" y="12056"/>
                      <a:pt x="915" y="15612"/>
                      <a:pt x="7078" y="18084"/>
                    </a:cubicBezTo>
                    <a:cubicBezTo>
                      <a:pt x="10668" y="19506"/>
                      <a:pt x="15375" y="20319"/>
                      <a:pt x="20319" y="20319"/>
                    </a:cubicBezTo>
                    <a:cubicBezTo>
                      <a:pt x="25263" y="20319"/>
                      <a:pt x="29936" y="19506"/>
                      <a:pt x="33526" y="18084"/>
                    </a:cubicBezTo>
                    <a:cubicBezTo>
                      <a:pt x="39689" y="15612"/>
                      <a:pt x="40637" y="12056"/>
                      <a:pt x="40637" y="10160"/>
                    </a:cubicBezTo>
                    <a:cubicBezTo>
                      <a:pt x="40637" y="8264"/>
                      <a:pt x="39113" y="6774"/>
                      <a:pt x="37251" y="6774"/>
                    </a:cubicBezTo>
                    <a:cubicBezTo>
                      <a:pt x="35422" y="6774"/>
                      <a:pt x="33932" y="8196"/>
                      <a:pt x="33865" y="10024"/>
                    </a:cubicBezTo>
                    <a:cubicBezTo>
                      <a:pt x="33255" y="11074"/>
                      <a:pt x="28582" y="13546"/>
                      <a:pt x="20319" y="13546"/>
                    </a:cubicBezTo>
                    <a:cubicBezTo>
                      <a:pt x="12361" y="13546"/>
                      <a:pt x="7722" y="11244"/>
                      <a:pt x="6841" y="10160"/>
                    </a:cubicBezTo>
                    <a:cubicBezTo>
                      <a:pt x="7722" y="9042"/>
                      <a:pt x="12361" y="6774"/>
                      <a:pt x="20319" y="6774"/>
                    </a:cubicBezTo>
                    <a:cubicBezTo>
                      <a:pt x="22452" y="6774"/>
                      <a:pt x="24552" y="6943"/>
                      <a:pt x="26482" y="7281"/>
                    </a:cubicBezTo>
                    <a:cubicBezTo>
                      <a:pt x="26674" y="7313"/>
                      <a:pt x="26865" y="7328"/>
                      <a:pt x="27053" y="7328"/>
                    </a:cubicBezTo>
                    <a:cubicBezTo>
                      <a:pt x="28692" y="7328"/>
                      <a:pt x="30137" y="6175"/>
                      <a:pt x="30410" y="4505"/>
                    </a:cubicBezTo>
                    <a:cubicBezTo>
                      <a:pt x="30749" y="2676"/>
                      <a:pt x="29496" y="915"/>
                      <a:pt x="27667" y="610"/>
                    </a:cubicBezTo>
                    <a:cubicBezTo>
                      <a:pt x="25331" y="204"/>
                      <a:pt x="22859" y="1"/>
                      <a:pt x="20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3" name="Google Shape;3443;p73"/>
            <p:cNvGrpSpPr/>
            <p:nvPr/>
          </p:nvGrpSpPr>
          <p:grpSpPr>
            <a:xfrm rot="-1799794">
              <a:off x="8098764" y="1176264"/>
              <a:ext cx="365703" cy="350054"/>
              <a:chOff x="2057567" y="690970"/>
              <a:chExt cx="352891" cy="337790"/>
            </a:xfrm>
          </p:grpSpPr>
          <p:sp>
            <p:nvSpPr>
              <p:cNvPr id="3444" name="Google Shape;3444;p73"/>
              <p:cNvSpPr/>
              <p:nvPr/>
            </p:nvSpPr>
            <p:spPr>
              <a:xfrm>
                <a:off x="2057567" y="690970"/>
                <a:ext cx="352891" cy="337790"/>
              </a:xfrm>
              <a:custGeom>
                <a:avLst/>
                <a:gdLst/>
                <a:ahLst/>
                <a:cxnLst/>
                <a:rect l="l" t="t" r="r" b="b"/>
                <a:pathLst>
                  <a:path w="8670" h="8299" extrusionOk="0">
                    <a:moveTo>
                      <a:pt x="4719" y="1444"/>
                    </a:moveTo>
                    <a:cubicBezTo>
                      <a:pt x="5221" y="1444"/>
                      <a:pt x="5701" y="1668"/>
                      <a:pt x="6150" y="2116"/>
                    </a:cubicBezTo>
                    <a:cubicBezTo>
                      <a:pt x="6598" y="2564"/>
                      <a:pt x="6822" y="3068"/>
                      <a:pt x="6822" y="3584"/>
                    </a:cubicBezTo>
                    <a:cubicBezTo>
                      <a:pt x="6822" y="4300"/>
                      <a:pt x="6385" y="4883"/>
                      <a:pt x="6195" y="5118"/>
                    </a:cubicBezTo>
                    <a:lnTo>
                      <a:pt x="3182" y="2105"/>
                    </a:lnTo>
                    <a:cubicBezTo>
                      <a:pt x="3406" y="1903"/>
                      <a:pt x="3977" y="1455"/>
                      <a:pt x="4682" y="1444"/>
                    </a:cubicBezTo>
                    <a:cubicBezTo>
                      <a:pt x="4695" y="1444"/>
                      <a:pt x="4707" y="1444"/>
                      <a:pt x="4719" y="1444"/>
                    </a:cubicBezTo>
                    <a:close/>
                    <a:moveTo>
                      <a:pt x="4719" y="1164"/>
                    </a:moveTo>
                    <a:cubicBezTo>
                      <a:pt x="4707" y="1164"/>
                      <a:pt x="4695" y="1164"/>
                      <a:pt x="4682" y="1164"/>
                    </a:cubicBezTo>
                    <a:cubicBezTo>
                      <a:pt x="3652" y="1175"/>
                      <a:pt x="2913" y="1971"/>
                      <a:pt x="2879" y="2004"/>
                    </a:cubicBezTo>
                    <a:lnTo>
                      <a:pt x="2790" y="2105"/>
                    </a:lnTo>
                    <a:lnTo>
                      <a:pt x="6195" y="5510"/>
                    </a:lnTo>
                    <a:lnTo>
                      <a:pt x="6284" y="5420"/>
                    </a:lnTo>
                    <a:cubicBezTo>
                      <a:pt x="6318" y="5387"/>
                      <a:pt x="7091" y="4625"/>
                      <a:pt x="7102" y="3595"/>
                    </a:cubicBezTo>
                    <a:cubicBezTo>
                      <a:pt x="7113" y="2990"/>
                      <a:pt x="6855" y="2430"/>
                      <a:pt x="6340" y="1915"/>
                    </a:cubicBezTo>
                    <a:cubicBezTo>
                      <a:pt x="5847" y="1421"/>
                      <a:pt x="5289" y="1164"/>
                      <a:pt x="4719" y="1164"/>
                    </a:cubicBezTo>
                    <a:close/>
                    <a:moveTo>
                      <a:pt x="4575" y="237"/>
                    </a:moveTo>
                    <a:cubicBezTo>
                      <a:pt x="5467" y="237"/>
                      <a:pt x="6357" y="576"/>
                      <a:pt x="7035" y="1254"/>
                    </a:cubicBezTo>
                    <a:cubicBezTo>
                      <a:pt x="8401" y="2620"/>
                      <a:pt x="8401" y="4827"/>
                      <a:pt x="7035" y="6193"/>
                    </a:cubicBezTo>
                    <a:lnTo>
                      <a:pt x="6945" y="6294"/>
                    </a:lnTo>
                    <a:lnTo>
                      <a:pt x="7606" y="6955"/>
                    </a:lnTo>
                    <a:lnTo>
                      <a:pt x="6654" y="7907"/>
                    </a:lnTo>
                    <a:lnTo>
                      <a:pt x="393" y="1646"/>
                    </a:lnTo>
                    <a:lnTo>
                      <a:pt x="1345" y="694"/>
                    </a:lnTo>
                    <a:lnTo>
                      <a:pt x="2006" y="1355"/>
                    </a:lnTo>
                    <a:lnTo>
                      <a:pt x="2106" y="1254"/>
                    </a:lnTo>
                    <a:cubicBezTo>
                      <a:pt x="2790" y="576"/>
                      <a:pt x="3683" y="237"/>
                      <a:pt x="4575" y="237"/>
                    </a:cubicBezTo>
                    <a:close/>
                    <a:moveTo>
                      <a:pt x="4521" y="1"/>
                    </a:moveTo>
                    <a:cubicBezTo>
                      <a:pt x="3623" y="1"/>
                      <a:pt x="2723" y="321"/>
                      <a:pt x="2006" y="963"/>
                    </a:cubicBezTo>
                    <a:lnTo>
                      <a:pt x="1345" y="302"/>
                    </a:lnTo>
                    <a:lnTo>
                      <a:pt x="1" y="1646"/>
                    </a:lnTo>
                    <a:lnTo>
                      <a:pt x="6654" y="8299"/>
                    </a:lnTo>
                    <a:lnTo>
                      <a:pt x="7998" y="6955"/>
                    </a:lnTo>
                    <a:lnTo>
                      <a:pt x="7326" y="6283"/>
                    </a:lnTo>
                    <a:cubicBezTo>
                      <a:pt x="8670" y="4793"/>
                      <a:pt x="8603" y="2519"/>
                      <a:pt x="7191" y="1108"/>
                    </a:cubicBezTo>
                    <a:cubicBezTo>
                      <a:pt x="6454" y="371"/>
                      <a:pt x="5488" y="1"/>
                      <a:pt x="4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3"/>
              <p:cNvSpPr/>
              <p:nvPr/>
            </p:nvSpPr>
            <p:spPr>
              <a:xfrm>
                <a:off x="2078528" y="742459"/>
                <a:ext cx="36510" cy="36510"/>
              </a:xfrm>
              <a:custGeom>
                <a:avLst/>
                <a:gdLst/>
                <a:ahLst/>
                <a:cxnLst/>
                <a:rect l="l" t="t" r="r" b="b"/>
                <a:pathLst>
                  <a:path w="897" h="897" extrusionOk="0">
                    <a:moveTo>
                      <a:pt x="707" y="0"/>
                    </a:moveTo>
                    <a:lnTo>
                      <a:pt x="1" y="706"/>
                    </a:lnTo>
                    <a:lnTo>
                      <a:pt x="202" y="896"/>
                    </a:lnTo>
                    <a:lnTo>
                      <a:pt x="897" y="202"/>
                    </a:lnTo>
                    <a:lnTo>
                      <a:pt x="7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3"/>
              <p:cNvSpPr/>
              <p:nvPr/>
            </p:nvSpPr>
            <p:spPr>
              <a:xfrm>
                <a:off x="2099531" y="763420"/>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3"/>
              <p:cNvSpPr/>
              <p:nvPr/>
            </p:nvSpPr>
            <p:spPr>
              <a:xfrm>
                <a:off x="2121836" y="785766"/>
                <a:ext cx="36510" cy="36510"/>
              </a:xfrm>
              <a:custGeom>
                <a:avLst/>
                <a:gdLst/>
                <a:ahLst/>
                <a:cxnLst/>
                <a:rect l="l" t="t" r="r" b="b"/>
                <a:pathLst>
                  <a:path w="897" h="897" extrusionOk="0">
                    <a:moveTo>
                      <a:pt x="695" y="0"/>
                    </a:moveTo>
                    <a:lnTo>
                      <a:pt x="1" y="694"/>
                    </a:lnTo>
                    <a:lnTo>
                      <a:pt x="203" y="896"/>
                    </a:lnTo>
                    <a:lnTo>
                      <a:pt x="897" y="202"/>
                    </a:lnTo>
                    <a:lnTo>
                      <a:pt x="6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3"/>
              <p:cNvSpPr/>
              <p:nvPr/>
            </p:nvSpPr>
            <p:spPr>
              <a:xfrm>
                <a:off x="2144182" y="80807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3"/>
              <p:cNvSpPr/>
              <p:nvPr/>
            </p:nvSpPr>
            <p:spPr>
              <a:xfrm>
                <a:off x="2166080" y="829969"/>
                <a:ext cx="36510" cy="36510"/>
              </a:xfrm>
              <a:custGeom>
                <a:avLst/>
                <a:gdLst/>
                <a:ahLst/>
                <a:cxnLst/>
                <a:rect l="l" t="t" r="r" b="b"/>
                <a:pathLst>
                  <a:path w="897" h="897" extrusionOk="0">
                    <a:moveTo>
                      <a:pt x="706" y="1"/>
                    </a:moveTo>
                    <a:lnTo>
                      <a:pt x="0" y="706"/>
                    </a:lnTo>
                    <a:lnTo>
                      <a:pt x="202" y="897"/>
                    </a:lnTo>
                    <a:lnTo>
                      <a:pt x="896" y="202"/>
                    </a:lnTo>
                    <a:lnTo>
                      <a:pt x="7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3"/>
              <p:cNvSpPr/>
              <p:nvPr/>
            </p:nvSpPr>
            <p:spPr>
              <a:xfrm>
                <a:off x="2188425" y="852315"/>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3"/>
              <p:cNvSpPr/>
              <p:nvPr/>
            </p:nvSpPr>
            <p:spPr>
              <a:xfrm>
                <a:off x="2210771" y="874660"/>
                <a:ext cx="36510" cy="36510"/>
              </a:xfrm>
              <a:custGeom>
                <a:avLst/>
                <a:gdLst/>
                <a:ahLst/>
                <a:cxnLst/>
                <a:rect l="l" t="t" r="r" b="b"/>
                <a:pathLst>
                  <a:path w="897" h="897" extrusionOk="0">
                    <a:moveTo>
                      <a:pt x="694" y="0"/>
                    </a:moveTo>
                    <a:lnTo>
                      <a:pt x="0" y="706"/>
                    </a:lnTo>
                    <a:lnTo>
                      <a:pt x="202" y="896"/>
                    </a:lnTo>
                    <a:lnTo>
                      <a:pt x="896" y="202"/>
                    </a:lnTo>
                    <a:lnTo>
                      <a:pt x="69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3"/>
              <p:cNvSpPr/>
              <p:nvPr/>
            </p:nvSpPr>
            <p:spPr>
              <a:xfrm>
                <a:off x="2233076" y="896965"/>
                <a:ext cx="36510" cy="36551"/>
              </a:xfrm>
              <a:custGeom>
                <a:avLst/>
                <a:gdLst/>
                <a:ahLst/>
                <a:cxnLst/>
                <a:rect l="l" t="t" r="r" b="b"/>
                <a:pathLst>
                  <a:path w="897" h="898" extrusionOk="0">
                    <a:moveTo>
                      <a:pt x="695" y="1"/>
                    </a:moveTo>
                    <a:lnTo>
                      <a:pt x="1" y="695"/>
                    </a:lnTo>
                    <a:lnTo>
                      <a:pt x="202" y="897"/>
                    </a:lnTo>
                    <a:lnTo>
                      <a:pt x="897" y="203"/>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3"/>
              <p:cNvSpPr/>
              <p:nvPr/>
            </p:nvSpPr>
            <p:spPr>
              <a:xfrm>
                <a:off x="2255422" y="919311"/>
                <a:ext cx="36510" cy="36510"/>
              </a:xfrm>
              <a:custGeom>
                <a:avLst/>
                <a:gdLst/>
                <a:ahLst/>
                <a:cxnLst/>
                <a:rect l="l" t="t" r="r" b="b"/>
                <a:pathLst>
                  <a:path w="897" h="897" extrusionOk="0">
                    <a:moveTo>
                      <a:pt x="695" y="1"/>
                    </a:moveTo>
                    <a:lnTo>
                      <a:pt x="1" y="695"/>
                    </a:lnTo>
                    <a:lnTo>
                      <a:pt x="191" y="897"/>
                    </a:lnTo>
                    <a:lnTo>
                      <a:pt x="897" y="191"/>
                    </a:lnTo>
                    <a:lnTo>
                      <a:pt x="6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3"/>
              <p:cNvSpPr/>
              <p:nvPr/>
            </p:nvSpPr>
            <p:spPr>
              <a:xfrm>
                <a:off x="2277319" y="941209"/>
                <a:ext cx="36510" cy="36958"/>
              </a:xfrm>
              <a:custGeom>
                <a:avLst/>
                <a:gdLst/>
                <a:ahLst/>
                <a:cxnLst/>
                <a:rect l="l" t="t" r="r" b="b"/>
                <a:pathLst>
                  <a:path w="897" h="908" extrusionOk="0">
                    <a:moveTo>
                      <a:pt x="706" y="0"/>
                    </a:moveTo>
                    <a:lnTo>
                      <a:pt x="0" y="706"/>
                    </a:lnTo>
                    <a:lnTo>
                      <a:pt x="202" y="908"/>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3"/>
              <p:cNvSpPr/>
              <p:nvPr/>
            </p:nvSpPr>
            <p:spPr>
              <a:xfrm>
                <a:off x="2299665" y="963554"/>
                <a:ext cx="36510" cy="36510"/>
              </a:xfrm>
              <a:custGeom>
                <a:avLst/>
                <a:gdLst/>
                <a:ahLst/>
                <a:cxnLst/>
                <a:rect l="l" t="t" r="r" b="b"/>
                <a:pathLst>
                  <a:path w="897" h="897" extrusionOk="0">
                    <a:moveTo>
                      <a:pt x="706" y="0"/>
                    </a:moveTo>
                    <a:lnTo>
                      <a:pt x="0" y="706"/>
                    </a:lnTo>
                    <a:lnTo>
                      <a:pt x="202" y="896"/>
                    </a:lnTo>
                    <a:lnTo>
                      <a:pt x="896" y="202"/>
                    </a:lnTo>
                    <a:lnTo>
                      <a:pt x="7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56" name="Google Shape;3456;p73"/>
          <p:cNvSpPr/>
          <p:nvPr/>
        </p:nvSpPr>
        <p:spPr>
          <a:xfrm>
            <a:off x="4705327" y="2908425"/>
            <a:ext cx="254400" cy="254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3"/>
          <p:cNvSpPr/>
          <p:nvPr/>
        </p:nvSpPr>
        <p:spPr>
          <a:xfrm>
            <a:off x="5077903" y="2908425"/>
            <a:ext cx="254400" cy="254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3"/>
          <p:cNvSpPr/>
          <p:nvPr/>
        </p:nvSpPr>
        <p:spPr>
          <a:xfrm>
            <a:off x="5450478" y="2908425"/>
            <a:ext cx="254400" cy="254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9" name="Google Shape;3459;p73"/>
          <p:cNvGrpSpPr/>
          <p:nvPr/>
        </p:nvGrpSpPr>
        <p:grpSpPr>
          <a:xfrm>
            <a:off x="4752127" y="2965853"/>
            <a:ext cx="160871" cy="160871"/>
            <a:chOff x="3368074" y="3882537"/>
            <a:chExt cx="215298" cy="215298"/>
          </a:xfrm>
        </p:grpSpPr>
        <p:sp>
          <p:nvSpPr>
            <p:cNvPr id="3460" name="Google Shape;3460;p7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73"/>
          <p:cNvGrpSpPr/>
          <p:nvPr/>
        </p:nvGrpSpPr>
        <p:grpSpPr>
          <a:xfrm>
            <a:off x="5127769" y="2965902"/>
            <a:ext cx="155496" cy="139061"/>
            <a:chOff x="3824739" y="3890112"/>
            <a:chExt cx="208105" cy="186110"/>
          </a:xfrm>
        </p:grpSpPr>
        <p:sp>
          <p:nvSpPr>
            <p:cNvPr id="3464" name="Google Shape;3464;p7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3"/>
          <p:cNvSpPr/>
          <p:nvPr/>
        </p:nvSpPr>
        <p:spPr>
          <a:xfrm>
            <a:off x="5497869" y="2965803"/>
            <a:ext cx="169884" cy="138771"/>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3"/>
          <p:cNvSpPr txBox="1"/>
          <p:nvPr/>
        </p:nvSpPr>
        <p:spPr>
          <a:xfrm>
            <a:off x="3705100" y="4161700"/>
            <a:ext cx="3000000" cy="336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191919"/>
                </a:solidFill>
                <a:latin typeface="Poppins"/>
                <a:ea typeface="Poppins"/>
                <a:cs typeface="Poppins"/>
                <a:sym typeface="Poppins"/>
              </a:rPr>
              <a:t>Please keep this slide for attribution</a:t>
            </a:r>
            <a:endParaRPr sz="1000">
              <a:latin typeface="Poppins"/>
              <a:ea typeface="Poppins"/>
              <a:cs typeface="Poppins"/>
              <a:sym typeface="Poppins"/>
            </a:endParaRPr>
          </a:p>
        </p:txBody>
      </p:sp>
      <p:grpSp>
        <p:nvGrpSpPr>
          <p:cNvPr id="3469" name="Google Shape;3469;p73"/>
          <p:cNvGrpSpPr/>
          <p:nvPr/>
        </p:nvGrpSpPr>
        <p:grpSpPr>
          <a:xfrm>
            <a:off x="189542" y="2535172"/>
            <a:ext cx="2993536" cy="1566542"/>
            <a:chOff x="448149" y="2417447"/>
            <a:chExt cx="2876740" cy="1505422"/>
          </a:xfrm>
        </p:grpSpPr>
        <p:sp>
          <p:nvSpPr>
            <p:cNvPr id="3470" name="Google Shape;3470;p73"/>
            <p:cNvSpPr/>
            <p:nvPr/>
          </p:nvSpPr>
          <p:spPr>
            <a:xfrm>
              <a:off x="448149" y="3776285"/>
              <a:ext cx="2876740" cy="146584"/>
            </a:xfrm>
            <a:custGeom>
              <a:avLst/>
              <a:gdLst/>
              <a:ahLst/>
              <a:cxnLst/>
              <a:rect l="l" t="t" r="r" b="b"/>
              <a:pathLst>
                <a:path w="53204" h="2711" extrusionOk="0">
                  <a:moveTo>
                    <a:pt x="0" y="0"/>
                  </a:moveTo>
                  <a:lnTo>
                    <a:pt x="0" y="2711"/>
                  </a:lnTo>
                  <a:lnTo>
                    <a:pt x="53203" y="2711"/>
                  </a:lnTo>
                  <a:lnTo>
                    <a:pt x="532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3"/>
            <p:cNvSpPr/>
            <p:nvPr/>
          </p:nvSpPr>
          <p:spPr>
            <a:xfrm>
              <a:off x="786679" y="2463298"/>
              <a:ext cx="2361940" cy="1326932"/>
            </a:xfrm>
            <a:custGeom>
              <a:avLst/>
              <a:gdLst/>
              <a:ahLst/>
              <a:cxnLst/>
              <a:rect l="l" t="t" r="r" b="b"/>
              <a:pathLst>
                <a:path w="43683" h="24541" extrusionOk="0">
                  <a:moveTo>
                    <a:pt x="29140" y="0"/>
                  </a:moveTo>
                  <a:cubicBezTo>
                    <a:pt x="27001" y="0"/>
                    <a:pt x="24497" y="338"/>
                    <a:pt x="21909" y="1412"/>
                  </a:cubicBezTo>
                  <a:cubicBezTo>
                    <a:pt x="20262" y="2106"/>
                    <a:pt x="18728" y="3025"/>
                    <a:pt x="17350" y="4145"/>
                  </a:cubicBezTo>
                  <a:cubicBezTo>
                    <a:pt x="16041" y="3646"/>
                    <a:pt x="13502" y="2842"/>
                    <a:pt x="10285" y="2842"/>
                  </a:cubicBezTo>
                  <a:cubicBezTo>
                    <a:pt x="9098" y="2842"/>
                    <a:pt x="7818" y="2951"/>
                    <a:pt x="6474" y="3226"/>
                  </a:cubicBezTo>
                  <a:cubicBezTo>
                    <a:pt x="4178" y="3697"/>
                    <a:pt x="1983" y="4593"/>
                    <a:pt x="0" y="5870"/>
                  </a:cubicBezTo>
                  <a:lnTo>
                    <a:pt x="8827" y="24541"/>
                  </a:lnTo>
                  <a:lnTo>
                    <a:pt x="43683" y="24541"/>
                  </a:lnTo>
                  <a:cubicBezTo>
                    <a:pt x="40603" y="16588"/>
                    <a:pt x="37534" y="8636"/>
                    <a:pt x="34465" y="684"/>
                  </a:cubicBezTo>
                  <a:cubicBezTo>
                    <a:pt x="33357" y="398"/>
                    <a:pt x="31463" y="0"/>
                    <a:pt x="29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3"/>
            <p:cNvSpPr/>
            <p:nvPr/>
          </p:nvSpPr>
          <p:spPr>
            <a:xfrm>
              <a:off x="848426" y="2577116"/>
              <a:ext cx="1336070" cy="1199381"/>
            </a:xfrm>
            <a:custGeom>
              <a:avLst/>
              <a:gdLst/>
              <a:ahLst/>
              <a:cxnLst/>
              <a:rect l="l" t="t" r="r" b="b"/>
              <a:pathLst>
                <a:path w="24710" h="22182" extrusionOk="0">
                  <a:moveTo>
                    <a:pt x="8880" y="1"/>
                  </a:moveTo>
                  <a:cubicBezTo>
                    <a:pt x="7633" y="1"/>
                    <a:pt x="6608" y="194"/>
                    <a:pt x="5937" y="326"/>
                  </a:cubicBezTo>
                  <a:cubicBezTo>
                    <a:pt x="3787" y="752"/>
                    <a:pt x="1759" y="1659"/>
                    <a:pt x="1" y="2992"/>
                  </a:cubicBezTo>
                  <a:cubicBezTo>
                    <a:pt x="1401" y="6285"/>
                    <a:pt x="2779" y="9678"/>
                    <a:pt x="4134" y="13184"/>
                  </a:cubicBezTo>
                  <a:cubicBezTo>
                    <a:pt x="5198" y="15951"/>
                    <a:pt x="6206" y="18684"/>
                    <a:pt x="7169" y="21372"/>
                  </a:cubicBezTo>
                  <a:cubicBezTo>
                    <a:pt x="9712" y="21876"/>
                    <a:pt x="12288" y="22145"/>
                    <a:pt x="14875" y="22178"/>
                  </a:cubicBezTo>
                  <a:cubicBezTo>
                    <a:pt x="15064" y="22181"/>
                    <a:pt x="15254" y="22182"/>
                    <a:pt x="15443" y="22182"/>
                  </a:cubicBezTo>
                  <a:cubicBezTo>
                    <a:pt x="18558" y="22182"/>
                    <a:pt x="21668" y="21835"/>
                    <a:pt x="24709" y="21159"/>
                  </a:cubicBezTo>
                  <a:lnTo>
                    <a:pt x="16835" y="3238"/>
                  </a:lnTo>
                  <a:cubicBezTo>
                    <a:pt x="15715" y="2152"/>
                    <a:pt x="14394" y="1300"/>
                    <a:pt x="12949" y="752"/>
                  </a:cubicBezTo>
                  <a:cubicBezTo>
                    <a:pt x="11466" y="177"/>
                    <a:pt x="10072" y="1"/>
                    <a:pt x="88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3"/>
            <p:cNvSpPr/>
            <p:nvPr/>
          </p:nvSpPr>
          <p:spPr>
            <a:xfrm>
              <a:off x="840586" y="2569492"/>
              <a:ext cx="1351804" cy="1214088"/>
            </a:xfrm>
            <a:custGeom>
              <a:avLst/>
              <a:gdLst/>
              <a:ahLst/>
              <a:cxnLst/>
              <a:rect l="l" t="t" r="r" b="b"/>
              <a:pathLst>
                <a:path w="25001" h="22454" extrusionOk="0">
                  <a:moveTo>
                    <a:pt x="9022" y="277"/>
                  </a:moveTo>
                  <a:cubicBezTo>
                    <a:pt x="10196" y="277"/>
                    <a:pt x="11580" y="447"/>
                    <a:pt x="13038" y="1005"/>
                  </a:cubicBezTo>
                  <a:cubicBezTo>
                    <a:pt x="14472" y="1553"/>
                    <a:pt x="15760" y="2382"/>
                    <a:pt x="16857" y="3446"/>
                  </a:cubicBezTo>
                  <a:lnTo>
                    <a:pt x="24664" y="21199"/>
                  </a:lnTo>
                  <a:cubicBezTo>
                    <a:pt x="21686" y="21851"/>
                    <a:pt x="18649" y="22178"/>
                    <a:pt x="15609" y="22178"/>
                  </a:cubicBezTo>
                  <a:cubicBezTo>
                    <a:pt x="15413" y="22178"/>
                    <a:pt x="15217" y="22176"/>
                    <a:pt x="15020" y="22174"/>
                  </a:cubicBezTo>
                  <a:cubicBezTo>
                    <a:pt x="12467" y="22140"/>
                    <a:pt x="9924" y="21871"/>
                    <a:pt x="7426" y="21389"/>
                  </a:cubicBezTo>
                  <a:cubicBezTo>
                    <a:pt x="6452" y="18679"/>
                    <a:pt x="5433" y="15957"/>
                    <a:pt x="4402" y="13280"/>
                  </a:cubicBezTo>
                  <a:cubicBezTo>
                    <a:pt x="3103" y="9898"/>
                    <a:pt x="1725" y="6504"/>
                    <a:pt x="325" y="3177"/>
                  </a:cubicBezTo>
                  <a:cubicBezTo>
                    <a:pt x="2039" y="1901"/>
                    <a:pt x="4010" y="1016"/>
                    <a:pt x="6105" y="601"/>
                  </a:cubicBezTo>
                  <a:cubicBezTo>
                    <a:pt x="6712" y="479"/>
                    <a:pt x="7742" y="277"/>
                    <a:pt x="9022" y="277"/>
                  </a:cubicBezTo>
                  <a:close/>
                  <a:moveTo>
                    <a:pt x="9036" y="1"/>
                  </a:moveTo>
                  <a:cubicBezTo>
                    <a:pt x="7724" y="1"/>
                    <a:pt x="6669" y="210"/>
                    <a:pt x="6049" y="333"/>
                  </a:cubicBezTo>
                  <a:cubicBezTo>
                    <a:pt x="3887" y="769"/>
                    <a:pt x="1837" y="1688"/>
                    <a:pt x="68" y="3021"/>
                  </a:cubicBezTo>
                  <a:cubicBezTo>
                    <a:pt x="23" y="3054"/>
                    <a:pt x="0" y="3121"/>
                    <a:pt x="23" y="3189"/>
                  </a:cubicBezTo>
                  <a:cubicBezTo>
                    <a:pt x="1445" y="6549"/>
                    <a:pt x="2823" y="9976"/>
                    <a:pt x="4145" y="13381"/>
                  </a:cubicBezTo>
                  <a:cubicBezTo>
                    <a:pt x="5186" y="16080"/>
                    <a:pt x="6205" y="18825"/>
                    <a:pt x="7180" y="21557"/>
                  </a:cubicBezTo>
                  <a:cubicBezTo>
                    <a:pt x="7202" y="21602"/>
                    <a:pt x="7236" y="21636"/>
                    <a:pt x="7292" y="21647"/>
                  </a:cubicBezTo>
                  <a:cubicBezTo>
                    <a:pt x="9834" y="22151"/>
                    <a:pt x="12422" y="22420"/>
                    <a:pt x="15020" y="22454"/>
                  </a:cubicBezTo>
                  <a:lnTo>
                    <a:pt x="15580" y="22454"/>
                  </a:lnTo>
                  <a:cubicBezTo>
                    <a:pt x="18705" y="22454"/>
                    <a:pt x="21830" y="22106"/>
                    <a:pt x="24888" y="21423"/>
                  </a:cubicBezTo>
                  <a:cubicBezTo>
                    <a:pt x="24933" y="21423"/>
                    <a:pt x="24966" y="21389"/>
                    <a:pt x="24989" y="21356"/>
                  </a:cubicBezTo>
                  <a:cubicBezTo>
                    <a:pt x="25000" y="21311"/>
                    <a:pt x="25000" y="21266"/>
                    <a:pt x="24989" y="21233"/>
                  </a:cubicBezTo>
                  <a:lnTo>
                    <a:pt x="17104" y="3312"/>
                  </a:lnTo>
                  <a:cubicBezTo>
                    <a:pt x="17104" y="3301"/>
                    <a:pt x="17092" y="3278"/>
                    <a:pt x="17081" y="3267"/>
                  </a:cubicBezTo>
                  <a:cubicBezTo>
                    <a:pt x="15950" y="2169"/>
                    <a:pt x="14606" y="1318"/>
                    <a:pt x="13139" y="747"/>
                  </a:cubicBezTo>
                  <a:cubicBezTo>
                    <a:pt x="11647" y="175"/>
                    <a:pt x="10235" y="1"/>
                    <a:pt x="9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3"/>
            <p:cNvSpPr/>
            <p:nvPr/>
          </p:nvSpPr>
          <p:spPr>
            <a:xfrm>
              <a:off x="1758686" y="2466272"/>
              <a:ext cx="1259128" cy="1302763"/>
            </a:xfrm>
            <a:custGeom>
              <a:avLst/>
              <a:gdLst/>
              <a:ahLst/>
              <a:cxnLst/>
              <a:rect l="l" t="t" r="r" b="b"/>
              <a:pathLst>
                <a:path w="23287" h="24094" extrusionOk="0">
                  <a:moveTo>
                    <a:pt x="10127" y="0"/>
                  </a:moveTo>
                  <a:cubicBezTo>
                    <a:pt x="9209" y="0"/>
                    <a:pt x="8291" y="102"/>
                    <a:pt x="7393" y="304"/>
                  </a:cubicBezTo>
                  <a:cubicBezTo>
                    <a:pt x="3125" y="1290"/>
                    <a:pt x="717" y="4291"/>
                    <a:pt x="0" y="5277"/>
                  </a:cubicBezTo>
                  <a:lnTo>
                    <a:pt x="7874" y="23198"/>
                  </a:lnTo>
                  <a:cubicBezTo>
                    <a:pt x="9501" y="23035"/>
                    <a:pt x="11134" y="22954"/>
                    <a:pt x="12765" y="22954"/>
                  </a:cubicBezTo>
                  <a:cubicBezTo>
                    <a:pt x="16300" y="22954"/>
                    <a:pt x="19830" y="23335"/>
                    <a:pt x="23287" y="24094"/>
                  </a:cubicBezTo>
                  <a:cubicBezTo>
                    <a:pt x="19714" y="16141"/>
                    <a:pt x="16129" y="8189"/>
                    <a:pt x="12545" y="237"/>
                  </a:cubicBezTo>
                  <a:cubicBezTo>
                    <a:pt x="11747" y="79"/>
                    <a:pt x="10937" y="0"/>
                    <a:pt x="101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3"/>
            <p:cNvSpPr/>
            <p:nvPr/>
          </p:nvSpPr>
          <p:spPr>
            <a:xfrm>
              <a:off x="1750792" y="2459135"/>
              <a:ext cx="1276106" cy="1317199"/>
            </a:xfrm>
            <a:custGeom>
              <a:avLst/>
              <a:gdLst/>
              <a:ahLst/>
              <a:cxnLst/>
              <a:rect l="l" t="t" r="r" b="b"/>
              <a:pathLst>
                <a:path w="23601" h="24361" extrusionOk="0">
                  <a:moveTo>
                    <a:pt x="10296" y="270"/>
                  </a:moveTo>
                  <a:cubicBezTo>
                    <a:pt x="11066" y="270"/>
                    <a:pt x="11834" y="344"/>
                    <a:pt x="12590" y="492"/>
                  </a:cubicBezTo>
                  <a:lnTo>
                    <a:pt x="23197" y="24024"/>
                  </a:lnTo>
                  <a:cubicBezTo>
                    <a:pt x="21416" y="23643"/>
                    <a:pt x="19613" y="23363"/>
                    <a:pt x="17799" y="23184"/>
                  </a:cubicBezTo>
                  <a:cubicBezTo>
                    <a:pt x="16186" y="23027"/>
                    <a:pt x="14562" y="22949"/>
                    <a:pt x="12938" y="22949"/>
                  </a:cubicBezTo>
                  <a:cubicBezTo>
                    <a:pt x="11325" y="22949"/>
                    <a:pt x="9712" y="23027"/>
                    <a:pt x="8110" y="23184"/>
                  </a:cubicBezTo>
                  <a:lnTo>
                    <a:pt x="303" y="5420"/>
                  </a:lnTo>
                  <a:cubicBezTo>
                    <a:pt x="1401" y="3964"/>
                    <a:pt x="3753" y="1455"/>
                    <a:pt x="7561" y="581"/>
                  </a:cubicBezTo>
                  <a:cubicBezTo>
                    <a:pt x="8462" y="374"/>
                    <a:pt x="9380" y="270"/>
                    <a:pt x="10296" y="270"/>
                  </a:cubicBezTo>
                  <a:close/>
                  <a:moveTo>
                    <a:pt x="10270" y="1"/>
                  </a:moveTo>
                  <a:cubicBezTo>
                    <a:pt x="9342" y="1"/>
                    <a:pt x="8414" y="105"/>
                    <a:pt x="7505" y="313"/>
                  </a:cubicBezTo>
                  <a:cubicBezTo>
                    <a:pt x="3551" y="1220"/>
                    <a:pt x="1132" y="3841"/>
                    <a:pt x="34" y="5330"/>
                  </a:cubicBezTo>
                  <a:cubicBezTo>
                    <a:pt x="1" y="5364"/>
                    <a:pt x="1" y="5420"/>
                    <a:pt x="23" y="5465"/>
                  </a:cubicBezTo>
                  <a:lnTo>
                    <a:pt x="7897" y="23386"/>
                  </a:lnTo>
                  <a:cubicBezTo>
                    <a:pt x="7920" y="23442"/>
                    <a:pt x="7976" y="23475"/>
                    <a:pt x="8043" y="23475"/>
                  </a:cubicBezTo>
                  <a:cubicBezTo>
                    <a:pt x="9666" y="23312"/>
                    <a:pt x="11295" y="23231"/>
                    <a:pt x="12924" y="23231"/>
                  </a:cubicBezTo>
                  <a:cubicBezTo>
                    <a:pt x="16441" y="23231"/>
                    <a:pt x="19957" y="23610"/>
                    <a:pt x="23410" y="24360"/>
                  </a:cubicBezTo>
                  <a:lnTo>
                    <a:pt x="23433" y="24360"/>
                  </a:lnTo>
                  <a:cubicBezTo>
                    <a:pt x="23533" y="24360"/>
                    <a:pt x="23601" y="24259"/>
                    <a:pt x="23567" y="24170"/>
                  </a:cubicBezTo>
                  <a:lnTo>
                    <a:pt x="12826" y="324"/>
                  </a:lnTo>
                  <a:cubicBezTo>
                    <a:pt x="12803" y="279"/>
                    <a:pt x="12770" y="257"/>
                    <a:pt x="12725" y="245"/>
                  </a:cubicBezTo>
                  <a:cubicBezTo>
                    <a:pt x="11915" y="82"/>
                    <a:pt x="11092" y="1"/>
                    <a:pt x="10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3"/>
            <p:cNvSpPr/>
            <p:nvPr/>
          </p:nvSpPr>
          <p:spPr>
            <a:xfrm>
              <a:off x="1758686" y="2425179"/>
              <a:ext cx="1284541" cy="1296004"/>
            </a:xfrm>
            <a:custGeom>
              <a:avLst/>
              <a:gdLst/>
              <a:ahLst/>
              <a:cxnLst/>
              <a:rect l="l" t="t" r="r" b="b"/>
              <a:pathLst>
                <a:path w="23757" h="23969" extrusionOk="0">
                  <a:moveTo>
                    <a:pt x="11515" y="0"/>
                  </a:moveTo>
                  <a:cubicBezTo>
                    <a:pt x="10430" y="0"/>
                    <a:pt x="9347" y="126"/>
                    <a:pt x="8289" y="381"/>
                  </a:cubicBezTo>
                  <a:cubicBezTo>
                    <a:pt x="3473" y="1534"/>
                    <a:pt x="785" y="4939"/>
                    <a:pt x="0" y="6037"/>
                  </a:cubicBezTo>
                  <a:lnTo>
                    <a:pt x="7874" y="23958"/>
                  </a:lnTo>
                  <a:cubicBezTo>
                    <a:pt x="9622" y="23307"/>
                    <a:pt x="12427" y="22478"/>
                    <a:pt x="15889" y="22478"/>
                  </a:cubicBezTo>
                  <a:cubicBezTo>
                    <a:pt x="16776" y="22478"/>
                    <a:pt x="17706" y="22533"/>
                    <a:pt x="18672" y="22658"/>
                  </a:cubicBezTo>
                  <a:cubicBezTo>
                    <a:pt x="20408" y="22882"/>
                    <a:pt x="22122" y="23319"/>
                    <a:pt x="23757" y="23969"/>
                  </a:cubicBezTo>
                  <a:lnTo>
                    <a:pt x="14416" y="302"/>
                  </a:lnTo>
                  <a:cubicBezTo>
                    <a:pt x="13458" y="101"/>
                    <a:pt x="12486" y="0"/>
                    <a:pt x="11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3"/>
            <p:cNvSpPr/>
            <p:nvPr/>
          </p:nvSpPr>
          <p:spPr>
            <a:xfrm>
              <a:off x="1750792" y="2417447"/>
              <a:ext cx="1300924" cy="1311035"/>
            </a:xfrm>
            <a:custGeom>
              <a:avLst/>
              <a:gdLst/>
              <a:ahLst/>
              <a:cxnLst/>
              <a:rect l="l" t="t" r="r" b="b"/>
              <a:pathLst>
                <a:path w="24060" h="24247" extrusionOk="0">
                  <a:moveTo>
                    <a:pt x="11666" y="280"/>
                  </a:moveTo>
                  <a:cubicBezTo>
                    <a:pt x="12602" y="280"/>
                    <a:pt x="13539" y="376"/>
                    <a:pt x="14461" y="568"/>
                  </a:cubicBezTo>
                  <a:lnTo>
                    <a:pt x="23657" y="23865"/>
                  </a:lnTo>
                  <a:cubicBezTo>
                    <a:pt x="22100" y="23283"/>
                    <a:pt x="20476" y="22880"/>
                    <a:pt x="18829" y="22656"/>
                  </a:cubicBezTo>
                  <a:cubicBezTo>
                    <a:pt x="17904" y="22542"/>
                    <a:pt x="16977" y="22485"/>
                    <a:pt x="16051" y="22485"/>
                  </a:cubicBezTo>
                  <a:cubicBezTo>
                    <a:pt x="13344" y="22485"/>
                    <a:pt x="10653" y="22970"/>
                    <a:pt x="8099" y="23921"/>
                  </a:cubicBezTo>
                  <a:lnTo>
                    <a:pt x="303" y="6191"/>
                  </a:lnTo>
                  <a:cubicBezTo>
                    <a:pt x="1524" y="4545"/>
                    <a:pt x="4156" y="1700"/>
                    <a:pt x="8469" y="658"/>
                  </a:cubicBezTo>
                  <a:cubicBezTo>
                    <a:pt x="9517" y="406"/>
                    <a:pt x="10591" y="280"/>
                    <a:pt x="11666" y="280"/>
                  </a:cubicBezTo>
                  <a:close/>
                  <a:moveTo>
                    <a:pt x="11667" y="0"/>
                  </a:moveTo>
                  <a:cubicBezTo>
                    <a:pt x="10572" y="0"/>
                    <a:pt x="9476" y="129"/>
                    <a:pt x="8401" y="389"/>
                  </a:cubicBezTo>
                  <a:cubicBezTo>
                    <a:pt x="3955" y="1453"/>
                    <a:pt x="1255" y="4421"/>
                    <a:pt x="34" y="6090"/>
                  </a:cubicBezTo>
                  <a:cubicBezTo>
                    <a:pt x="12" y="6135"/>
                    <a:pt x="1" y="6191"/>
                    <a:pt x="23" y="6236"/>
                  </a:cubicBezTo>
                  <a:lnTo>
                    <a:pt x="7908" y="24157"/>
                  </a:lnTo>
                  <a:cubicBezTo>
                    <a:pt x="7925" y="24206"/>
                    <a:pt x="7971" y="24237"/>
                    <a:pt x="8021" y="24237"/>
                  </a:cubicBezTo>
                  <a:cubicBezTo>
                    <a:pt x="8040" y="24237"/>
                    <a:pt x="8058" y="24233"/>
                    <a:pt x="8076" y="24224"/>
                  </a:cubicBezTo>
                  <a:cubicBezTo>
                    <a:pt x="10625" y="23255"/>
                    <a:pt x="13323" y="22765"/>
                    <a:pt x="16036" y="22765"/>
                  </a:cubicBezTo>
                  <a:cubicBezTo>
                    <a:pt x="16960" y="22765"/>
                    <a:pt x="17885" y="22822"/>
                    <a:pt x="18807" y="22936"/>
                  </a:cubicBezTo>
                  <a:cubicBezTo>
                    <a:pt x="20532" y="23171"/>
                    <a:pt x="22223" y="23608"/>
                    <a:pt x="23847" y="24246"/>
                  </a:cubicBezTo>
                  <a:lnTo>
                    <a:pt x="23903" y="24246"/>
                  </a:lnTo>
                  <a:cubicBezTo>
                    <a:pt x="23937" y="24246"/>
                    <a:pt x="23981" y="24235"/>
                    <a:pt x="24004" y="24201"/>
                  </a:cubicBezTo>
                  <a:cubicBezTo>
                    <a:pt x="24049" y="24168"/>
                    <a:pt x="24060" y="24101"/>
                    <a:pt x="24037" y="24056"/>
                  </a:cubicBezTo>
                  <a:lnTo>
                    <a:pt x="14696" y="389"/>
                  </a:lnTo>
                  <a:cubicBezTo>
                    <a:pt x="14685" y="344"/>
                    <a:pt x="14640" y="322"/>
                    <a:pt x="14595" y="311"/>
                  </a:cubicBezTo>
                  <a:cubicBezTo>
                    <a:pt x="13631" y="104"/>
                    <a:pt x="12650" y="0"/>
                    <a:pt x="1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3"/>
            <p:cNvSpPr/>
            <p:nvPr/>
          </p:nvSpPr>
          <p:spPr>
            <a:xfrm>
              <a:off x="773377" y="2628591"/>
              <a:ext cx="1411119" cy="1110165"/>
            </a:xfrm>
            <a:custGeom>
              <a:avLst/>
              <a:gdLst/>
              <a:ahLst/>
              <a:cxnLst/>
              <a:rect l="l" t="t" r="r" b="b"/>
              <a:pathLst>
                <a:path w="26098" h="20532" extrusionOk="0">
                  <a:moveTo>
                    <a:pt x="11299" y="1"/>
                  </a:moveTo>
                  <a:cubicBezTo>
                    <a:pt x="10280" y="1"/>
                    <a:pt x="9164" y="127"/>
                    <a:pt x="7964" y="438"/>
                  </a:cubicBezTo>
                  <a:cubicBezTo>
                    <a:pt x="2218" y="1939"/>
                    <a:pt x="358" y="4941"/>
                    <a:pt x="0" y="5691"/>
                  </a:cubicBezTo>
                  <a:cubicBezTo>
                    <a:pt x="3506" y="10182"/>
                    <a:pt x="3696" y="16052"/>
                    <a:pt x="7202" y="20532"/>
                  </a:cubicBezTo>
                  <a:cubicBezTo>
                    <a:pt x="11063" y="20424"/>
                    <a:pt x="13283" y="19102"/>
                    <a:pt x="17876" y="19102"/>
                  </a:cubicBezTo>
                  <a:cubicBezTo>
                    <a:pt x="19986" y="19102"/>
                    <a:pt x="22597" y="19381"/>
                    <a:pt x="26097" y="20184"/>
                  </a:cubicBezTo>
                  <a:lnTo>
                    <a:pt x="18223" y="2264"/>
                  </a:lnTo>
                  <a:cubicBezTo>
                    <a:pt x="17743" y="1881"/>
                    <a:pt x="15235" y="1"/>
                    <a:pt x="112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3"/>
            <p:cNvSpPr/>
            <p:nvPr/>
          </p:nvSpPr>
          <p:spPr>
            <a:xfrm>
              <a:off x="765483" y="2621345"/>
              <a:ext cx="1426907" cy="1125305"/>
            </a:xfrm>
            <a:custGeom>
              <a:avLst/>
              <a:gdLst/>
              <a:ahLst/>
              <a:cxnLst/>
              <a:rect l="l" t="t" r="r" b="b"/>
              <a:pathLst>
                <a:path w="26390" h="20812" extrusionOk="0">
                  <a:moveTo>
                    <a:pt x="11459" y="280"/>
                  </a:moveTo>
                  <a:cubicBezTo>
                    <a:pt x="15228" y="280"/>
                    <a:pt x="17655" y="2022"/>
                    <a:pt x="18246" y="2499"/>
                  </a:cubicBezTo>
                  <a:lnTo>
                    <a:pt x="25997" y="20139"/>
                  </a:lnTo>
                  <a:cubicBezTo>
                    <a:pt x="22614" y="19375"/>
                    <a:pt x="20079" y="19107"/>
                    <a:pt x="18017" y="19107"/>
                  </a:cubicBezTo>
                  <a:cubicBezTo>
                    <a:pt x="15546" y="19107"/>
                    <a:pt x="13755" y="19492"/>
                    <a:pt x="11996" y="19870"/>
                  </a:cubicBezTo>
                  <a:cubicBezTo>
                    <a:pt x="10529" y="20184"/>
                    <a:pt x="9151" y="20475"/>
                    <a:pt x="7415" y="20531"/>
                  </a:cubicBezTo>
                  <a:cubicBezTo>
                    <a:pt x="5702" y="18314"/>
                    <a:pt x="4794" y="15737"/>
                    <a:pt x="3876" y="13206"/>
                  </a:cubicBezTo>
                  <a:cubicBezTo>
                    <a:pt x="2969" y="10675"/>
                    <a:pt x="2039" y="8054"/>
                    <a:pt x="314" y="5814"/>
                  </a:cubicBezTo>
                  <a:cubicBezTo>
                    <a:pt x="482" y="5467"/>
                    <a:pt x="1009" y="4582"/>
                    <a:pt x="2185" y="3585"/>
                  </a:cubicBezTo>
                  <a:cubicBezTo>
                    <a:pt x="3708" y="2308"/>
                    <a:pt x="5713" y="1345"/>
                    <a:pt x="8132" y="718"/>
                  </a:cubicBezTo>
                  <a:cubicBezTo>
                    <a:pt x="9332" y="406"/>
                    <a:pt x="10444" y="280"/>
                    <a:pt x="11459" y="280"/>
                  </a:cubicBezTo>
                  <a:close/>
                  <a:moveTo>
                    <a:pt x="11467" y="1"/>
                  </a:moveTo>
                  <a:cubicBezTo>
                    <a:pt x="10428" y="1"/>
                    <a:pt x="9291" y="130"/>
                    <a:pt x="8065" y="449"/>
                  </a:cubicBezTo>
                  <a:cubicBezTo>
                    <a:pt x="5601" y="1087"/>
                    <a:pt x="3562" y="2073"/>
                    <a:pt x="2017" y="3383"/>
                  </a:cubicBezTo>
                  <a:cubicBezTo>
                    <a:pt x="684" y="4503"/>
                    <a:pt x="146" y="5489"/>
                    <a:pt x="12" y="5769"/>
                  </a:cubicBezTo>
                  <a:cubicBezTo>
                    <a:pt x="0" y="5825"/>
                    <a:pt x="0" y="5870"/>
                    <a:pt x="34" y="5915"/>
                  </a:cubicBezTo>
                  <a:cubicBezTo>
                    <a:pt x="1770" y="8144"/>
                    <a:pt x="2700" y="10742"/>
                    <a:pt x="3618" y="13296"/>
                  </a:cubicBezTo>
                  <a:cubicBezTo>
                    <a:pt x="4526" y="15861"/>
                    <a:pt x="5478" y="18504"/>
                    <a:pt x="7236" y="20767"/>
                  </a:cubicBezTo>
                  <a:cubicBezTo>
                    <a:pt x="7270" y="20800"/>
                    <a:pt x="7303" y="20811"/>
                    <a:pt x="7348" y="20811"/>
                  </a:cubicBezTo>
                  <a:cubicBezTo>
                    <a:pt x="9140" y="20767"/>
                    <a:pt x="10563" y="20453"/>
                    <a:pt x="12052" y="20139"/>
                  </a:cubicBezTo>
                  <a:cubicBezTo>
                    <a:pt x="13796" y="19765"/>
                    <a:pt x="15573" y="19384"/>
                    <a:pt x="18025" y="19384"/>
                  </a:cubicBezTo>
                  <a:cubicBezTo>
                    <a:pt x="20124" y="19384"/>
                    <a:pt x="22718" y="19663"/>
                    <a:pt x="26210" y="20464"/>
                  </a:cubicBezTo>
                  <a:cubicBezTo>
                    <a:pt x="26220" y="20466"/>
                    <a:pt x="26230" y="20467"/>
                    <a:pt x="26240" y="20467"/>
                  </a:cubicBezTo>
                  <a:cubicBezTo>
                    <a:pt x="26285" y="20467"/>
                    <a:pt x="26328" y="20447"/>
                    <a:pt x="26355" y="20419"/>
                  </a:cubicBezTo>
                  <a:cubicBezTo>
                    <a:pt x="26389" y="20374"/>
                    <a:pt x="26389" y="20318"/>
                    <a:pt x="26378" y="20274"/>
                  </a:cubicBezTo>
                  <a:lnTo>
                    <a:pt x="18493" y="2353"/>
                  </a:lnTo>
                  <a:cubicBezTo>
                    <a:pt x="18481" y="2330"/>
                    <a:pt x="18470" y="2319"/>
                    <a:pt x="18459" y="2308"/>
                  </a:cubicBezTo>
                  <a:cubicBezTo>
                    <a:pt x="17901" y="1848"/>
                    <a:pt x="15389" y="1"/>
                    <a:pt x="11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3"/>
            <p:cNvSpPr/>
            <p:nvPr/>
          </p:nvSpPr>
          <p:spPr>
            <a:xfrm>
              <a:off x="1758686" y="2511637"/>
              <a:ext cx="1389923" cy="1208951"/>
            </a:xfrm>
            <a:custGeom>
              <a:avLst/>
              <a:gdLst/>
              <a:ahLst/>
              <a:cxnLst/>
              <a:rect l="l" t="t" r="r" b="b"/>
              <a:pathLst>
                <a:path w="25706" h="22359" extrusionOk="0">
                  <a:moveTo>
                    <a:pt x="10252" y="1"/>
                  </a:moveTo>
                  <a:cubicBezTo>
                    <a:pt x="9781" y="1"/>
                    <a:pt x="9280" y="19"/>
                    <a:pt x="8748" y="59"/>
                  </a:cubicBezTo>
                  <a:cubicBezTo>
                    <a:pt x="3215" y="462"/>
                    <a:pt x="0" y="4438"/>
                    <a:pt x="0" y="4438"/>
                  </a:cubicBezTo>
                  <a:lnTo>
                    <a:pt x="8177" y="22359"/>
                  </a:lnTo>
                  <a:cubicBezTo>
                    <a:pt x="10771" y="20475"/>
                    <a:pt x="13659" y="19858"/>
                    <a:pt x="16330" y="19858"/>
                  </a:cubicBezTo>
                  <a:cubicBezTo>
                    <a:pt x="21410" y="19858"/>
                    <a:pt x="25706" y="22090"/>
                    <a:pt x="25706" y="22090"/>
                  </a:cubicBezTo>
                  <a:lnTo>
                    <a:pt x="16465" y="1593"/>
                  </a:lnTo>
                  <a:cubicBezTo>
                    <a:pt x="16465" y="1593"/>
                    <a:pt x="14681" y="1"/>
                    <a:pt x="102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3"/>
            <p:cNvSpPr/>
            <p:nvPr/>
          </p:nvSpPr>
          <p:spPr>
            <a:xfrm>
              <a:off x="1750197" y="2504446"/>
              <a:ext cx="1407604" cy="1224037"/>
            </a:xfrm>
            <a:custGeom>
              <a:avLst/>
              <a:gdLst/>
              <a:ahLst/>
              <a:cxnLst/>
              <a:rect l="l" t="t" r="r" b="b"/>
              <a:pathLst>
                <a:path w="26033" h="22638" extrusionOk="0">
                  <a:moveTo>
                    <a:pt x="10388" y="270"/>
                  </a:moveTo>
                  <a:cubicBezTo>
                    <a:pt x="14459" y="270"/>
                    <a:pt x="16289" y="1634"/>
                    <a:pt x="16510" y="1816"/>
                  </a:cubicBezTo>
                  <a:lnTo>
                    <a:pt x="25572" y="21920"/>
                  </a:lnTo>
                  <a:cubicBezTo>
                    <a:pt x="23780" y="21114"/>
                    <a:pt x="21887" y="20520"/>
                    <a:pt x="19949" y="20162"/>
                  </a:cubicBezTo>
                  <a:cubicBezTo>
                    <a:pt x="18932" y="19980"/>
                    <a:pt x="17768" y="19849"/>
                    <a:pt x="16527" y="19849"/>
                  </a:cubicBezTo>
                  <a:cubicBezTo>
                    <a:pt x="13943" y="19849"/>
                    <a:pt x="11023" y="20417"/>
                    <a:pt x="8390" y="22279"/>
                  </a:cubicBezTo>
                  <a:lnTo>
                    <a:pt x="325" y="4593"/>
                  </a:lnTo>
                  <a:cubicBezTo>
                    <a:pt x="773" y="4078"/>
                    <a:pt x="3898" y="696"/>
                    <a:pt x="8916" y="326"/>
                  </a:cubicBezTo>
                  <a:cubicBezTo>
                    <a:pt x="9436" y="287"/>
                    <a:pt x="9926" y="270"/>
                    <a:pt x="10388" y="270"/>
                  </a:cubicBezTo>
                  <a:close/>
                  <a:moveTo>
                    <a:pt x="10397" y="1"/>
                  </a:moveTo>
                  <a:cubicBezTo>
                    <a:pt x="9926" y="1"/>
                    <a:pt x="9425" y="18"/>
                    <a:pt x="8894" y="57"/>
                  </a:cubicBezTo>
                  <a:cubicBezTo>
                    <a:pt x="3372" y="472"/>
                    <a:pt x="79" y="4448"/>
                    <a:pt x="45" y="4492"/>
                  </a:cubicBezTo>
                  <a:cubicBezTo>
                    <a:pt x="12" y="4526"/>
                    <a:pt x="1" y="4582"/>
                    <a:pt x="23" y="4638"/>
                  </a:cubicBezTo>
                  <a:lnTo>
                    <a:pt x="8211" y="22559"/>
                  </a:lnTo>
                  <a:cubicBezTo>
                    <a:pt x="8222" y="22592"/>
                    <a:pt x="8256" y="22626"/>
                    <a:pt x="8300" y="22637"/>
                  </a:cubicBezTo>
                  <a:lnTo>
                    <a:pt x="8334" y="22637"/>
                  </a:lnTo>
                  <a:cubicBezTo>
                    <a:pt x="8368" y="22637"/>
                    <a:pt x="8390" y="22626"/>
                    <a:pt x="8424" y="22615"/>
                  </a:cubicBezTo>
                  <a:cubicBezTo>
                    <a:pt x="11026" y="20718"/>
                    <a:pt x="13937" y="20142"/>
                    <a:pt x="16513" y="20142"/>
                  </a:cubicBezTo>
                  <a:cubicBezTo>
                    <a:pt x="17739" y="20142"/>
                    <a:pt x="18889" y="20273"/>
                    <a:pt x="19893" y="20453"/>
                  </a:cubicBezTo>
                  <a:cubicBezTo>
                    <a:pt x="21931" y="20812"/>
                    <a:pt x="23925" y="21450"/>
                    <a:pt x="25796" y="22357"/>
                  </a:cubicBezTo>
                  <a:cubicBezTo>
                    <a:pt x="25817" y="22367"/>
                    <a:pt x="25838" y="22371"/>
                    <a:pt x="25858" y="22371"/>
                  </a:cubicBezTo>
                  <a:cubicBezTo>
                    <a:pt x="25956" y="22371"/>
                    <a:pt x="26033" y="22269"/>
                    <a:pt x="25986" y="22167"/>
                  </a:cubicBezTo>
                  <a:lnTo>
                    <a:pt x="16746" y="1670"/>
                  </a:lnTo>
                  <a:cubicBezTo>
                    <a:pt x="16746" y="1659"/>
                    <a:pt x="16723" y="1648"/>
                    <a:pt x="16712" y="1625"/>
                  </a:cubicBezTo>
                  <a:cubicBezTo>
                    <a:pt x="16631" y="1554"/>
                    <a:pt x="14829" y="1"/>
                    <a:pt x="10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3"/>
            <p:cNvSpPr/>
            <p:nvPr/>
          </p:nvSpPr>
          <p:spPr>
            <a:xfrm>
              <a:off x="965324" y="2703532"/>
              <a:ext cx="784339" cy="327286"/>
            </a:xfrm>
            <a:custGeom>
              <a:avLst/>
              <a:gdLst/>
              <a:ahLst/>
              <a:cxnLst/>
              <a:rect l="l" t="t" r="r" b="b"/>
              <a:pathLst>
                <a:path w="14506" h="6053" extrusionOk="0">
                  <a:moveTo>
                    <a:pt x="7496" y="0"/>
                  </a:moveTo>
                  <a:cubicBezTo>
                    <a:pt x="4911" y="0"/>
                    <a:pt x="2337" y="625"/>
                    <a:pt x="1" y="1863"/>
                  </a:cubicBezTo>
                  <a:cubicBezTo>
                    <a:pt x="460" y="3252"/>
                    <a:pt x="908" y="4652"/>
                    <a:pt x="1367" y="6052"/>
                  </a:cubicBezTo>
                  <a:cubicBezTo>
                    <a:pt x="4078" y="4675"/>
                    <a:pt x="6295" y="4339"/>
                    <a:pt x="7830" y="4294"/>
                  </a:cubicBezTo>
                  <a:cubicBezTo>
                    <a:pt x="7830" y="4294"/>
                    <a:pt x="7837" y="4294"/>
                    <a:pt x="7854" y="4294"/>
                  </a:cubicBezTo>
                  <a:cubicBezTo>
                    <a:pt x="8044" y="4294"/>
                    <a:pt x="9436" y="4322"/>
                    <a:pt x="14505" y="5033"/>
                  </a:cubicBezTo>
                  <a:lnTo>
                    <a:pt x="13195" y="1046"/>
                  </a:lnTo>
                  <a:cubicBezTo>
                    <a:pt x="11353" y="347"/>
                    <a:pt x="9422" y="0"/>
                    <a:pt x="7496" y="0"/>
                  </a:cubicBezTo>
                  <a:close/>
                </a:path>
              </a:pathLst>
            </a:custGeom>
            <a:solidFill>
              <a:schemeClr val="dk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3"/>
            <p:cNvSpPr/>
            <p:nvPr/>
          </p:nvSpPr>
          <p:spPr>
            <a:xfrm>
              <a:off x="1889480" y="2584578"/>
              <a:ext cx="797046" cy="351131"/>
            </a:xfrm>
            <a:custGeom>
              <a:avLst/>
              <a:gdLst/>
              <a:ahLst/>
              <a:cxnLst/>
              <a:rect l="l" t="t" r="r" b="b"/>
              <a:pathLst>
                <a:path w="14741" h="6494" extrusionOk="0">
                  <a:moveTo>
                    <a:pt x="9364" y="0"/>
                  </a:moveTo>
                  <a:cubicBezTo>
                    <a:pt x="6013" y="0"/>
                    <a:pt x="2712" y="1098"/>
                    <a:pt x="1" y="3190"/>
                  </a:cubicBezTo>
                  <a:lnTo>
                    <a:pt x="1647" y="6494"/>
                  </a:lnTo>
                  <a:cubicBezTo>
                    <a:pt x="5157" y="4497"/>
                    <a:pt x="9121" y="3459"/>
                    <a:pt x="13138" y="3459"/>
                  </a:cubicBezTo>
                  <a:cubicBezTo>
                    <a:pt x="13672" y="3459"/>
                    <a:pt x="14206" y="3478"/>
                    <a:pt x="14741" y="3515"/>
                  </a:cubicBezTo>
                  <a:lnTo>
                    <a:pt x="13296" y="513"/>
                  </a:lnTo>
                  <a:cubicBezTo>
                    <a:pt x="11999" y="169"/>
                    <a:pt x="10678" y="0"/>
                    <a:pt x="9364" y="0"/>
                  </a:cubicBezTo>
                  <a:close/>
                </a:path>
              </a:pathLst>
            </a:custGeom>
            <a:solidFill>
              <a:schemeClr val="dk1"/>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3"/>
            <p:cNvSpPr/>
            <p:nvPr/>
          </p:nvSpPr>
          <p:spPr>
            <a:xfrm>
              <a:off x="2005189" y="2927599"/>
              <a:ext cx="698314" cy="131066"/>
            </a:xfrm>
            <a:custGeom>
              <a:avLst/>
              <a:gdLst/>
              <a:ahLst/>
              <a:cxnLst/>
              <a:rect l="l" t="t" r="r" b="b"/>
              <a:pathLst>
                <a:path w="12915" h="2424" extrusionOk="0">
                  <a:moveTo>
                    <a:pt x="9284" y="1"/>
                  </a:moveTo>
                  <a:cubicBezTo>
                    <a:pt x="6081" y="1"/>
                    <a:pt x="2902" y="735"/>
                    <a:pt x="0" y="2166"/>
                  </a:cubicBezTo>
                  <a:lnTo>
                    <a:pt x="123" y="2412"/>
                  </a:lnTo>
                  <a:lnTo>
                    <a:pt x="123" y="2424"/>
                  </a:lnTo>
                  <a:cubicBezTo>
                    <a:pt x="2984" y="1009"/>
                    <a:pt x="6122" y="285"/>
                    <a:pt x="9280" y="285"/>
                  </a:cubicBezTo>
                  <a:cubicBezTo>
                    <a:pt x="10475" y="285"/>
                    <a:pt x="11672" y="389"/>
                    <a:pt x="12858" y="598"/>
                  </a:cubicBezTo>
                  <a:lnTo>
                    <a:pt x="12914" y="318"/>
                  </a:lnTo>
                  <a:cubicBezTo>
                    <a:pt x="11710" y="106"/>
                    <a:pt x="10495" y="1"/>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3"/>
            <p:cNvSpPr/>
            <p:nvPr/>
          </p:nvSpPr>
          <p:spPr>
            <a:xfrm>
              <a:off x="2039090" y="3009461"/>
              <a:ext cx="700747" cy="109762"/>
            </a:xfrm>
            <a:custGeom>
              <a:avLst/>
              <a:gdLst/>
              <a:ahLst/>
              <a:cxnLst/>
              <a:rect l="l" t="t" r="r" b="b"/>
              <a:pathLst>
                <a:path w="12960" h="2030" extrusionOk="0">
                  <a:moveTo>
                    <a:pt x="8490" y="0"/>
                  </a:moveTo>
                  <a:cubicBezTo>
                    <a:pt x="5584" y="0"/>
                    <a:pt x="2692" y="592"/>
                    <a:pt x="0" y="1761"/>
                  </a:cubicBezTo>
                  <a:lnTo>
                    <a:pt x="112" y="2018"/>
                  </a:lnTo>
                  <a:lnTo>
                    <a:pt x="112" y="2030"/>
                  </a:lnTo>
                  <a:cubicBezTo>
                    <a:pt x="2765" y="869"/>
                    <a:pt x="5613" y="285"/>
                    <a:pt x="8479" y="285"/>
                  </a:cubicBezTo>
                  <a:cubicBezTo>
                    <a:pt x="9957" y="285"/>
                    <a:pt x="11440" y="440"/>
                    <a:pt x="12903" y="753"/>
                  </a:cubicBezTo>
                  <a:lnTo>
                    <a:pt x="12959" y="473"/>
                  </a:lnTo>
                  <a:cubicBezTo>
                    <a:pt x="11483" y="157"/>
                    <a:pt x="9985" y="0"/>
                    <a:pt x="8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3"/>
            <p:cNvSpPr/>
            <p:nvPr/>
          </p:nvSpPr>
          <p:spPr>
            <a:xfrm>
              <a:off x="2088726" y="3117602"/>
              <a:ext cx="394333" cy="111871"/>
            </a:xfrm>
            <a:custGeom>
              <a:avLst/>
              <a:gdLst/>
              <a:ahLst/>
              <a:cxnLst/>
              <a:rect l="l" t="t" r="r" b="b"/>
              <a:pathLst>
                <a:path w="7293" h="2069" extrusionOk="0">
                  <a:moveTo>
                    <a:pt x="5951" y="0"/>
                  </a:moveTo>
                  <a:cubicBezTo>
                    <a:pt x="4815" y="0"/>
                    <a:pt x="3684" y="183"/>
                    <a:pt x="2599" y="545"/>
                  </a:cubicBezTo>
                  <a:cubicBezTo>
                    <a:pt x="1681" y="847"/>
                    <a:pt x="807" y="1284"/>
                    <a:pt x="1" y="1844"/>
                  </a:cubicBezTo>
                  <a:lnTo>
                    <a:pt x="158" y="2068"/>
                  </a:lnTo>
                  <a:cubicBezTo>
                    <a:pt x="942" y="1530"/>
                    <a:pt x="1793" y="1105"/>
                    <a:pt x="2689" y="814"/>
                  </a:cubicBezTo>
                  <a:cubicBezTo>
                    <a:pt x="3742" y="460"/>
                    <a:pt x="4848" y="285"/>
                    <a:pt x="5956" y="285"/>
                  </a:cubicBezTo>
                  <a:cubicBezTo>
                    <a:pt x="6391" y="285"/>
                    <a:pt x="6826" y="312"/>
                    <a:pt x="7259" y="366"/>
                  </a:cubicBezTo>
                  <a:lnTo>
                    <a:pt x="7292" y="86"/>
                  </a:lnTo>
                  <a:cubicBezTo>
                    <a:pt x="6846" y="29"/>
                    <a:pt x="6398" y="0"/>
                    <a:pt x="5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3"/>
            <p:cNvSpPr/>
            <p:nvPr/>
          </p:nvSpPr>
          <p:spPr>
            <a:xfrm>
              <a:off x="2119654" y="3212874"/>
              <a:ext cx="368866" cy="89864"/>
            </a:xfrm>
            <a:custGeom>
              <a:avLst/>
              <a:gdLst/>
              <a:ahLst/>
              <a:cxnLst/>
              <a:rect l="l" t="t" r="r" b="b"/>
              <a:pathLst>
                <a:path w="6822" h="1662" extrusionOk="0">
                  <a:moveTo>
                    <a:pt x="5635" y="1"/>
                  </a:moveTo>
                  <a:cubicBezTo>
                    <a:pt x="3679" y="1"/>
                    <a:pt x="1743" y="481"/>
                    <a:pt x="0" y="1404"/>
                  </a:cubicBezTo>
                  <a:lnTo>
                    <a:pt x="134" y="1650"/>
                  </a:lnTo>
                  <a:lnTo>
                    <a:pt x="134" y="1661"/>
                  </a:lnTo>
                  <a:cubicBezTo>
                    <a:pt x="1825" y="751"/>
                    <a:pt x="3709" y="280"/>
                    <a:pt x="5619" y="280"/>
                  </a:cubicBezTo>
                  <a:cubicBezTo>
                    <a:pt x="6012" y="280"/>
                    <a:pt x="6405" y="300"/>
                    <a:pt x="6799" y="340"/>
                  </a:cubicBezTo>
                  <a:lnTo>
                    <a:pt x="6821" y="60"/>
                  </a:lnTo>
                  <a:cubicBezTo>
                    <a:pt x="6426" y="20"/>
                    <a:pt x="6030" y="1"/>
                    <a:pt x="56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3"/>
            <p:cNvSpPr/>
            <p:nvPr/>
          </p:nvSpPr>
          <p:spPr>
            <a:xfrm>
              <a:off x="2158367" y="3297926"/>
              <a:ext cx="367081" cy="95055"/>
            </a:xfrm>
            <a:custGeom>
              <a:avLst/>
              <a:gdLst/>
              <a:ahLst/>
              <a:cxnLst/>
              <a:rect l="l" t="t" r="r" b="b"/>
              <a:pathLst>
                <a:path w="6789" h="1758" extrusionOk="0">
                  <a:moveTo>
                    <a:pt x="5100" y="0"/>
                  </a:moveTo>
                  <a:cubicBezTo>
                    <a:pt x="3302" y="0"/>
                    <a:pt x="1528" y="524"/>
                    <a:pt x="1" y="1522"/>
                  </a:cubicBezTo>
                  <a:lnTo>
                    <a:pt x="146" y="1757"/>
                  </a:lnTo>
                  <a:cubicBezTo>
                    <a:pt x="1630" y="786"/>
                    <a:pt x="3353" y="287"/>
                    <a:pt x="5099" y="287"/>
                  </a:cubicBezTo>
                  <a:cubicBezTo>
                    <a:pt x="5647" y="287"/>
                    <a:pt x="6198" y="337"/>
                    <a:pt x="6744" y="436"/>
                  </a:cubicBezTo>
                  <a:lnTo>
                    <a:pt x="6788" y="156"/>
                  </a:lnTo>
                  <a:cubicBezTo>
                    <a:pt x="6228" y="51"/>
                    <a:pt x="5663" y="0"/>
                    <a:pt x="5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3"/>
            <p:cNvSpPr/>
            <p:nvPr/>
          </p:nvSpPr>
          <p:spPr>
            <a:xfrm>
              <a:off x="2525391" y="3151666"/>
              <a:ext cx="337992" cy="207358"/>
            </a:xfrm>
            <a:custGeom>
              <a:avLst/>
              <a:gdLst/>
              <a:ahLst/>
              <a:cxnLst/>
              <a:rect l="l" t="t" r="r" b="b"/>
              <a:pathLst>
                <a:path w="6251" h="3835" extrusionOk="0">
                  <a:moveTo>
                    <a:pt x="3114" y="0"/>
                  </a:moveTo>
                  <a:cubicBezTo>
                    <a:pt x="2046" y="0"/>
                    <a:pt x="982" y="232"/>
                    <a:pt x="0" y="688"/>
                  </a:cubicBezTo>
                  <a:lnTo>
                    <a:pt x="1064" y="3835"/>
                  </a:lnTo>
                  <a:cubicBezTo>
                    <a:pt x="2028" y="3701"/>
                    <a:pt x="2991" y="3622"/>
                    <a:pt x="3965" y="3611"/>
                  </a:cubicBezTo>
                  <a:cubicBezTo>
                    <a:pt x="4177" y="3605"/>
                    <a:pt x="4384" y="3602"/>
                    <a:pt x="4588" y="3602"/>
                  </a:cubicBezTo>
                  <a:cubicBezTo>
                    <a:pt x="5173" y="3602"/>
                    <a:pt x="5727" y="3625"/>
                    <a:pt x="6250" y="3667"/>
                  </a:cubicBezTo>
                  <a:cubicBezTo>
                    <a:pt x="5836" y="2525"/>
                    <a:pt x="5433" y="1382"/>
                    <a:pt x="5018" y="251"/>
                  </a:cubicBezTo>
                  <a:cubicBezTo>
                    <a:pt x="4394" y="83"/>
                    <a:pt x="3753" y="0"/>
                    <a:pt x="3114" y="0"/>
                  </a:cubicBezTo>
                  <a:close/>
                </a:path>
              </a:pathLst>
            </a:custGeom>
            <a:solidFill>
              <a:schemeClr val="dk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3"/>
            <p:cNvSpPr/>
            <p:nvPr/>
          </p:nvSpPr>
          <p:spPr>
            <a:xfrm>
              <a:off x="777000" y="2902348"/>
              <a:ext cx="1104704" cy="339235"/>
            </a:xfrm>
            <a:custGeom>
              <a:avLst/>
              <a:gdLst/>
              <a:ahLst/>
              <a:cxnLst/>
              <a:rect l="l" t="t" r="r" b="b"/>
              <a:pathLst>
                <a:path w="20431" h="6274" extrusionOk="0">
                  <a:moveTo>
                    <a:pt x="0" y="1"/>
                  </a:moveTo>
                  <a:lnTo>
                    <a:pt x="0" y="6273"/>
                  </a:lnTo>
                  <a:lnTo>
                    <a:pt x="20430" y="6273"/>
                  </a:lnTo>
                  <a:lnTo>
                    <a:pt x="204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3"/>
            <p:cNvSpPr/>
            <p:nvPr/>
          </p:nvSpPr>
          <p:spPr>
            <a:xfrm>
              <a:off x="769701" y="2895103"/>
              <a:ext cx="1119844" cy="353726"/>
            </a:xfrm>
            <a:custGeom>
              <a:avLst/>
              <a:gdLst/>
              <a:ahLst/>
              <a:cxnLst/>
              <a:rect l="l" t="t" r="r" b="b"/>
              <a:pathLst>
                <a:path w="20711" h="6542" extrusionOk="0">
                  <a:moveTo>
                    <a:pt x="20431" y="280"/>
                  </a:moveTo>
                  <a:lnTo>
                    <a:pt x="20431" y="6261"/>
                  </a:lnTo>
                  <a:lnTo>
                    <a:pt x="270" y="6261"/>
                  </a:lnTo>
                  <a:lnTo>
                    <a:pt x="281" y="280"/>
                  </a:lnTo>
                  <a:close/>
                  <a:moveTo>
                    <a:pt x="1" y="0"/>
                  </a:moveTo>
                  <a:lnTo>
                    <a:pt x="1" y="6542"/>
                  </a:lnTo>
                  <a:lnTo>
                    <a:pt x="20711" y="6542"/>
                  </a:lnTo>
                  <a:lnTo>
                    <a:pt x="207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3"/>
            <p:cNvSpPr/>
            <p:nvPr/>
          </p:nvSpPr>
          <p:spPr>
            <a:xfrm>
              <a:off x="587432" y="3521885"/>
              <a:ext cx="1426258" cy="254453"/>
            </a:xfrm>
            <a:custGeom>
              <a:avLst/>
              <a:gdLst/>
              <a:ahLst/>
              <a:cxnLst/>
              <a:rect l="l" t="t" r="r" b="b"/>
              <a:pathLst>
                <a:path w="26378" h="4706" extrusionOk="0">
                  <a:moveTo>
                    <a:pt x="0" y="1"/>
                  </a:moveTo>
                  <a:cubicBezTo>
                    <a:pt x="0" y="1"/>
                    <a:pt x="1927" y="1972"/>
                    <a:pt x="101" y="4705"/>
                  </a:cubicBezTo>
                  <a:lnTo>
                    <a:pt x="26378" y="4705"/>
                  </a:lnTo>
                  <a:lnTo>
                    <a:pt x="263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3"/>
            <p:cNvSpPr/>
            <p:nvPr/>
          </p:nvSpPr>
          <p:spPr>
            <a:xfrm>
              <a:off x="1943982" y="3521885"/>
              <a:ext cx="63046" cy="254453"/>
            </a:xfrm>
            <a:custGeom>
              <a:avLst/>
              <a:gdLst/>
              <a:ahLst/>
              <a:cxnLst/>
              <a:rect l="l" t="t" r="r" b="b"/>
              <a:pathLst>
                <a:path w="1166" h="4706" extrusionOk="0">
                  <a:moveTo>
                    <a:pt x="1166" y="1"/>
                  </a:moveTo>
                  <a:cubicBezTo>
                    <a:pt x="1166" y="1"/>
                    <a:pt x="1" y="1289"/>
                    <a:pt x="23" y="2353"/>
                  </a:cubicBezTo>
                  <a:cubicBezTo>
                    <a:pt x="57" y="3417"/>
                    <a:pt x="1166" y="4705"/>
                    <a:pt x="1166" y="4705"/>
                  </a:cubicBezTo>
                  <a:lnTo>
                    <a:pt x="11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3"/>
            <p:cNvSpPr/>
            <p:nvPr/>
          </p:nvSpPr>
          <p:spPr>
            <a:xfrm>
              <a:off x="622578" y="3560058"/>
              <a:ext cx="829704" cy="15194"/>
            </a:xfrm>
            <a:custGeom>
              <a:avLst/>
              <a:gdLst/>
              <a:ahLst/>
              <a:cxnLst/>
              <a:rect l="l" t="t" r="r" b="b"/>
              <a:pathLst>
                <a:path w="15345" h="281" extrusionOk="0">
                  <a:moveTo>
                    <a:pt x="0" y="1"/>
                  </a:moveTo>
                  <a:lnTo>
                    <a:pt x="0" y="281"/>
                  </a:lnTo>
                  <a:lnTo>
                    <a:pt x="15345" y="281"/>
                  </a:lnTo>
                  <a:lnTo>
                    <a:pt x="153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3"/>
            <p:cNvSpPr/>
            <p:nvPr/>
          </p:nvSpPr>
          <p:spPr>
            <a:xfrm>
              <a:off x="632256" y="3597583"/>
              <a:ext cx="1203382" cy="15194"/>
            </a:xfrm>
            <a:custGeom>
              <a:avLst/>
              <a:gdLst/>
              <a:ahLst/>
              <a:cxnLst/>
              <a:rect l="l" t="t" r="r" b="b"/>
              <a:pathLst>
                <a:path w="22256" h="281" extrusionOk="0">
                  <a:moveTo>
                    <a:pt x="0" y="1"/>
                  </a:moveTo>
                  <a:lnTo>
                    <a:pt x="0" y="281"/>
                  </a:lnTo>
                  <a:lnTo>
                    <a:pt x="22256" y="281"/>
                  </a:lnTo>
                  <a:lnTo>
                    <a:pt x="222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3"/>
            <p:cNvSpPr/>
            <p:nvPr/>
          </p:nvSpPr>
          <p:spPr>
            <a:xfrm>
              <a:off x="569265" y="3514639"/>
              <a:ext cx="1451725" cy="268944"/>
            </a:xfrm>
            <a:custGeom>
              <a:avLst/>
              <a:gdLst/>
              <a:ahLst/>
              <a:cxnLst/>
              <a:rect l="l" t="t" r="r" b="b"/>
              <a:pathLst>
                <a:path w="26849" h="4974" extrusionOk="0">
                  <a:moveTo>
                    <a:pt x="26568" y="281"/>
                  </a:moveTo>
                  <a:lnTo>
                    <a:pt x="26568" y="4694"/>
                  </a:lnTo>
                  <a:lnTo>
                    <a:pt x="695" y="4694"/>
                  </a:lnTo>
                  <a:cubicBezTo>
                    <a:pt x="1994" y="2554"/>
                    <a:pt x="1065" y="874"/>
                    <a:pt x="628" y="281"/>
                  </a:cubicBezTo>
                  <a:close/>
                  <a:moveTo>
                    <a:pt x="0" y="1"/>
                  </a:moveTo>
                  <a:lnTo>
                    <a:pt x="224" y="236"/>
                  </a:lnTo>
                  <a:cubicBezTo>
                    <a:pt x="303" y="314"/>
                    <a:pt x="2050" y="2162"/>
                    <a:pt x="314" y="4761"/>
                  </a:cubicBezTo>
                  <a:lnTo>
                    <a:pt x="180" y="4974"/>
                  </a:lnTo>
                  <a:lnTo>
                    <a:pt x="26848" y="4974"/>
                  </a:lnTo>
                  <a:lnTo>
                    <a:pt x="26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3"/>
            <p:cNvSpPr/>
            <p:nvPr/>
          </p:nvSpPr>
          <p:spPr>
            <a:xfrm>
              <a:off x="527469" y="3506745"/>
              <a:ext cx="1501362" cy="284733"/>
            </a:xfrm>
            <a:custGeom>
              <a:avLst/>
              <a:gdLst/>
              <a:ahLst/>
              <a:cxnLst/>
              <a:rect l="l" t="t" r="r" b="b"/>
              <a:pathLst>
                <a:path w="27767" h="5266" extrusionOk="0">
                  <a:moveTo>
                    <a:pt x="370" y="1"/>
                  </a:moveTo>
                  <a:cubicBezTo>
                    <a:pt x="1" y="1"/>
                    <a:pt x="1" y="561"/>
                    <a:pt x="370" y="561"/>
                  </a:cubicBezTo>
                  <a:lnTo>
                    <a:pt x="27207" y="561"/>
                  </a:lnTo>
                  <a:lnTo>
                    <a:pt x="27207" y="4705"/>
                  </a:lnTo>
                  <a:lnTo>
                    <a:pt x="370" y="4705"/>
                  </a:lnTo>
                  <a:cubicBezTo>
                    <a:pt x="1" y="4705"/>
                    <a:pt x="1" y="5265"/>
                    <a:pt x="370" y="5265"/>
                  </a:cubicBezTo>
                  <a:lnTo>
                    <a:pt x="27487" y="5265"/>
                  </a:lnTo>
                  <a:cubicBezTo>
                    <a:pt x="27644" y="5265"/>
                    <a:pt x="27767" y="5131"/>
                    <a:pt x="27767" y="4985"/>
                  </a:cubicBezTo>
                  <a:lnTo>
                    <a:pt x="27767" y="281"/>
                  </a:lnTo>
                  <a:cubicBezTo>
                    <a:pt x="27767" y="124"/>
                    <a:pt x="27644" y="1"/>
                    <a:pt x="27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3"/>
            <p:cNvSpPr/>
            <p:nvPr/>
          </p:nvSpPr>
          <p:spPr>
            <a:xfrm>
              <a:off x="658912" y="3241531"/>
              <a:ext cx="1284541" cy="253805"/>
            </a:xfrm>
            <a:custGeom>
              <a:avLst/>
              <a:gdLst/>
              <a:ahLst/>
              <a:cxnLst/>
              <a:rect l="l" t="t" r="r" b="b"/>
              <a:pathLst>
                <a:path w="23757" h="4694" extrusionOk="0">
                  <a:moveTo>
                    <a:pt x="0" y="0"/>
                  </a:moveTo>
                  <a:lnTo>
                    <a:pt x="0" y="4693"/>
                  </a:lnTo>
                  <a:lnTo>
                    <a:pt x="23656" y="4693"/>
                  </a:lnTo>
                  <a:cubicBezTo>
                    <a:pt x="22009" y="1960"/>
                    <a:pt x="23757" y="0"/>
                    <a:pt x="237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3"/>
            <p:cNvSpPr/>
            <p:nvPr/>
          </p:nvSpPr>
          <p:spPr>
            <a:xfrm>
              <a:off x="651613" y="3233636"/>
              <a:ext cx="1308224" cy="269539"/>
            </a:xfrm>
            <a:custGeom>
              <a:avLst/>
              <a:gdLst/>
              <a:ahLst/>
              <a:cxnLst/>
              <a:rect l="l" t="t" r="r" b="b"/>
              <a:pathLst>
                <a:path w="24195" h="4985" extrusionOk="0">
                  <a:moveTo>
                    <a:pt x="23612" y="281"/>
                  </a:moveTo>
                  <a:cubicBezTo>
                    <a:pt x="23220" y="874"/>
                    <a:pt x="22380" y="2554"/>
                    <a:pt x="23556" y="4705"/>
                  </a:cubicBezTo>
                  <a:lnTo>
                    <a:pt x="281" y="4705"/>
                  </a:lnTo>
                  <a:lnTo>
                    <a:pt x="281" y="281"/>
                  </a:lnTo>
                  <a:close/>
                  <a:moveTo>
                    <a:pt x="1" y="0"/>
                  </a:moveTo>
                  <a:lnTo>
                    <a:pt x="1" y="4985"/>
                  </a:lnTo>
                  <a:lnTo>
                    <a:pt x="24037" y="4985"/>
                  </a:lnTo>
                  <a:lnTo>
                    <a:pt x="23914" y="4761"/>
                  </a:lnTo>
                  <a:cubicBezTo>
                    <a:pt x="22346" y="2162"/>
                    <a:pt x="23925" y="314"/>
                    <a:pt x="23992" y="236"/>
                  </a:cubicBezTo>
                  <a:lnTo>
                    <a:pt x="241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3"/>
            <p:cNvSpPr/>
            <p:nvPr/>
          </p:nvSpPr>
          <p:spPr>
            <a:xfrm>
              <a:off x="643773" y="3226391"/>
              <a:ext cx="1355427" cy="284084"/>
            </a:xfrm>
            <a:custGeom>
              <a:avLst/>
              <a:gdLst/>
              <a:ahLst/>
              <a:cxnLst/>
              <a:rect l="l" t="t" r="r" b="b"/>
              <a:pathLst>
                <a:path w="25068" h="5254" extrusionOk="0">
                  <a:moveTo>
                    <a:pt x="280" y="0"/>
                  </a:moveTo>
                  <a:cubicBezTo>
                    <a:pt x="123" y="0"/>
                    <a:pt x="0" y="123"/>
                    <a:pt x="0" y="280"/>
                  </a:cubicBezTo>
                  <a:lnTo>
                    <a:pt x="0" y="4973"/>
                  </a:lnTo>
                  <a:cubicBezTo>
                    <a:pt x="0" y="5130"/>
                    <a:pt x="123" y="5253"/>
                    <a:pt x="280" y="5253"/>
                  </a:cubicBezTo>
                  <a:lnTo>
                    <a:pt x="24697" y="5253"/>
                  </a:lnTo>
                  <a:cubicBezTo>
                    <a:pt x="25067" y="5253"/>
                    <a:pt x="25067" y="4693"/>
                    <a:pt x="24697" y="4693"/>
                  </a:cubicBezTo>
                  <a:lnTo>
                    <a:pt x="560" y="4693"/>
                  </a:lnTo>
                  <a:lnTo>
                    <a:pt x="560" y="560"/>
                  </a:lnTo>
                  <a:lnTo>
                    <a:pt x="24697" y="560"/>
                  </a:lnTo>
                  <a:cubicBezTo>
                    <a:pt x="25067" y="560"/>
                    <a:pt x="25067" y="0"/>
                    <a:pt x="246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3"/>
            <p:cNvSpPr/>
            <p:nvPr/>
          </p:nvSpPr>
          <p:spPr>
            <a:xfrm>
              <a:off x="1163975" y="3294195"/>
              <a:ext cx="747410" cy="15194"/>
            </a:xfrm>
            <a:custGeom>
              <a:avLst/>
              <a:gdLst/>
              <a:ahLst/>
              <a:cxnLst/>
              <a:rect l="l" t="t" r="r" b="b"/>
              <a:pathLst>
                <a:path w="13823" h="281" extrusionOk="0">
                  <a:moveTo>
                    <a:pt x="0" y="1"/>
                  </a:moveTo>
                  <a:lnTo>
                    <a:pt x="0" y="281"/>
                  </a:lnTo>
                  <a:lnTo>
                    <a:pt x="13822" y="281"/>
                  </a:lnTo>
                  <a:lnTo>
                    <a:pt x="138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3"/>
            <p:cNvSpPr/>
            <p:nvPr/>
          </p:nvSpPr>
          <p:spPr>
            <a:xfrm>
              <a:off x="819391" y="3331720"/>
              <a:ext cx="1083509" cy="15194"/>
            </a:xfrm>
            <a:custGeom>
              <a:avLst/>
              <a:gdLst/>
              <a:ahLst/>
              <a:cxnLst/>
              <a:rect l="l" t="t" r="r" b="b"/>
              <a:pathLst>
                <a:path w="20039" h="281" extrusionOk="0">
                  <a:moveTo>
                    <a:pt x="0" y="1"/>
                  </a:moveTo>
                  <a:lnTo>
                    <a:pt x="0" y="281"/>
                  </a:lnTo>
                  <a:lnTo>
                    <a:pt x="20038" y="281"/>
                  </a:lnTo>
                  <a:lnTo>
                    <a:pt x="200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3"/>
            <p:cNvSpPr/>
            <p:nvPr/>
          </p:nvSpPr>
          <p:spPr>
            <a:xfrm>
              <a:off x="990791" y="3396550"/>
              <a:ext cx="911458" cy="15194"/>
            </a:xfrm>
            <a:custGeom>
              <a:avLst/>
              <a:gdLst/>
              <a:ahLst/>
              <a:cxnLst/>
              <a:rect l="l" t="t" r="r" b="b"/>
              <a:pathLst>
                <a:path w="16857" h="281" extrusionOk="0">
                  <a:moveTo>
                    <a:pt x="0" y="0"/>
                  </a:moveTo>
                  <a:lnTo>
                    <a:pt x="0" y="280"/>
                  </a:lnTo>
                  <a:lnTo>
                    <a:pt x="16857" y="280"/>
                  </a:lnTo>
                  <a:lnTo>
                    <a:pt x="168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3"/>
            <p:cNvSpPr/>
            <p:nvPr/>
          </p:nvSpPr>
          <p:spPr>
            <a:xfrm>
              <a:off x="761861" y="2887858"/>
              <a:ext cx="1160991" cy="368866"/>
            </a:xfrm>
            <a:custGeom>
              <a:avLst/>
              <a:gdLst/>
              <a:ahLst/>
              <a:cxnLst/>
              <a:rect l="l" t="t" r="r" b="b"/>
              <a:pathLst>
                <a:path w="21472" h="6822" extrusionOk="0">
                  <a:moveTo>
                    <a:pt x="280" y="0"/>
                  </a:moveTo>
                  <a:cubicBezTo>
                    <a:pt x="123" y="0"/>
                    <a:pt x="0" y="123"/>
                    <a:pt x="0" y="280"/>
                  </a:cubicBezTo>
                  <a:lnTo>
                    <a:pt x="0" y="6541"/>
                  </a:lnTo>
                  <a:cubicBezTo>
                    <a:pt x="0" y="6687"/>
                    <a:pt x="123" y="6821"/>
                    <a:pt x="280" y="6821"/>
                  </a:cubicBezTo>
                  <a:lnTo>
                    <a:pt x="21091" y="6821"/>
                  </a:lnTo>
                  <a:cubicBezTo>
                    <a:pt x="21472" y="6821"/>
                    <a:pt x="21472" y="6261"/>
                    <a:pt x="21091" y="6261"/>
                  </a:cubicBezTo>
                  <a:lnTo>
                    <a:pt x="560" y="6261"/>
                  </a:lnTo>
                  <a:lnTo>
                    <a:pt x="560" y="560"/>
                  </a:lnTo>
                  <a:lnTo>
                    <a:pt x="21091" y="560"/>
                  </a:lnTo>
                  <a:cubicBezTo>
                    <a:pt x="21472" y="560"/>
                    <a:pt x="21472" y="0"/>
                    <a:pt x="210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3"/>
            <p:cNvSpPr/>
            <p:nvPr/>
          </p:nvSpPr>
          <p:spPr>
            <a:xfrm>
              <a:off x="992575" y="3021681"/>
              <a:ext cx="870311" cy="15194"/>
            </a:xfrm>
            <a:custGeom>
              <a:avLst/>
              <a:gdLst/>
              <a:ahLst/>
              <a:cxnLst/>
              <a:rect l="l" t="t" r="r" b="b"/>
              <a:pathLst>
                <a:path w="16096" h="281" extrusionOk="0">
                  <a:moveTo>
                    <a:pt x="191" y="0"/>
                  </a:moveTo>
                  <a:cubicBezTo>
                    <a:pt x="1" y="0"/>
                    <a:pt x="1" y="280"/>
                    <a:pt x="191" y="280"/>
                  </a:cubicBezTo>
                  <a:lnTo>
                    <a:pt x="15906" y="280"/>
                  </a:lnTo>
                  <a:cubicBezTo>
                    <a:pt x="16096" y="280"/>
                    <a:pt x="16096" y="0"/>
                    <a:pt x="159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3"/>
            <p:cNvSpPr/>
            <p:nvPr/>
          </p:nvSpPr>
          <p:spPr>
            <a:xfrm>
              <a:off x="1306881" y="3141609"/>
              <a:ext cx="556002" cy="15194"/>
            </a:xfrm>
            <a:custGeom>
              <a:avLst/>
              <a:gdLst/>
              <a:ahLst/>
              <a:cxnLst/>
              <a:rect l="l" t="t" r="r" b="b"/>
              <a:pathLst>
                <a:path w="10283" h="281" extrusionOk="0">
                  <a:moveTo>
                    <a:pt x="191" y="0"/>
                  </a:moveTo>
                  <a:cubicBezTo>
                    <a:pt x="1" y="0"/>
                    <a:pt x="1" y="280"/>
                    <a:pt x="191" y="280"/>
                  </a:cubicBezTo>
                  <a:lnTo>
                    <a:pt x="10093" y="280"/>
                  </a:lnTo>
                  <a:cubicBezTo>
                    <a:pt x="10283" y="280"/>
                    <a:pt x="10283" y="0"/>
                    <a:pt x="100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3"/>
            <p:cNvSpPr/>
            <p:nvPr/>
          </p:nvSpPr>
          <p:spPr>
            <a:xfrm>
              <a:off x="1200310" y="3178539"/>
              <a:ext cx="662574" cy="15194"/>
            </a:xfrm>
            <a:custGeom>
              <a:avLst/>
              <a:gdLst/>
              <a:ahLst/>
              <a:cxnLst/>
              <a:rect l="l" t="t" r="r" b="b"/>
              <a:pathLst>
                <a:path w="12254" h="281" extrusionOk="0">
                  <a:moveTo>
                    <a:pt x="180" y="0"/>
                  </a:moveTo>
                  <a:cubicBezTo>
                    <a:pt x="0" y="0"/>
                    <a:pt x="0" y="280"/>
                    <a:pt x="180" y="280"/>
                  </a:cubicBezTo>
                  <a:lnTo>
                    <a:pt x="12064" y="280"/>
                  </a:lnTo>
                  <a:cubicBezTo>
                    <a:pt x="12254" y="280"/>
                    <a:pt x="12254" y="0"/>
                    <a:pt x="120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3"/>
            <p:cNvSpPr/>
            <p:nvPr/>
          </p:nvSpPr>
          <p:spPr>
            <a:xfrm>
              <a:off x="1045293" y="2976857"/>
              <a:ext cx="160534" cy="626239"/>
            </a:xfrm>
            <a:custGeom>
              <a:avLst/>
              <a:gdLst/>
              <a:ahLst/>
              <a:cxnLst/>
              <a:rect l="l" t="t" r="r" b="b"/>
              <a:pathLst>
                <a:path w="2969" h="11582" extrusionOk="0">
                  <a:moveTo>
                    <a:pt x="0" y="0"/>
                  </a:moveTo>
                  <a:lnTo>
                    <a:pt x="0" y="9162"/>
                  </a:lnTo>
                  <a:lnTo>
                    <a:pt x="1535" y="11582"/>
                  </a:lnTo>
                  <a:lnTo>
                    <a:pt x="2968" y="9162"/>
                  </a:lnTo>
                  <a:lnTo>
                    <a:pt x="29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3"/>
            <p:cNvSpPr/>
            <p:nvPr/>
          </p:nvSpPr>
          <p:spPr>
            <a:xfrm>
              <a:off x="1021665" y="2976857"/>
              <a:ext cx="160534" cy="626239"/>
            </a:xfrm>
            <a:custGeom>
              <a:avLst/>
              <a:gdLst/>
              <a:ahLst/>
              <a:cxnLst/>
              <a:rect l="l" t="t" r="r" b="b"/>
              <a:pathLst>
                <a:path w="2969" h="11582" extrusionOk="0">
                  <a:moveTo>
                    <a:pt x="0" y="0"/>
                  </a:moveTo>
                  <a:lnTo>
                    <a:pt x="0" y="9162"/>
                  </a:lnTo>
                  <a:lnTo>
                    <a:pt x="1535" y="11582"/>
                  </a:lnTo>
                  <a:lnTo>
                    <a:pt x="2968" y="9162"/>
                  </a:lnTo>
                  <a:lnTo>
                    <a:pt x="2968" y="0"/>
                  </a:lnTo>
                  <a:close/>
                </a:path>
              </a:pathLst>
            </a:custGeom>
            <a:solidFill>
              <a:schemeClr val="dk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3"/>
            <p:cNvSpPr/>
            <p:nvPr/>
          </p:nvSpPr>
          <p:spPr>
            <a:xfrm>
              <a:off x="917473" y="2969612"/>
              <a:ext cx="945414" cy="15194"/>
            </a:xfrm>
            <a:custGeom>
              <a:avLst/>
              <a:gdLst/>
              <a:ahLst/>
              <a:cxnLst/>
              <a:rect l="l" t="t" r="r" b="b"/>
              <a:pathLst>
                <a:path w="17485" h="281" extrusionOk="0">
                  <a:moveTo>
                    <a:pt x="191" y="0"/>
                  </a:moveTo>
                  <a:cubicBezTo>
                    <a:pt x="1" y="0"/>
                    <a:pt x="1" y="280"/>
                    <a:pt x="191" y="280"/>
                  </a:cubicBezTo>
                  <a:lnTo>
                    <a:pt x="17295" y="280"/>
                  </a:lnTo>
                  <a:cubicBezTo>
                    <a:pt x="17485" y="280"/>
                    <a:pt x="17485" y="0"/>
                    <a:pt x="17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3"/>
            <p:cNvSpPr/>
            <p:nvPr/>
          </p:nvSpPr>
          <p:spPr>
            <a:xfrm>
              <a:off x="1075584" y="3648951"/>
              <a:ext cx="244476" cy="222550"/>
            </a:xfrm>
            <a:custGeom>
              <a:avLst/>
              <a:gdLst/>
              <a:ahLst/>
              <a:cxnLst/>
              <a:rect l="l" t="t" r="r" b="b"/>
              <a:pathLst>
                <a:path w="4683" h="4263" extrusionOk="0">
                  <a:moveTo>
                    <a:pt x="2340" y="0"/>
                  </a:moveTo>
                  <a:cubicBezTo>
                    <a:pt x="1795" y="0"/>
                    <a:pt x="1249" y="210"/>
                    <a:pt x="829" y="630"/>
                  </a:cubicBezTo>
                  <a:cubicBezTo>
                    <a:pt x="0" y="1459"/>
                    <a:pt x="0" y="2803"/>
                    <a:pt x="829" y="3632"/>
                  </a:cubicBezTo>
                  <a:cubicBezTo>
                    <a:pt x="1249" y="4052"/>
                    <a:pt x="1795" y="4262"/>
                    <a:pt x="2340" y="4262"/>
                  </a:cubicBezTo>
                  <a:cubicBezTo>
                    <a:pt x="2884" y="4262"/>
                    <a:pt x="3428" y="4052"/>
                    <a:pt x="3842" y="3632"/>
                  </a:cubicBezTo>
                  <a:cubicBezTo>
                    <a:pt x="4682" y="2803"/>
                    <a:pt x="4682" y="1459"/>
                    <a:pt x="3842" y="630"/>
                  </a:cubicBezTo>
                  <a:cubicBezTo>
                    <a:pt x="3428" y="210"/>
                    <a:pt x="2884" y="0"/>
                    <a:pt x="2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3"/>
            <p:cNvSpPr/>
            <p:nvPr/>
          </p:nvSpPr>
          <p:spPr>
            <a:xfrm>
              <a:off x="1026477" y="3624618"/>
              <a:ext cx="286517" cy="245586"/>
            </a:xfrm>
            <a:custGeom>
              <a:avLst/>
              <a:gdLst/>
              <a:ahLst/>
              <a:cxnLst/>
              <a:rect l="l" t="t" r="r" b="b"/>
              <a:pathLst>
                <a:path w="5299" h="4542" extrusionOk="0">
                  <a:moveTo>
                    <a:pt x="3036" y="285"/>
                  </a:moveTo>
                  <a:cubicBezTo>
                    <a:pt x="4134" y="285"/>
                    <a:pt x="5019" y="1181"/>
                    <a:pt x="5019" y="2279"/>
                  </a:cubicBezTo>
                  <a:cubicBezTo>
                    <a:pt x="5019" y="3475"/>
                    <a:pt x="4041" y="4267"/>
                    <a:pt x="3020" y="4267"/>
                  </a:cubicBezTo>
                  <a:cubicBezTo>
                    <a:pt x="2531" y="4267"/>
                    <a:pt x="2031" y="4085"/>
                    <a:pt x="1625" y="3679"/>
                  </a:cubicBezTo>
                  <a:cubicBezTo>
                    <a:pt x="371" y="2424"/>
                    <a:pt x="1255" y="285"/>
                    <a:pt x="3036" y="285"/>
                  </a:cubicBezTo>
                  <a:close/>
                  <a:moveTo>
                    <a:pt x="3011" y="1"/>
                  </a:moveTo>
                  <a:cubicBezTo>
                    <a:pt x="2454" y="1"/>
                    <a:pt x="1886" y="207"/>
                    <a:pt x="1423" y="666"/>
                  </a:cubicBezTo>
                  <a:cubicBezTo>
                    <a:pt x="1" y="2100"/>
                    <a:pt x="1009" y="4541"/>
                    <a:pt x="3036" y="4541"/>
                  </a:cubicBezTo>
                  <a:cubicBezTo>
                    <a:pt x="4291" y="4541"/>
                    <a:pt x="5299" y="3522"/>
                    <a:pt x="5299" y="2279"/>
                  </a:cubicBezTo>
                  <a:cubicBezTo>
                    <a:pt x="5299" y="906"/>
                    <a:pt x="4179" y="1"/>
                    <a:pt x="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3"/>
            <p:cNvSpPr/>
            <p:nvPr/>
          </p:nvSpPr>
          <p:spPr>
            <a:xfrm>
              <a:off x="1388048" y="3649119"/>
              <a:ext cx="244477" cy="218608"/>
            </a:xfrm>
            <a:custGeom>
              <a:avLst/>
              <a:gdLst/>
              <a:ahLst/>
              <a:cxnLst/>
              <a:rect l="l" t="t" r="r" b="b"/>
              <a:pathLst>
                <a:path w="4761" h="4257" extrusionOk="0">
                  <a:moveTo>
                    <a:pt x="2378" y="0"/>
                  </a:moveTo>
                  <a:cubicBezTo>
                    <a:pt x="1459" y="0"/>
                    <a:pt x="612" y="594"/>
                    <a:pt x="337" y="1512"/>
                  </a:cubicBezTo>
                  <a:cubicBezTo>
                    <a:pt x="1" y="2643"/>
                    <a:pt x="639" y="3831"/>
                    <a:pt x="1770" y="4167"/>
                  </a:cubicBezTo>
                  <a:cubicBezTo>
                    <a:pt x="1973" y="4227"/>
                    <a:pt x="2177" y="4256"/>
                    <a:pt x="2379" y="4256"/>
                  </a:cubicBezTo>
                  <a:cubicBezTo>
                    <a:pt x="3292" y="4256"/>
                    <a:pt x="4138" y="3662"/>
                    <a:pt x="4414" y="2744"/>
                  </a:cubicBezTo>
                  <a:cubicBezTo>
                    <a:pt x="4761" y="1613"/>
                    <a:pt x="4111" y="426"/>
                    <a:pt x="2991" y="90"/>
                  </a:cubicBezTo>
                  <a:cubicBezTo>
                    <a:pt x="2787" y="29"/>
                    <a:pt x="2581" y="0"/>
                    <a:pt x="23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3"/>
            <p:cNvSpPr/>
            <p:nvPr/>
          </p:nvSpPr>
          <p:spPr>
            <a:xfrm>
              <a:off x="1343216" y="3624618"/>
              <a:ext cx="287112" cy="245586"/>
            </a:xfrm>
            <a:custGeom>
              <a:avLst/>
              <a:gdLst/>
              <a:ahLst/>
              <a:cxnLst/>
              <a:rect l="l" t="t" r="r" b="b"/>
              <a:pathLst>
                <a:path w="5310" h="4542" extrusionOk="0">
                  <a:moveTo>
                    <a:pt x="3036" y="285"/>
                  </a:moveTo>
                  <a:cubicBezTo>
                    <a:pt x="4134" y="285"/>
                    <a:pt x="5019" y="1181"/>
                    <a:pt x="5030" y="2279"/>
                  </a:cubicBezTo>
                  <a:cubicBezTo>
                    <a:pt x="5030" y="3475"/>
                    <a:pt x="4047" y="4267"/>
                    <a:pt x="3023" y="4267"/>
                  </a:cubicBezTo>
                  <a:cubicBezTo>
                    <a:pt x="2532" y="4267"/>
                    <a:pt x="2031" y="4085"/>
                    <a:pt x="1625" y="3679"/>
                  </a:cubicBezTo>
                  <a:cubicBezTo>
                    <a:pt x="370" y="2424"/>
                    <a:pt x="1267" y="285"/>
                    <a:pt x="3036" y="285"/>
                  </a:cubicBezTo>
                  <a:close/>
                  <a:moveTo>
                    <a:pt x="3018" y="1"/>
                  </a:moveTo>
                  <a:cubicBezTo>
                    <a:pt x="2461" y="1"/>
                    <a:pt x="1894" y="207"/>
                    <a:pt x="1435" y="666"/>
                  </a:cubicBezTo>
                  <a:cubicBezTo>
                    <a:pt x="1" y="2100"/>
                    <a:pt x="1009" y="4541"/>
                    <a:pt x="3036" y="4541"/>
                  </a:cubicBezTo>
                  <a:cubicBezTo>
                    <a:pt x="4291" y="4541"/>
                    <a:pt x="5299" y="3522"/>
                    <a:pt x="5310" y="2279"/>
                  </a:cubicBezTo>
                  <a:cubicBezTo>
                    <a:pt x="5310" y="906"/>
                    <a:pt x="4185"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3"/>
            <p:cNvSpPr/>
            <p:nvPr/>
          </p:nvSpPr>
          <p:spPr>
            <a:xfrm>
              <a:off x="1299041" y="3705994"/>
              <a:ext cx="100570" cy="44878"/>
            </a:xfrm>
            <a:custGeom>
              <a:avLst/>
              <a:gdLst/>
              <a:ahLst/>
              <a:cxnLst/>
              <a:rect l="l" t="t" r="r" b="b"/>
              <a:pathLst>
                <a:path w="1860" h="830" extrusionOk="0">
                  <a:moveTo>
                    <a:pt x="975" y="1"/>
                  </a:moveTo>
                  <a:cubicBezTo>
                    <a:pt x="359" y="1"/>
                    <a:pt x="11" y="684"/>
                    <a:pt x="0" y="707"/>
                  </a:cubicBezTo>
                  <a:lnTo>
                    <a:pt x="247" y="830"/>
                  </a:lnTo>
                  <a:cubicBezTo>
                    <a:pt x="247" y="830"/>
                    <a:pt x="549" y="281"/>
                    <a:pt x="975" y="281"/>
                  </a:cubicBezTo>
                  <a:cubicBezTo>
                    <a:pt x="1400" y="281"/>
                    <a:pt x="1591" y="819"/>
                    <a:pt x="1591" y="819"/>
                  </a:cubicBezTo>
                  <a:lnTo>
                    <a:pt x="1859" y="729"/>
                  </a:lnTo>
                  <a:cubicBezTo>
                    <a:pt x="1848" y="695"/>
                    <a:pt x="1591" y="1"/>
                    <a:pt x="9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3"/>
            <p:cNvSpPr/>
            <p:nvPr/>
          </p:nvSpPr>
          <p:spPr>
            <a:xfrm>
              <a:off x="1609075" y="3607802"/>
              <a:ext cx="321068" cy="189732"/>
            </a:xfrm>
            <a:custGeom>
              <a:avLst/>
              <a:gdLst/>
              <a:ahLst/>
              <a:cxnLst/>
              <a:rect l="l" t="t" r="r" b="b"/>
              <a:pathLst>
                <a:path w="5938" h="3509" extrusionOk="0">
                  <a:moveTo>
                    <a:pt x="5239" y="1"/>
                  </a:moveTo>
                  <a:cubicBezTo>
                    <a:pt x="5035" y="1"/>
                    <a:pt x="4476" y="210"/>
                    <a:pt x="2431" y="1582"/>
                  </a:cubicBezTo>
                  <a:cubicBezTo>
                    <a:pt x="1199" y="2411"/>
                    <a:pt x="12" y="3273"/>
                    <a:pt x="1" y="3284"/>
                  </a:cubicBezTo>
                  <a:lnTo>
                    <a:pt x="169" y="3508"/>
                  </a:lnTo>
                  <a:cubicBezTo>
                    <a:pt x="2368" y="1906"/>
                    <a:pt x="4840" y="282"/>
                    <a:pt x="5217" y="282"/>
                  </a:cubicBezTo>
                  <a:cubicBezTo>
                    <a:pt x="5223" y="282"/>
                    <a:pt x="5227" y="282"/>
                    <a:pt x="5232" y="282"/>
                  </a:cubicBezTo>
                  <a:cubicBezTo>
                    <a:pt x="5444" y="372"/>
                    <a:pt x="5635" y="775"/>
                    <a:pt x="5646" y="1145"/>
                  </a:cubicBezTo>
                  <a:cubicBezTo>
                    <a:pt x="5657" y="1335"/>
                    <a:pt x="5612" y="1671"/>
                    <a:pt x="5310" y="1828"/>
                  </a:cubicBezTo>
                  <a:lnTo>
                    <a:pt x="5433" y="2074"/>
                  </a:lnTo>
                  <a:cubicBezTo>
                    <a:pt x="5758" y="1918"/>
                    <a:pt x="5937" y="1582"/>
                    <a:pt x="5926" y="1145"/>
                  </a:cubicBezTo>
                  <a:cubicBezTo>
                    <a:pt x="5904" y="641"/>
                    <a:pt x="5668" y="170"/>
                    <a:pt x="5344" y="25"/>
                  </a:cubicBezTo>
                  <a:cubicBezTo>
                    <a:pt x="5319" y="14"/>
                    <a:pt x="5290" y="1"/>
                    <a:pt x="5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3"/>
            <p:cNvSpPr/>
            <p:nvPr/>
          </p:nvSpPr>
          <p:spPr>
            <a:xfrm>
              <a:off x="1117368" y="3669605"/>
              <a:ext cx="132526" cy="135770"/>
            </a:xfrm>
            <a:custGeom>
              <a:avLst/>
              <a:gdLst/>
              <a:ahLst/>
              <a:cxnLst/>
              <a:rect l="l" t="t" r="r" b="b"/>
              <a:pathLst>
                <a:path w="2451" h="2511" extrusionOk="0">
                  <a:moveTo>
                    <a:pt x="2259" y="0"/>
                  </a:moveTo>
                  <a:cubicBezTo>
                    <a:pt x="2230" y="0"/>
                    <a:pt x="2200" y="11"/>
                    <a:pt x="2173" y="35"/>
                  </a:cubicBezTo>
                  <a:cubicBezTo>
                    <a:pt x="34" y="2220"/>
                    <a:pt x="22" y="2287"/>
                    <a:pt x="11" y="2343"/>
                  </a:cubicBezTo>
                  <a:cubicBezTo>
                    <a:pt x="0" y="2421"/>
                    <a:pt x="45" y="2488"/>
                    <a:pt x="123" y="2511"/>
                  </a:cubicBezTo>
                  <a:lnTo>
                    <a:pt x="157" y="2511"/>
                  </a:lnTo>
                  <a:cubicBezTo>
                    <a:pt x="202" y="2511"/>
                    <a:pt x="258" y="2477"/>
                    <a:pt x="280" y="2432"/>
                  </a:cubicBezTo>
                  <a:cubicBezTo>
                    <a:pt x="381" y="2287"/>
                    <a:pt x="1613" y="1010"/>
                    <a:pt x="2363" y="237"/>
                  </a:cubicBezTo>
                  <a:cubicBezTo>
                    <a:pt x="2451" y="132"/>
                    <a:pt x="2361" y="0"/>
                    <a:pt x="2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3"/>
            <p:cNvSpPr/>
            <p:nvPr/>
          </p:nvSpPr>
          <p:spPr>
            <a:xfrm>
              <a:off x="1182143" y="3713239"/>
              <a:ext cx="83214" cy="84295"/>
            </a:xfrm>
            <a:custGeom>
              <a:avLst/>
              <a:gdLst/>
              <a:ahLst/>
              <a:cxnLst/>
              <a:rect l="l" t="t" r="r" b="b"/>
              <a:pathLst>
                <a:path w="1539" h="1559" extrusionOk="0">
                  <a:moveTo>
                    <a:pt x="1336" y="0"/>
                  </a:moveTo>
                  <a:cubicBezTo>
                    <a:pt x="1301" y="0"/>
                    <a:pt x="1265" y="14"/>
                    <a:pt x="1233" y="46"/>
                  </a:cubicBezTo>
                  <a:lnTo>
                    <a:pt x="56" y="1323"/>
                  </a:lnTo>
                  <a:cubicBezTo>
                    <a:pt x="0" y="1379"/>
                    <a:pt x="0" y="1469"/>
                    <a:pt x="56" y="1525"/>
                  </a:cubicBezTo>
                  <a:cubicBezTo>
                    <a:pt x="90" y="1547"/>
                    <a:pt x="124" y="1558"/>
                    <a:pt x="157" y="1558"/>
                  </a:cubicBezTo>
                  <a:cubicBezTo>
                    <a:pt x="191" y="1558"/>
                    <a:pt x="236" y="1547"/>
                    <a:pt x="258" y="1513"/>
                  </a:cubicBezTo>
                  <a:lnTo>
                    <a:pt x="1445" y="236"/>
                  </a:lnTo>
                  <a:cubicBezTo>
                    <a:pt x="1539" y="134"/>
                    <a:pt x="1445" y="0"/>
                    <a:pt x="13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3"/>
            <p:cNvSpPr/>
            <p:nvPr/>
          </p:nvSpPr>
          <p:spPr>
            <a:xfrm>
              <a:off x="1426212" y="3671443"/>
              <a:ext cx="133499" cy="135770"/>
            </a:xfrm>
            <a:custGeom>
              <a:avLst/>
              <a:gdLst/>
              <a:ahLst/>
              <a:cxnLst/>
              <a:rect l="l" t="t" r="r" b="b"/>
              <a:pathLst>
                <a:path w="2469" h="2511" extrusionOk="0">
                  <a:moveTo>
                    <a:pt x="2275" y="0"/>
                  </a:moveTo>
                  <a:cubicBezTo>
                    <a:pt x="2241" y="0"/>
                    <a:pt x="2206" y="14"/>
                    <a:pt x="2173" y="46"/>
                  </a:cubicBezTo>
                  <a:cubicBezTo>
                    <a:pt x="45" y="2230"/>
                    <a:pt x="34" y="2298"/>
                    <a:pt x="23" y="2342"/>
                  </a:cubicBezTo>
                  <a:cubicBezTo>
                    <a:pt x="0" y="2421"/>
                    <a:pt x="45" y="2499"/>
                    <a:pt x="124" y="2510"/>
                  </a:cubicBezTo>
                  <a:lnTo>
                    <a:pt x="157" y="2510"/>
                  </a:lnTo>
                  <a:cubicBezTo>
                    <a:pt x="202" y="2510"/>
                    <a:pt x="258" y="2488"/>
                    <a:pt x="280" y="2432"/>
                  </a:cubicBezTo>
                  <a:cubicBezTo>
                    <a:pt x="392" y="2286"/>
                    <a:pt x="1613" y="1009"/>
                    <a:pt x="2375" y="237"/>
                  </a:cubicBezTo>
                  <a:cubicBezTo>
                    <a:pt x="2468" y="135"/>
                    <a:pt x="2381" y="0"/>
                    <a:pt x="2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3"/>
            <p:cNvSpPr/>
            <p:nvPr/>
          </p:nvSpPr>
          <p:spPr>
            <a:xfrm>
              <a:off x="1489203" y="3715024"/>
              <a:ext cx="85809" cy="84295"/>
            </a:xfrm>
            <a:custGeom>
              <a:avLst/>
              <a:gdLst/>
              <a:ahLst/>
              <a:cxnLst/>
              <a:rect l="l" t="t" r="r" b="b"/>
              <a:pathLst>
                <a:path w="1587" h="1559" extrusionOk="0">
                  <a:moveTo>
                    <a:pt x="1379" y="1"/>
                  </a:moveTo>
                  <a:cubicBezTo>
                    <a:pt x="1341" y="1"/>
                    <a:pt x="1300" y="18"/>
                    <a:pt x="1266" y="58"/>
                  </a:cubicBezTo>
                  <a:lnTo>
                    <a:pt x="90" y="1324"/>
                  </a:lnTo>
                  <a:cubicBezTo>
                    <a:pt x="0" y="1413"/>
                    <a:pt x="67" y="1559"/>
                    <a:pt x="191" y="1559"/>
                  </a:cubicBezTo>
                  <a:cubicBezTo>
                    <a:pt x="224" y="1559"/>
                    <a:pt x="269" y="1548"/>
                    <a:pt x="291" y="1514"/>
                  </a:cubicBezTo>
                  <a:lnTo>
                    <a:pt x="1479" y="248"/>
                  </a:lnTo>
                  <a:cubicBezTo>
                    <a:pt x="1587" y="140"/>
                    <a:pt x="1491" y="1"/>
                    <a:pt x="13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21" name="Google Shape;3521;p73"/>
            <p:cNvGrpSpPr/>
            <p:nvPr/>
          </p:nvGrpSpPr>
          <p:grpSpPr>
            <a:xfrm>
              <a:off x="2071427" y="3056455"/>
              <a:ext cx="612334" cy="727988"/>
              <a:chOff x="8709261" y="2700006"/>
              <a:chExt cx="460956" cy="548018"/>
            </a:xfrm>
          </p:grpSpPr>
          <p:sp>
            <p:nvSpPr>
              <p:cNvPr id="3522" name="Google Shape;3522;p73"/>
              <p:cNvSpPr/>
              <p:nvPr/>
            </p:nvSpPr>
            <p:spPr>
              <a:xfrm>
                <a:off x="8715651" y="2706356"/>
                <a:ext cx="448175" cy="534831"/>
              </a:xfrm>
              <a:custGeom>
                <a:avLst/>
                <a:gdLst/>
                <a:ahLst/>
                <a:cxnLst/>
                <a:rect l="l" t="t" r="r" b="b"/>
                <a:pathLst>
                  <a:path w="11011" h="13140" extrusionOk="0">
                    <a:moveTo>
                      <a:pt x="1703" y="1"/>
                    </a:moveTo>
                    <a:lnTo>
                      <a:pt x="1" y="11795"/>
                    </a:lnTo>
                    <a:lnTo>
                      <a:pt x="9308" y="13139"/>
                    </a:lnTo>
                    <a:lnTo>
                      <a:pt x="11011" y="1345"/>
                    </a:lnTo>
                    <a:lnTo>
                      <a:pt x="170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3"/>
              <p:cNvSpPr/>
              <p:nvPr/>
            </p:nvSpPr>
            <p:spPr>
              <a:xfrm>
                <a:off x="8789974" y="2871852"/>
                <a:ext cx="77091" cy="58408"/>
              </a:xfrm>
              <a:custGeom>
                <a:avLst/>
                <a:gdLst/>
                <a:ahLst/>
                <a:cxnLst/>
                <a:rect l="l" t="t" r="r" b="b"/>
                <a:pathLst>
                  <a:path w="1894" h="1435" extrusionOk="0">
                    <a:moveTo>
                      <a:pt x="168" y="1"/>
                    </a:moveTo>
                    <a:lnTo>
                      <a:pt x="0" y="1188"/>
                    </a:lnTo>
                    <a:lnTo>
                      <a:pt x="1725" y="1434"/>
                    </a:lnTo>
                    <a:lnTo>
                      <a:pt x="1893" y="247"/>
                    </a:ln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3"/>
              <p:cNvSpPr/>
              <p:nvPr/>
            </p:nvSpPr>
            <p:spPr>
              <a:xfrm>
                <a:off x="8891160" y="2888744"/>
                <a:ext cx="55233" cy="54745"/>
              </a:xfrm>
              <a:custGeom>
                <a:avLst/>
                <a:gdLst/>
                <a:ahLst/>
                <a:cxnLst/>
                <a:rect l="l" t="t" r="r" b="b"/>
                <a:pathLst>
                  <a:path w="1357" h="1345" extrusionOk="0">
                    <a:moveTo>
                      <a:pt x="169" y="0"/>
                    </a:moveTo>
                    <a:lnTo>
                      <a:pt x="1" y="1176"/>
                    </a:lnTo>
                    <a:lnTo>
                      <a:pt x="1177" y="1344"/>
                    </a:lnTo>
                    <a:lnTo>
                      <a:pt x="1356" y="168"/>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3"/>
              <p:cNvSpPr/>
              <p:nvPr/>
            </p:nvSpPr>
            <p:spPr>
              <a:xfrm>
                <a:off x="8972769" y="2900140"/>
                <a:ext cx="55193" cy="55193"/>
              </a:xfrm>
              <a:custGeom>
                <a:avLst/>
                <a:gdLst/>
                <a:ahLst/>
                <a:cxnLst/>
                <a:rect l="l" t="t" r="r" b="b"/>
                <a:pathLst>
                  <a:path w="1356" h="1356" extrusionOk="0">
                    <a:moveTo>
                      <a:pt x="169" y="0"/>
                    </a:moveTo>
                    <a:lnTo>
                      <a:pt x="1" y="1187"/>
                    </a:lnTo>
                    <a:lnTo>
                      <a:pt x="1177" y="1355"/>
                    </a:lnTo>
                    <a:lnTo>
                      <a:pt x="1356" y="179"/>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3"/>
              <p:cNvSpPr/>
              <p:nvPr/>
            </p:nvSpPr>
            <p:spPr>
              <a:xfrm>
                <a:off x="9054377" y="2911985"/>
                <a:ext cx="55193" cy="55193"/>
              </a:xfrm>
              <a:custGeom>
                <a:avLst/>
                <a:gdLst/>
                <a:ahLst/>
                <a:cxnLst/>
                <a:rect l="l" t="t" r="r" b="b"/>
                <a:pathLst>
                  <a:path w="1356" h="1356" extrusionOk="0">
                    <a:moveTo>
                      <a:pt x="180" y="0"/>
                    </a:moveTo>
                    <a:lnTo>
                      <a:pt x="1" y="1188"/>
                    </a:lnTo>
                    <a:lnTo>
                      <a:pt x="1188" y="1356"/>
                    </a:lnTo>
                    <a:lnTo>
                      <a:pt x="1356" y="180"/>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3"/>
              <p:cNvSpPr/>
              <p:nvPr/>
            </p:nvSpPr>
            <p:spPr>
              <a:xfrm>
                <a:off x="8877037" y="2966241"/>
                <a:ext cx="55193" cy="55193"/>
              </a:xfrm>
              <a:custGeom>
                <a:avLst/>
                <a:gdLst/>
                <a:ahLst/>
                <a:cxnLst/>
                <a:rect l="l" t="t" r="r" b="b"/>
                <a:pathLst>
                  <a:path w="1356" h="1356" extrusionOk="0">
                    <a:moveTo>
                      <a:pt x="169" y="0"/>
                    </a:moveTo>
                    <a:lnTo>
                      <a:pt x="1" y="1187"/>
                    </a:lnTo>
                    <a:lnTo>
                      <a:pt x="1177" y="1355"/>
                    </a:lnTo>
                    <a:lnTo>
                      <a:pt x="1356" y="179"/>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3"/>
              <p:cNvSpPr/>
              <p:nvPr/>
            </p:nvSpPr>
            <p:spPr>
              <a:xfrm>
                <a:off x="8958645" y="2978086"/>
                <a:ext cx="55193" cy="55193"/>
              </a:xfrm>
              <a:custGeom>
                <a:avLst/>
                <a:gdLst/>
                <a:ahLst/>
                <a:cxnLst/>
                <a:rect l="l" t="t" r="r" b="b"/>
                <a:pathLst>
                  <a:path w="1356" h="1356" extrusionOk="0">
                    <a:moveTo>
                      <a:pt x="169" y="0"/>
                    </a:moveTo>
                    <a:lnTo>
                      <a:pt x="1" y="1176"/>
                    </a:lnTo>
                    <a:lnTo>
                      <a:pt x="1177" y="1356"/>
                    </a:lnTo>
                    <a:lnTo>
                      <a:pt x="1356" y="168"/>
                    </a:lnTo>
                    <a:lnTo>
                      <a:pt x="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3"/>
              <p:cNvSpPr/>
              <p:nvPr/>
            </p:nvSpPr>
            <p:spPr>
              <a:xfrm>
                <a:off x="9040254" y="2989930"/>
                <a:ext cx="55193" cy="55193"/>
              </a:xfrm>
              <a:custGeom>
                <a:avLst/>
                <a:gdLst/>
                <a:ahLst/>
                <a:cxnLst/>
                <a:rect l="l" t="t" r="r" b="b"/>
                <a:pathLst>
                  <a:path w="1356" h="1356" extrusionOk="0">
                    <a:moveTo>
                      <a:pt x="168" y="1"/>
                    </a:moveTo>
                    <a:lnTo>
                      <a:pt x="0" y="1188"/>
                    </a:lnTo>
                    <a:lnTo>
                      <a:pt x="1188" y="1356"/>
                    </a:lnTo>
                    <a:lnTo>
                      <a:pt x="1356"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3"/>
              <p:cNvSpPr/>
              <p:nvPr/>
            </p:nvSpPr>
            <p:spPr>
              <a:xfrm>
                <a:off x="8794085" y="2954356"/>
                <a:ext cx="54745" cy="55233"/>
              </a:xfrm>
              <a:custGeom>
                <a:avLst/>
                <a:gdLst/>
                <a:ahLst/>
                <a:cxnLst/>
                <a:rect l="l" t="t" r="r" b="b"/>
                <a:pathLst>
                  <a:path w="1345" h="1357" extrusionOk="0">
                    <a:moveTo>
                      <a:pt x="168" y="1"/>
                    </a:moveTo>
                    <a:lnTo>
                      <a:pt x="0" y="1177"/>
                    </a:lnTo>
                    <a:lnTo>
                      <a:pt x="1176" y="1356"/>
                    </a:lnTo>
                    <a:lnTo>
                      <a:pt x="1344"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3"/>
              <p:cNvSpPr/>
              <p:nvPr/>
            </p:nvSpPr>
            <p:spPr>
              <a:xfrm>
                <a:off x="8864256" y="3044634"/>
                <a:ext cx="55233" cy="55193"/>
              </a:xfrm>
              <a:custGeom>
                <a:avLst/>
                <a:gdLst/>
                <a:ahLst/>
                <a:cxnLst/>
                <a:rect l="l" t="t" r="r" b="b"/>
                <a:pathLst>
                  <a:path w="1357" h="1356" extrusionOk="0">
                    <a:moveTo>
                      <a:pt x="169" y="1"/>
                    </a:moveTo>
                    <a:lnTo>
                      <a:pt x="1" y="1188"/>
                    </a:lnTo>
                    <a:lnTo>
                      <a:pt x="1188" y="1356"/>
                    </a:lnTo>
                    <a:lnTo>
                      <a:pt x="1356" y="180"/>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3"/>
              <p:cNvSpPr/>
              <p:nvPr/>
            </p:nvSpPr>
            <p:spPr>
              <a:xfrm>
                <a:off x="8945865" y="3056479"/>
                <a:ext cx="55233" cy="55233"/>
              </a:xfrm>
              <a:custGeom>
                <a:avLst/>
                <a:gdLst/>
                <a:ahLst/>
                <a:cxnLst/>
                <a:rect l="l" t="t" r="r" b="b"/>
                <a:pathLst>
                  <a:path w="1357" h="1357" extrusionOk="0">
                    <a:moveTo>
                      <a:pt x="169" y="1"/>
                    </a:moveTo>
                    <a:lnTo>
                      <a:pt x="1" y="1188"/>
                    </a:lnTo>
                    <a:lnTo>
                      <a:pt x="1177" y="1356"/>
                    </a:lnTo>
                    <a:lnTo>
                      <a:pt x="1356" y="169"/>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3"/>
              <p:cNvSpPr/>
              <p:nvPr/>
            </p:nvSpPr>
            <p:spPr>
              <a:xfrm>
                <a:off x="9027473" y="3068364"/>
                <a:ext cx="55233" cy="55193"/>
              </a:xfrm>
              <a:custGeom>
                <a:avLst/>
                <a:gdLst/>
                <a:ahLst/>
                <a:cxnLst/>
                <a:rect l="l" t="t" r="r" b="b"/>
                <a:pathLst>
                  <a:path w="1357" h="1356" extrusionOk="0">
                    <a:moveTo>
                      <a:pt x="180" y="0"/>
                    </a:moveTo>
                    <a:lnTo>
                      <a:pt x="1" y="1187"/>
                    </a:lnTo>
                    <a:lnTo>
                      <a:pt x="1188" y="1355"/>
                    </a:lnTo>
                    <a:lnTo>
                      <a:pt x="1356" y="168"/>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3"/>
              <p:cNvSpPr/>
              <p:nvPr/>
            </p:nvSpPr>
            <p:spPr>
              <a:xfrm>
                <a:off x="8781304" y="3032790"/>
                <a:ext cx="55193" cy="54745"/>
              </a:xfrm>
              <a:custGeom>
                <a:avLst/>
                <a:gdLst/>
                <a:ahLst/>
                <a:cxnLst/>
                <a:rect l="l" t="t" r="r" b="b"/>
                <a:pathLst>
                  <a:path w="1356" h="1345" extrusionOk="0">
                    <a:moveTo>
                      <a:pt x="168" y="0"/>
                    </a:moveTo>
                    <a:lnTo>
                      <a:pt x="0" y="1176"/>
                    </a:lnTo>
                    <a:lnTo>
                      <a:pt x="1177" y="1344"/>
                    </a:lnTo>
                    <a:lnTo>
                      <a:pt x="1356" y="168"/>
                    </a:lnTo>
                    <a:lnTo>
                      <a:pt x="1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3"/>
              <p:cNvSpPr/>
              <p:nvPr/>
            </p:nvSpPr>
            <p:spPr>
              <a:xfrm>
                <a:off x="8851516" y="3123068"/>
                <a:ext cx="55193" cy="55193"/>
              </a:xfrm>
              <a:custGeom>
                <a:avLst/>
                <a:gdLst/>
                <a:ahLst/>
                <a:cxnLst/>
                <a:rect l="l" t="t" r="r" b="b"/>
                <a:pathLst>
                  <a:path w="1356" h="1356" extrusionOk="0">
                    <a:moveTo>
                      <a:pt x="180" y="0"/>
                    </a:moveTo>
                    <a:lnTo>
                      <a:pt x="0" y="1187"/>
                    </a:lnTo>
                    <a:lnTo>
                      <a:pt x="1188" y="1355"/>
                    </a:lnTo>
                    <a:lnTo>
                      <a:pt x="1356" y="168"/>
                    </a:lnTo>
                    <a:lnTo>
                      <a:pt x="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3"/>
              <p:cNvSpPr/>
              <p:nvPr/>
            </p:nvSpPr>
            <p:spPr>
              <a:xfrm>
                <a:off x="8926739" y="3134918"/>
                <a:ext cx="55193" cy="54745"/>
              </a:xfrm>
              <a:custGeom>
                <a:avLst/>
                <a:gdLst/>
                <a:ahLst/>
                <a:cxnLst/>
                <a:rect l="l" t="t" r="r" b="b"/>
                <a:pathLst>
                  <a:path w="1356" h="1345" extrusionOk="0">
                    <a:moveTo>
                      <a:pt x="168" y="1"/>
                    </a:moveTo>
                    <a:lnTo>
                      <a:pt x="0" y="1177"/>
                    </a:lnTo>
                    <a:lnTo>
                      <a:pt x="1188" y="1345"/>
                    </a:lnTo>
                    <a:lnTo>
                      <a:pt x="1356"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3"/>
              <p:cNvSpPr/>
              <p:nvPr/>
            </p:nvSpPr>
            <p:spPr>
              <a:xfrm>
                <a:off x="9015181" y="3146757"/>
                <a:ext cx="54745" cy="55193"/>
              </a:xfrm>
              <a:custGeom>
                <a:avLst/>
                <a:gdLst/>
                <a:ahLst/>
                <a:cxnLst/>
                <a:rect l="l" t="t" r="r" b="b"/>
                <a:pathLst>
                  <a:path w="1345" h="1356" extrusionOk="0">
                    <a:moveTo>
                      <a:pt x="168" y="1"/>
                    </a:moveTo>
                    <a:lnTo>
                      <a:pt x="0" y="1177"/>
                    </a:lnTo>
                    <a:lnTo>
                      <a:pt x="1176" y="1356"/>
                    </a:lnTo>
                    <a:lnTo>
                      <a:pt x="1344" y="169"/>
                    </a:lnTo>
                    <a:lnTo>
                      <a:pt x="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3"/>
              <p:cNvSpPr/>
              <p:nvPr/>
            </p:nvSpPr>
            <p:spPr>
              <a:xfrm>
                <a:off x="8768524" y="3111183"/>
                <a:ext cx="55233" cy="54745"/>
              </a:xfrm>
              <a:custGeom>
                <a:avLst/>
                <a:gdLst/>
                <a:ahLst/>
                <a:cxnLst/>
                <a:rect l="l" t="t" r="r" b="b"/>
                <a:pathLst>
                  <a:path w="1357" h="1345" extrusionOk="0">
                    <a:moveTo>
                      <a:pt x="169" y="1"/>
                    </a:moveTo>
                    <a:lnTo>
                      <a:pt x="1" y="1177"/>
                    </a:lnTo>
                    <a:lnTo>
                      <a:pt x="1177" y="1345"/>
                    </a:lnTo>
                    <a:lnTo>
                      <a:pt x="1356" y="169"/>
                    </a:lnTo>
                    <a:lnTo>
                      <a:pt x="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3"/>
              <p:cNvSpPr/>
              <p:nvPr/>
            </p:nvSpPr>
            <p:spPr>
              <a:xfrm>
                <a:off x="8812320" y="2729995"/>
                <a:ext cx="322323" cy="141808"/>
              </a:xfrm>
              <a:custGeom>
                <a:avLst/>
                <a:gdLst/>
                <a:ahLst/>
                <a:cxnLst/>
                <a:rect l="l" t="t" r="r" b="b"/>
                <a:pathLst>
                  <a:path w="7919" h="3484" extrusionOk="0">
                    <a:moveTo>
                      <a:pt x="347" y="0"/>
                    </a:moveTo>
                    <a:lnTo>
                      <a:pt x="0" y="2397"/>
                    </a:lnTo>
                    <a:lnTo>
                      <a:pt x="7572" y="3483"/>
                    </a:lnTo>
                    <a:lnTo>
                      <a:pt x="7919" y="1098"/>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3"/>
              <p:cNvSpPr/>
              <p:nvPr/>
            </p:nvSpPr>
            <p:spPr>
              <a:xfrm>
                <a:off x="8709261" y="2700006"/>
                <a:ext cx="460956" cy="548018"/>
              </a:xfrm>
              <a:custGeom>
                <a:avLst/>
                <a:gdLst/>
                <a:ahLst/>
                <a:cxnLst/>
                <a:rect l="l" t="t" r="r" b="b"/>
                <a:pathLst>
                  <a:path w="11325" h="13464" extrusionOk="0">
                    <a:moveTo>
                      <a:pt x="1983" y="314"/>
                    </a:moveTo>
                    <a:lnTo>
                      <a:pt x="11011" y="1624"/>
                    </a:lnTo>
                    <a:lnTo>
                      <a:pt x="9342" y="13149"/>
                    </a:lnTo>
                    <a:lnTo>
                      <a:pt x="314" y="11839"/>
                    </a:lnTo>
                    <a:lnTo>
                      <a:pt x="1983" y="314"/>
                    </a:lnTo>
                    <a:close/>
                    <a:moveTo>
                      <a:pt x="1748" y="0"/>
                    </a:moveTo>
                    <a:lnTo>
                      <a:pt x="1" y="12074"/>
                    </a:lnTo>
                    <a:lnTo>
                      <a:pt x="9588" y="13463"/>
                    </a:lnTo>
                    <a:lnTo>
                      <a:pt x="11325" y="1389"/>
                    </a:lnTo>
                    <a:lnTo>
                      <a:pt x="17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3"/>
              <p:cNvSpPr/>
              <p:nvPr/>
            </p:nvSpPr>
            <p:spPr>
              <a:xfrm>
                <a:off x="8796812" y="2726422"/>
                <a:ext cx="335104" cy="154588"/>
              </a:xfrm>
              <a:custGeom>
                <a:avLst/>
                <a:gdLst/>
                <a:ahLst/>
                <a:cxnLst/>
                <a:rect l="l" t="t" r="r" b="b"/>
                <a:pathLst>
                  <a:path w="8233" h="3798" extrusionOk="0">
                    <a:moveTo>
                      <a:pt x="616" y="314"/>
                    </a:moveTo>
                    <a:lnTo>
                      <a:pt x="7919" y="1367"/>
                    </a:lnTo>
                    <a:lnTo>
                      <a:pt x="7617" y="3484"/>
                    </a:lnTo>
                    <a:lnTo>
                      <a:pt x="314" y="2431"/>
                    </a:lnTo>
                    <a:lnTo>
                      <a:pt x="616" y="314"/>
                    </a:lnTo>
                    <a:close/>
                    <a:moveTo>
                      <a:pt x="381" y="1"/>
                    </a:moveTo>
                    <a:lnTo>
                      <a:pt x="0" y="2666"/>
                    </a:lnTo>
                    <a:lnTo>
                      <a:pt x="7852" y="3798"/>
                    </a:lnTo>
                    <a:lnTo>
                      <a:pt x="8233" y="1132"/>
                    </a:lnTo>
                    <a:lnTo>
                      <a:pt x="3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3"/>
              <p:cNvSpPr/>
              <p:nvPr/>
            </p:nvSpPr>
            <p:spPr>
              <a:xfrm>
                <a:off x="8775362" y="2852722"/>
                <a:ext cx="90319" cy="71148"/>
              </a:xfrm>
              <a:custGeom>
                <a:avLst/>
                <a:gdLst/>
                <a:ahLst/>
                <a:cxnLst/>
                <a:rect l="l" t="t" r="r" b="b"/>
                <a:pathLst>
                  <a:path w="2219" h="1748" extrusionOk="0">
                    <a:moveTo>
                      <a:pt x="460" y="314"/>
                    </a:moveTo>
                    <a:lnTo>
                      <a:pt x="1905" y="527"/>
                    </a:lnTo>
                    <a:lnTo>
                      <a:pt x="1771" y="1434"/>
                    </a:lnTo>
                    <a:lnTo>
                      <a:pt x="326" y="1221"/>
                    </a:lnTo>
                    <a:lnTo>
                      <a:pt x="460" y="314"/>
                    </a:lnTo>
                    <a:close/>
                    <a:moveTo>
                      <a:pt x="214" y="0"/>
                    </a:moveTo>
                    <a:lnTo>
                      <a:pt x="1" y="1456"/>
                    </a:lnTo>
                    <a:lnTo>
                      <a:pt x="2006" y="1748"/>
                    </a:lnTo>
                    <a:lnTo>
                      <a:pt x="2219" y="291"/>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3"/>
              <p:cNvSpPr/>
              <p:nvPr/>
            </p:nvSpPr>
            <p:spPr>
              <a:xfrm>
                <a:off x="8877932" y="2867741"/>
                <a:ext cx="67973" cy="67973"/>
              </a:xfrm>
              <a:custGeom>
                <a:avLst/>
                <a:gdLst/>
                <a:ahLst/>
                <a:cxnLst/>
                <a:rect l="l" t="t" r="r" b="b"/>
                <a:pathLst>
                  <a:path w="1670" h="1670" extrusionOk="0">
                    <a:moveTo>
                      <a:pt x="449" y="326"/>
                    </a:moveTo>
                    <a:lnTo>
                      <a:pt x="1356" y="449"/>
                    </a:lnTo>
                    <a:lnTo>
                      <a:pt x="1222" y="1356"/>
                    </a:lnTo>
                    <a:lnTo>
                      <a:pt x="326" y="1222"/>
                    </a:lnTo>
                    <a:lnTo>
                      <a:pt x="449" y="326"/>
                    </a:lnTo>
                    <a:close/>
                    <a:moveTo>
                      <a:pt x="214" y="1"/>
                    </a:moveTo>
                    <a:lnTo>
                      <a:pt x="1" y="1457"/>
                    </a:lnTo>
                    <a:lnTo>
                      <a:pt x="1457" y="1670"/>
                    </a:lnTo>
                    <a:lnTo>
                      <a:pt x="1670" y="214"/>
                    </a:lnTo>
                    <a:lnTo>
                      <a:pt x="2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3"/>
              <p:cNvSpPr/>
              <p:nvPr/>
            </p:nvSpPr>
            <p:spPr>
              <a:xfrm>
                <a:off x="8959541" y="2879626"/>
                <a:ext cx="67973" cy="67932"/>
              </a:xfrm>
              <a:custGeom>
                <a:avLst/>
                <a:gdLst/>
                <a:ahLst/>
                <a:cxnLst/>
                <a:rect l="l" t="t" r="r" b="b"/>
                <a:pathLst>
                  <a:path w="1670" h="1669" extrusionOk="0">
                    <a:moveTo>
                      <a:pt x="449" y="314"/>
                    </a:moveTo>
                    <a:lnTo>
                      <a:pt x="1356" y="448"/>
                    </a:lnTo>
                    <a:lnTo>
                      <a:pt x="1222" y="1355"/>
                    </a:lnTo>
                    <a:lnTo>
                      <a:pt x="326" y="1221"/>
                    </a:lnTo>
                    <a:lnTo>
                      <a:pt x="449" y="314"/>
                    </a:lnTo>
                    <a:close/>
                    <a:moveTo>
                      <a:pt x="214" y="0"/>
                    </a:moveTo>
                    <a:lnTo>
                      <a:pt x="1" y="1456"/>
                    </a:lnTo>
                    <a:lnTo>
                      <a:pt x="1468"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3"/>
              <p:cNvSpPr/>
              <p:nvPr/>
            </p:nvSpPr>
            <p:spPr>
              <a:xfrm>
                <a:off x="9041638" y="2891471"/>
                <a:ext cx="67932" cy="67973"/>
              </a:xfrm>
              <a:custGeom>
                <a:avLst/>
                <a:gdLst/>
                <a:ahLst/>
                <a:cxnLst/>
                <a:rect l="l" t="t" r="r" b="b"/>
                <a:pathLst>
                  <a:path w="1669" h="1670" extrusionOk="0">
                    <a:moveTo>
                      <a:pt x="448" y="314"/>
                    </a:moveTo>
                    <a:lnTo>
                      <a:pt x="1344" y="448"/>
                    </a:lnTo>
                    <a:lnTo>
                      <a:pt x="1221" y="1356"/>
                    </a:lnTo>
                    <a:lnTo>
                      <a:pt x="314" y="1221"/>
                    </a:lnTo>
                    <a:lnTo>
                      <a:pt x="448" y="314"/>
                    </a:lnTo>
                    <a:close/>
                    <a:moveTo>
                      <a:pt x="202" y="0"/>
                    </a:moveTo>
                    <a:lnTo>
                      <a:pt x="0" y="1456"/>
                    </a:lnTo>
                    <a:lnTo>
                      <a:pt x="1456" y="1669"/>
                    </a:lnTo>
                    <a:lnTo>
                      <a:pt x="1669" y="213"/>
                    </a:lnTo>
                    <a:lnTo>
                      <a:pt x="2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3"/>
              <p:cNvSpPr/>
              <p:nvPr/>
            </p:nvSpPr>
            <p:spPr>
              <a:xfrm>
                <a:off x="8863808" y="2945727"/>
                <a:ext cx="67973" cy="67973"/>
              </a:xfrm>
              <a:custGeom>
                <a:avLst/>
                <a:gdLst/>
                <a:ahLst/>
                <a:cxnLst/>
                <a:rect l="l" t="t" r="r" b="b"/>
                <a:pathLst>
                  <a:path w="1670" h="1670" extrusionOk="0">
                    <a:moveTo>
                      <a:pt x="449" y="314"/>
                    </a:moveTo>
                    <a:lnTo>
                      <a:pt x="1356" y="448"/>
                    </a:lnTo>
                    <a:lnTo>
                      <a:pt x="1222" y="1355"/>
                    </a:lnTo>
                    <a:lnTo>
                      <a:pt x="314" y="1221"/>
                    </a:lnTo>
                    <a:lnTo>
                      <a:pt x="449" y="314"/>
                    </a:lnTo>
                    <a:close/>
                    <a:moveTo>
                      <a:pt x="214" y="0"/>
                    </a:moveTo>
                    <a:lnTo>
                      <a:pt x="1" y="1456"/>
                    </a:lnTo>
                    <a:lnTo>
                      <a:pt x="1457"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3"/>
              <p:cNvSpPr/>
              <p:nvPr/>
            </p:nvSpPr>
            <p:spPr>
              <a:xfrm>
                <a:off x="8945417" y="2957572"/>
                <a:ext cx="67973" cy="67973"/>
              </a:xfrm>
              <a:custGeom>
                <a:avLst/>
                <a:gdLst/>
                <a:ahLst/>
                <a:cxnLst/>
                <a:rect l="l" t="t" r="r" b="b"/>
                <a:pathLst>
                  <a:path w="1670" h="1670" extrusionOk="0">
                    <a:moveTo>
                      <a:pt x="449" y="314"/>
                    </a:moveTo>
                    <a:lnTo>
                      <a:pt x="1356" y="448"/>
                    </a:lnTo>
                    <a:lnTo>
                      <a:pt x="1222" y="1356"/>
                    </a:lnTo>
                    <a:lnTo>
                      <a:pt x="314" y="1221"/>
                    </a:lnTo>
                    <a:lnTo>
                      <a:pt x="449" y="314"/>
                    </a:lnTo>
                    <a:close/>
                    <a:moveTo>
                      <a:pt x="213" y="0"/>
                    </a:moveTo>
                    <a:lnTo>
                      <a:pt x="1" y="1456"/>
                    </a:lnTo>
                    <a:lnTo>
                      <a:pt x="1457" y="1669"/>
                    </a:lnTo>
                    <a:lnTo>
                      <a:pt x="1670" y="213"/>
                    </a:ln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3"/>
              <p:cNvSpPr/>
              <p:nvPr/>
            </p:nvSpPr>
            <p:spPr>
              <a:xfrm>
                <a:off x="9027025" y="2969416"/>
                <a:ext cx="67973" cy="67973"/>
              </a:xfrm>
              <a:custGeom>
                <a:avLst/>
                <a:gdLst/>
                <a:ahLst/>
                <a:cxnLst/>
                <a:rect l="l" t="t" r="r" b="b"/>
                <a:pathLst>
                  <a:path w="1670" h="1670" extrusionOk="0">
                    <a:moveTo>
                      <a:pt x="449" y="314"/>
                    </a:moveTo>
                    <a:lnTo>
                      <a:pt x="1356" y="449"/>
                    </a:lnTo>
                    <a:lnTo>
                      <a:pt x="1221" y="1356"/>
                    </a:lnTo>
                    <a:lnTo>
                      <a:pt x="325" y="1221"/>
                    </a:lnTo>
                    <a:lnTo>
                      <a:pt x="449" y="314"/>
                    </a:lnTo>
                    <a:close/>
                    <a:moveTo>
                      <a:pt x="213" y="1"/>
                    </a:moveTo>
                    <a:lnTo>
                      <a:pt x="1" y="1457"/>
                    </a:lnTo>
                    <a:lnTo>
                      <a:pt x="1468" y="1669"/>
                    </a:lnTo>
                    <a:lnTo>
                      <a:pt x="1669" y="21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3"/>
              <p:cNvSpPr/>
              <p:nvPr/>
            </p:nvSpPr>
            <p:spPr>
              <a:xfrm>
                <a:off x="8780857" y="2933842"/>
                <a:ext cx="67973" cy="67973"/>
              </a:xfrm>
              <a:custGeom>
                <a:avLst/>
                <a:gdLst/>
                <a:ahLst/>
                <a:cxnLst/>
                <a:rect l="l" t="t" r="r" b="b"/>
                <a:pathLst>
                  <a:path w="1670" h="1670" extrusionOk="0">
                    <a:moveTo>
                      <a:pt x="448" y="315"/>
                    </a:moveTo>
                    <a:lnTo>
                      <a:pt x="1344" y="449"/>
                    </a:lnTo>
                    <a:lnTo>
                      <a:pt x="1221" y="1345"/>
                    </a:lnTo>
                    <a:lnTo>
                      <a:pt x="314" y="1222"/>
                    </a:lnTo>
                    <a:lnTo>
                      <a:pt x="448" y="315"/>
                    </a:lnTo>
                    <a:close/>
                    <a:moveTo>
                      <a:pt x="213" y="1"/>
                    </a:moveTo>
                    <a:lnTo>
                      <a:pt x="0" y="1457"/>
                    </a:lnTo>
                    <a:lnTo>
                      <a:pt x="1456" y="1670"/>
                    </a:lnTo>
                    <a:lnTo>
                      <a:pt x="1669" y="214"/>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3"/>
              <p:cNvSpPr/>
              <p:nvPr/>
            </p:nvSpPr>
            <p:spPr>
              <a:xfrm>
                <a:off x="8851068" y="3024120"/>
                <a:ext cx="67973" cy="67973"/>
              </a:xfrm>
              <a:custGeom>
                <a:avLst/>
                <a:gdLst/>
                <a:ahLst/>
                <a:cxnLst/>
                <a:rect l="l" t="t" r="r" b="b"/>
                <a:pathLst>
                  <a:path w="1670" h="1670" extrusionOk="0">
                    <a:moveTo>
                      <a:pt x="448" y="314"/>
                    </a:moveTo>
                    <a:lnTo>
                      <a:pt x="1355" y="449"/>
                    </a:lnTo>
                    <a:lnTo>
                      <a:pt x="1221" y="1345"/>
                    </a:lnTo>
                    <a:lnTo>
                      <a:pt x="325" y="1221"/>
                    </a:lnTo>
                    <a:lnTo>
                      <a:pt x="448" y="314"/>
                    </a:lnTo>
                    <a:close/>
                    <a:moveTo>
                      <a:pt x="213" y="1"/>
                    </a:moveTo>
                    <a:lnTo>
                      <a:pt x="0" y="1457"/>
                    </a:lnTo>
                    <a:lnTo>
                      <a:pt x="1467" y="1670"/>
                    </a:lnTo>
                    <a:lnTo>
                      <a:pt x="1669" y="202"/>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3"/>
              <p:cNvSpPr/>
              <p:nvPr/>
            </p:nvSpPr>
            <p:spPr>
              <a:xfrm>
                <a:off x="8932677" y="3035965"/>
                <a:ext cx="67932" cy="67973"/>
              </a:xfrm>
              <a:custGeom>
                <a:avLst/>
                <a:gdLst/>
                <a:ahLst/>
                <a:cxnLst/>
                <a:rect l="l" t="t" r="r" b="b"/>
                <a:pathLst>
                  <a:path w="1669" h="1670" extrusionOk="0">
                    <a:moveTo>
                      <a:pt x="448" y="314"/>
                    </a:moveTo>
                    <a:lnTo>
                      <a:pt x="1355" y="449"/>
                    </a:lnTo>
                    <a:lnTo>
                      <a:pt x="1221" y="1356"/>
                    </a:lnTo>
                    <a:lnTo>
                      <a:pt x="325" y="1222"/>
                    </a:lnTo>
                    <a:lnTo>
                      <a:pt x="448" y="314"/>
                    </a:lnTo>
                    <a:close/>
                    <a:moveTo>
                      <a:pt x="213" y="1"/>
                    </a:moveTo>
                    <a:lnTo>
                      <a:pt x="0" y="1457"/>
                    </a:lnTo>
                    <a:lnTo>
                      <a:pt x="1467" y="1670"/>
                    </a:lnTo>
                    <a:lnTo>
                      <a:pt x="1669" y="214"/>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3"/>
              <p:cNvSpPr/>
              <p:nvPr/>
            </p:nvSpPr>
            <p:spPr>
              <a:xfrm>
                <a:off x="9014245" y="3047850"/>
                <a:ext cx="68462" cy="67932"/>
              </a:xfrm>
              <a:custGeom>
                <a:avLst/>
                <a:gdLst/>
                <a:ahLst/>
                <a:cxnLst/>
                <a:rect l="l" t="t" r="r" b="b"/>
                <a:pathLst>
                  <a:path w="1682" h="1669" extrusionOk="0">
                    <a:moveTo>
                      <a:pt x="460" y="314"/>
                    </a:moveTo>
                    <a:lnTo>
                      <a:pt x="1356" y="448"/>
                    </a:lnTo>
                    <a:lnTo>
                      <a:pt x="1233" y="1355"/>
                    </a:lnTo>
                    <a:lnTo>
                      <a:pt x="326" y="1221"/>
                    </a:lnTo>
                    <a:lnTo>
                      <a:pt x="460" y="314"/>
                    </a:lnTo>
                    <a:close/>
                    <a:moveTo>
                      <a:pt x="214" y="0"/>
                    </a:moveTo>
                    <a:lnTo>
                      <a:pt x="1" y="1456"/>
                    </a:lnTo>
                    <a:lnTo>
                      <a:pt x="1468" y="1669"/>
                    </a:lnTo>
                    <a:lnTo>
                      <a:pt x="1681"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3"/>
              <p:cNvSpPr/>
              <p:nvPr/>
            </p:nvSpPr>
            <p:spPr>
              <a:xfrm>
                <a:off x="8768076" y="3012276"/>
                <a:ext cx="67973" cy="67973"/>
              </a:xfrm>
              <a:custGeom>
                <a:avLst/>
                <a:gdLst/>
                <a:ahLst/>
                <a:cxnLst/>
                <a:rect l="l" t="t" r="r" b="b"/>
                <a:pathLst>
                  <a:path w="1670" h="1670" extrusionOk="0">
                    <a:moveTo>
                      <a:pt x="449" y="314"/>
                    </a:moveTo>
                    <a:lnTo>
                      <a:pt x="1356" y="448"/>
                    </a:lnTo>
                    <a:lnTo>
                      <a:pt x="1222" y="1344"/>
                    </a:lnTo>
                    <a:lnTo>
                      <a:pt x="314" y="1221"/>
                    </a:lnTo>
                    <a:lnTo>
                      <a:pt x="449" y="314"/>
                    </a:lnTo>
                    <a:close/>
                    <a:moveTo>
                      <a:pt x="213" y="0"/>
                    </a:moveTo>
                    <a:lnTo>
                      <a:pt x="1" y="1456"/>
                    </a:lnTo>
                    <a:lnTo>
                      <a:pt x="1457" y="1669"/>
                    </a:lnTo>
                    <a:lnTo>
                      <a:pt x="1670" y="213"/>
                    </a:ln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3"/>
              <p:cNvSpPr/>
              <p:nvPr/>
            </p:nvSpPr>
            <p:spPr>
              <a:xfrm>
                <a:off x="8838736" y="3102554"/>
                <a:ext cx="67973" cy="67932"/>
              </a:xfrm>
              <a:custGeom>
                <a:avLst/>
                <a:gdLst/>
                <a:ahLst/>
                <a:cxnLst/>
                <a:rect l="l" t="t" r="r" b="b"/>
                <a:pathLst>
                  <a:path w="1670" h="1669" extrusionOk="0">
                    <a:moveTo>
                      <a:pt x="449" y="314"/>
                    </a:moveTo>
                    <a:lnTo>
                      <a:pt x="1356" y="448"/>
                    </a:lnTo>
                    <a:lnTo>
                      <a:pt x="1222" y="1355"/>
                    </a:lnTo>
                    <a:lnTo>
                      <a:pt x="314" y="1221"/>
                    </a:lnTo>
                    <a:lnTo>
                      <a:pt x="449" y="314"/>
                    </a:lnTo>
                    <a:close/>
                    <a:moveTo>
                      <a:pt x="214" y="0"/>
                    </a:moveTo>
                    <a:lnTo>
                      <a:pt x="1" y="1456"/>
                    </a:lnTo>
                    <a:lnTo>
                      <a:pt x="1457" y="1669"/>
                    </a:lnTo>
                    <a:lnTo>
                      <a:pt x="1670" y="213"/>
                    </a:lnTo>
                    <a:lnTo>
                      <a:pt x="2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3"/>
              <p:cNvSpPr/>
              <p:nvPr/>
            </p:nvSpPr>
            <p:spPr>
              <a:xfrm>
                <a:off x="8920344" y="3114398"/>
                <a:ext cx="67973" cy="67973"/>
              </a:xfrm>
              <a:custGeom>
                <a:avLst/>
                <a:gdLst/>
                <a:ahLst/>
                <a:cxnLst/>
                <a:rect l="l" t="t" r="r" b="b"/>
                <a:pathLst>
                  <a:path w="1670" h="1670" extrusionOk="0">
                    <a:moveTo>
                      <a:pt x="449" y="314"/>
                    </a:moveTo>
                    <a:lnTo>
                      <a:pt x="1345" y="448"/>
                    </a:lnTo>
                    <a:lnTo>
                      <a:pt x="1222" y="1356"/>
                    </a:lnTo>
                    <a:lnTo>
                      <a:pt x="314" y="1221"/>
                    </a:lnTo>
                    <a:lnTo>
                      <a:pt x="449" y="314"/>
                    </a:lnTo>
                    <a:close/>
                    <a:moveTo>
                      <a:pt x="202" y="0"/>
                    </a:moveTo>
                    <a:lnTo>
                      <a:pt x="1" y="1456"/>
                    </a:lnTo>
                    <a:lnTo>
                      <a:pt x="1457" y="1669"/>
                    </a:lnTo>
                    <a:lnTo>
                      <a:pt x="1670" y="213"/>
                    </a:lnTo>
                    <a:lnTo>
                      <a:pt x="2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3"/>
              <p:cNvSpPr/>
              <p:nvPr/>
            </p:nvSpPr>
            <p:spPr>
              <a:xfrm>
                <a:off x="9001953" y="3126243"/>
                <a:ext cx="67973" cy="67973"/>
              </a:xfrm>
              <a:custGeom>
                <a:avLst/>
                <a:gdLst/>
                <a:ahLst/>
                <a:cxnLst/>
                <a:rect l="l" t="t" r="r" b="b"/>
                <a:pathLst>
                  <a:path w="1670" h="1670" extrusionOk="0">
                    <a:moveTo>
                      <a:pt x="449" y="314"/>
                    </a:moveTo>
                    <a:lnTo>
                      <a:pt x="1345" y="449"/>
                    </a:lnTo>
                    <a:lnTo>
                      <a:pt x="1221" y="1345"/>
                    </a:lnTo>
                    <a:lnTo>
                      <a:pt x="314" y="1221"/>
                    </a:lnTo>
                    <a:lnTo>
                      <a:pt x="449" y="314"/>
                    </a:lnTo>
                    <a:close/>
                    <a:moveTo>
                      <a:pt x="213" y="1"/>
                    </a:moveTo>
                    <a:lnTo>
                      <a:pt x="1" y="1457"/>
                    </a:lnTo>
                    <a:lnTo>
                      <a:pt x="1457" y="1669"/>
                    </a:lnTo>
                    <a:lnTo>
                      <a:pt x="1669" y="21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3"/>
              <p:cNvSpPr/>
              <p:nvPr/>
            </p:nvSpPr>
            <p:spPr>
              <a:xfrm>
                <a:off x="8755336" y="3090669"/>
                <a:ext cx="67932" cy="67973"/>
              </a:xfrm>
              <a:custGeom>
                <a:avLst/>
                <a:gdLst/>
                <a:ahLst/>
                <a:cxnLst/>
                <a:rect l="l" t="t" r="r" b="b"/>
                <a:pathLst>
                  <a:path w="1669" h="1670" extrusionOk="0">
                    <a:moveTo>
                      <a:pt x="448" y="315"/>
                    </a:moveTo>
                    <a:lnTo>
                      <a:pt x="1355" y="449"/>
                    </a:lnTo>
                    <a:lnTo>
                      <a:pt x="1221" y="1345"/>
                    </a:lnTo>
                    <a:lnTo>
                      <a:pt x="325" y="1222"/>
                    </a:lnTo>
                    <a:lnTo>
                      <a:pt x="448" y="315"/>
                    </a:lnTo>
                    <a:close/>
                    <a:moveTo>
                      <a:pt x="213" y="1"/>
                    </a:moveTo>
                    <a:lnTo>
                      <a:pt x="0" y="1457"/>
                    </a:lnTo>
                    <a:lnTo>
                      <a:pt x="1456" y="1670"/>
                    </a:lnTo>
                    <a:lnTo>
                      <a:pt x="1669" y="203"/>
                    </a:lnTo>
                    <a:lnTo>
                      <a:pt x="2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3"/>
              <p:cNvSpPr/>
              <p:nvPr/>
            </p:nvSpPr>
            <p:spPr>
              <a:xfrm>
                <a:off x="8968699" y="2778481"/>
                <a:ext cx="26904" cy="70944"/>
              </a:xfrm>
              <a:custGeom>
                <a:avLst/>
                <a:gdLst/>
                <a:ahLst/>
                <a:cxnLst/>
                <a:rect l="l" t="t" r="r" b="b"/>
                <a:pathLst>
                  <a:path w="661" h="1743" extrusionOk="0">
                    <a:moveTo>
                      <a:pt x="535" y="1"/>
                    </a:moveTo>
                    <a:cubicBezTo>
                      <a:pt x="514" y="1"/>
                      <a:pt x="491" y="7"/>
                      <a:pt x="470" y="21"/>
                    </a:cubicBezTo>
                    <a:cubicBezTo>
                      <a:pt x="291" y="133"/>
                      <a:pt x="146" y="290"/>
                      <a:pt x="45" y="480"/>
                    </a:cubicBezTo>
                    <a:cubicBezTo>
                      <a:pt x="0" y="562"/>
                      <a:pt x="74" y="624"/>
                      <a:pt x="148" y="624"/>
                    </a:cubicBezTo>
                    <a:cubicBezTo>
                      <a:pt x="186" y="624"/>
                      <a:pt x="224" y="608"/>
                      <a:pt x="246" y="570"/>
                    </a:cubicBezTo>
                    <a:cubicBezTo>
                      <a:pt x="291" y="480"/>
                      <a:pt x="358" y="391"/>
                      <a:pt x="426" y="323"/>
                    </a:cubicBezTo>
                    <a:lnTo>
                      <a:pt x="426" y="323"/>
                    </a:lnTo>
                    <a:cubicBezTo>
                      <a:pt x="426" y="760"/>
                      <a:pt x="381" y="1197"/>
                      <a:pt x="291" y="1634"/>
                    </a:cubicBezTo>
                    <a:cubicBezTo>
                      <a:pt x="273" y="1702"/>
                      <a:pt x="329" y="1743"/>
                      <a:pt x="388" y="1743"/>
                    </a:cubicBezTo>
                    <a:cubicBezTo>
                      <a:pt x="435" y="1743"/>
                      <a:pt x="483" y="1716"/>
                      <a:pt x="493" y="1656"/>
                    </a:cubicBezTo>
                    <a:cubicBezTo>
                      <a:pt x="605" y="1141"/>
                      <a:pt x="661" y="615"/>
                      <a:pt x="638" y="88"/>
                    </a:cubicBezTo>
                    <a:cubicBezTo>
                      <a:pt x="631" y="34"/>
                      <a:pt x="585" y="1"/>
                      <a:pt x="5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3"/>
              <p:cNvSpPr/>
              <p:nvPr/>
            </p:nvSpPr>
            <p:spPr>
              <a:xfrm>
                <a:off x="9011518" y="2786173"/>
                <a:ext cx="39319" cy="70822"/>
              </a:xfrm>
              <a:custGeom>
                <a:avLst/>
                <a:gdLst/>
                <a:ahLst/>
                <a:cxnLst/>
                <a:rect l="l" t="t" r="r" b="b"/>
                <a:pathLst>
                  <a:path w="966" h="1740" extrusionOk="0">
                    <a:moveTo>
                      <a:pt x="515" y="1"/>
                    </a:moveTo>
                    <a:cubicBezTo>
                      <a:pt x="355" y="1"/>
                      <a:pt x="203" y="97"/>
                      <a:pt x="146" y="258"/>
                    </a:cubicBezTo>
                    <a:cubicBezTo>
                      <a:pt x="117" y="337"/>
                      <a:pt x="187" y="398"/>
                      <a:pt x="254" y="398"/>
                    </a:cubicBezTo>
                    <a:cubicBezTo>
                      <a:pt x="291" y="398"/>
                      <a:pt x="328" y="380"/>
                      <a:pt x="348" y="336"/>
                    </a:cubicBezTo>
                    <a:cubicBezTo>
                      <a:pt x="369" y="260"/>
                      <a:pt x="436" y="218"/>
                      <a:pt x="506" y="218"/>
                    </a:cubicBezTo>
                    <a:cubicBezTo>
                      <a:pt x="549" y="218"/>
                      <a:pt x="594" y="234"/>
                      <a:pt x="628" y="269"/>
                    </a:cubicBezTo>
                    <a:cubicBezTo>
                      <a:pt x="751" y="381"/>
                      <a:pt x="650" y="549"/>
                      <a:pt x="561" y="650"/>
                    </a:cubicBezTo>
                    <a:cubicBezTo>
                      <a:pt x="438" y="762"/>
                      <a:pt x="326" y="874"/>
                      <a:pt x="225" y="997"/>
                    </a:cubicBezTo>
                    <a:cubicBezTo>
                      <a:pt x="113" y="1142"/>
                      <a:pt x="46" y="1310"/>
                      <a:pt x="12" y="1478"/>
                    </a:cubicBezTo>
                    <a:cubicBezTo>
                      <a:pt x="1" y="1534"/>
                      <a:pt x="46" y="1590"/>
                      <a:pt x="102" y="1602"/>
                    </a:cubicBezTo>
                    <a:lnTo>
                      <a:pt x="818" y="1736"/>
                    </a:lnTo>
                    <a:cubicBezTo>
                      <a:pt x="827" y="1738"/>
                      <a:pt x="836" y="1740"/>
                      <a:pt x="844" y="1740"/>
                    </a:cubicBezTo>
                    <a:cubicBezTo>
                      <a:pt x="946" y="1740"/>
                      <a:pt x="965" y="1555"/>
                      <a:pt x="841" y="1534"/>
                    </a:cubicBezTo>
                    <a:lnTo>
                      <a:pt x="247" y="1411"/>
                    </a:lnTo>
                    <a:cubicBezTo>
                      <a:pt x="303" y="1243"/>
                      <a:pt x="393" y="1086"/>
                      <a:pt x="527" y="974"/>
                    </a:cubicBezTo>
                    <a:cubicBezTo>
                      <a:pt x="684" y="829"/>
                      <a:pt x="852" y="694"/>
                      <a:pt x="886" y="459"/>
                    </a:cubicBezTo>
                    <a:cubicBezTo>
                      <a:pt x="919" y="269"/>
                      <a:pt x="796" y="67"/>
                      <a:pt x="606" y="11"/>
                    </a:cubicBezTo>
                    <a:cubicBezTo>
                      <a:pt x="575" y="4"/>
                      <a:pt x="545" y="1"/>
                      <a:pt x="5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3"/>
              <p:cNvSpPr/>
              <p:nvPr/>
            </p:nvSpPr>
            <p:spPr>
              <a:xfrm>
                <a:off x="9058163" y="2791709"/>
                <a:ext cx="40499" cy="67159"/>
              </a:xfrm>
              <a:custGeom>
                <a:avLst/>
                <a:gdLst/>
                <a:ahLst/>
                <a:cxnLst/>
                <a:rect l="l" t="t" r="r" b="b"/>
                <a:pathLst>
                  <a:path w="995" h="1650" extrusionOk="0">
                    <a:moveTo>
                      <a:pt x="511" y="1"/>
                    </a:moveTo>
                    <a:cubicBezTo>
                      <a:pt x="471" y="1"/>
                      <a:pt x="430" y="7"/>
                      <a:pt x="389" y="21"/>
                    </a:cubicBezTo>
                    <a:cubicBezTo>
                      <a:pt x="272" y="70"/>
                      <a:pt x="317" y="221"/>
                      <a:pt x="420" y="221"/>
                    </a:cubicBezTo>
                    <a:cubicBezTo>
                      <a:pt x="435" y="221"/>
                      <a:pt x="451" y="218"/>
                      <a:pt x="468" y="211"/>
                    </a:cubicBezTo>
                    <a:cubicBezTo>
                      <a:pt x="480" y="209"/>
                      <a:pt x="493" y="207"/>
                      <a:pt x="507" y="207"/>
                    </a:cubicBezTo>
                    <a:cubicBezTo>
                      <a:pt x="553" y="207"/>
                      <a:pt x="601" y="224"/>
                      <a:pt x="636" y="267"/>
                    </a:cubicBezTo>
                    <a:cubicBezTo>
                      <a:pt x="692" y="323"/>
                      <a:pt x="703" y="402"/>
                      <a:pt x="680" y="469"/>
                    </a:cubicBezTo>
                    <a:cubicBezTo>
                      <a:pt x="602" y="626"/>
                      <a:pt x="456" y="738"/>
                      <a:pt x="277" y="749"/>
                    </a:cubicBezTo>
                    <a:cubicBezTo>
                      <a:pt x="160" y="781"/>
                      <a:pt x="164" y="963"/>
                      <a:pt x="289" y="963"/>
                    </a:cubicBezTo>
                    <a:cubicBezTo>
                      <a:pt x="296" y="963"/>
                      <a:pt x="303" y="963"/>
                      <a:pt x="311" y="962"/>
                    </a:cubicBezTo>
                    <a:cubicBezTo>
                      <a:pt x="351" y="953"/>
                      <a:pt x="401" y="947"/>
                      <a:pt x="453" y="947"/>
                    </a:cubicBezTo>
                    <a:cubicBezTo>
                      <a:pt x="607" y="947"/>
                      <a:pt x="781" y="996"/>
                      <a:pt x="781" y="1163"/>
                    </a:cubicBezTo>
                    <a:cubicBezTo>
                      <a:pt x="781" y="1275"/>
                      <a:pt x="703" y="1376"/>
                      <a:pt x="602" y="1410"/>
                    </a:cubicBezTo>
                    <a:cubicBezTo>
                      <a:pt x="539" y="1431"/>
                      <a:pt x="475" y="1442"/>
                      <a:pt x="412" y="1442"/>
                    </a:cubicBezTo>
                    <a:cubicBezTo>
                      <a:pt x="341" y="1442"/>
                      <a:pt x="270" y="1428"/>
                      <a:pt x="199" y="1398"/>
                    </a:cubicBezTo>
                    <a:cubicBezTo>
                      <a:pt x="186" y="1394"/>
                      <a:pt x="174" y="1392"/>
                      <a:pt x="162" y="1392"/>
                    </a:cubicBezTo>
                    <a:cubicBezTo>
                      <a:pt x="59" y="1392"/>
                      <a:pt x="0" y="1549"/>
                      <a:pt x="120" y="1589"/>
                    </a:cubicBezTo>
                    <a:cubicBezTo>
                      <a:pt x="213" y="1630"/>
                      <a:pt x="316" y="1649"/>
                      <a:pt x="419" y="1649"/>
                    </a:cubicBezTo>
                    <a:cubicBezTo>
                      <a:pt x="515" y="1649"/>
                      <a:pt x="611" y="1632"/>
                      <a:pt x="703" y="1600"/>
                    </a:cubicBezTo>
                    <a:cubicBezTo>
                      <a:pt x="860" y="1522"/>
                      <a:pt x="972" y="1365"/>
                      <a:pt x="994" y="1186"/>
                    </a:cubicBezTo>
                    <a:cubicBezTo>
                      <a:pt x="994" y="995"/>
                      <a:pt x="882" y="838"/>
                      <a:pt x="714" y="782"/>
                    </a:cubicBezTo>
                    <a:cubicBezTo>
                      <a:pt x="815" y="693"/>
                      <a:pt x="882" y="570"/>
                      <a:pt x="893" y="435"/>
                    </a:cubicBezTo>
                    <a:cubicBezTo>
                      <a:pt x="922" y="198"/>
                      <a:pt x="73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3564"/>
        <p:cNvGrpSpPr/>
        <p:nvPr/>
      </p:nvGrpSpPr>
      <p:grpSpPr>
        <a:xfrm>
          <a:off x="0" y="0"/>
          <a:ext cx="0" cy="0"/>
          <a:chOff x="0" y="0"/>
          <a:chExt cx="0" cy="0"/>
        </a:xfrm>
      </p:grpSpPr>
      <p:sp>
        <p:nvSpPr>
          <p:cNvPr id="3565" name="Google Shape;3565;p74"/>
          <p:cNvSpPr txBox="1">
            <a:spLocks noGrp="1"/>
          </p:cNvSpPr>
          <p:nvPr>
            <p:ph type="title"/>
          </p:nvPr>
        </p:nvSpPr>
        <p:spPr>
          <a:xfrm>
            <a:off x="720000" y="443834"/>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800"/>
              </a:spcAft>
              <a:buNone/>
            </a:pPr>
            <a:r>
              <a:rPr lang="en"/>
              <a:t>Icon pack</a:t>
            </a:r>
            <a:endParaRPr/>
          </a:p>
        </p:txBody>
      </p:sp>
      <p:grpSp>
        <p:nvGrpSpPr>
          <p:cNvPr id="3566" name="Google Shape;3566;p74"/>
          <p:cNvGrpSpPr/>
          <p:nvPr/>
        </p:nvGrpSpPr>
        <p:grpSpPr>
          <a:xfrm>
            <a:off x="719989" y="1658711"/>
            <a:ext cx="418939" cy="398868"/>
            <a:chOff x="719989" y="1658711"/>
            <a:chExt cx="418939" cy="398868"/>
          </a:xfrm>
        </p:grpSpPr>
        <p:sp>
          <p:nvSpPr>
            <p:cNvPr id="3567" name="Google Shape;3567;p74"/>
            <p:cNvSpPr/>
            <p:nvPr/>
          </p:nvSpPr>
          <p:spPr>
            <a:xfrm>
              <a:off x="719989" y="1741362"/>
              <a:ext cx="418939" cy="235375"/>
            </a:xfrm>
            <a:custGeom>
              <a:avLst/>
              <a:gdLst/>
              <a:ahLst/>
              <a:cxnLst/>
              <a:rect l="l" t="t" r="r" b="b"/>
              <a:pathLst>
                <a:path w="15522" h="8720" extrusionOk="0">
                  <a:moveTo>
                    <a:pt x="4103" y="1970"/>
                  </a:moveTo>
                  <a:cubicBezTo>
                    <a:pt x="3158" y="3416"/>
                    <a:pt x="3158" y="5304"/>
                    <a:pt x="4103" y="6750"/>
                  </a:cubicBezTo>
                  <a:cubicBezTo>
                    <a:pt x="3689" y="6514"/>
                    <a:pt x="3306" y="6248"/>
                    <a:pt x="2922" y="5953"/>
                  </a:cubicBezTo>
                  <a:cubicBezTo>
                    <a:pt x="2273" y="5481"/>
                    <a:pt x="1683" y="4950"/>
                    <a:pt x="1122" y="4360"/>
                  </a:cubicBezTo>
                  <a:cubicBezTo>
                    <a:pt x="2007" y="3416"/>
                    <a:pt x="3011" y="2619"/>
                    <a:pt x="4103" y="1970"/>
                  </a:cubicBezTo>
                  <a:close/>
                  <a:moveTo>
                    <a:pt x="11420" y="1970"/>
                  </a:moveTo>
                  <a:lnTo>
                    <a:pt x="11420" y="1970"/>
                  </a:lnTo>
                  <a:cubicBezTo>
                    <a:pt x="11833" y="2206"/>
                    <a:pt x="12247" y="2471"/>
                    <a:pt x="12601" y="2766"/>
                  </a:cubicBezTo>
                  <a:cubicBezTo>
                    <a:pt x="13250" y="3239"/>
                    <a:pt x="13869" y="3770"/>
                    <a:pt x="14401" y="4360"/>
                  </a:cubicBezTo>
                  <a:cubicBezTo>
                    <a:pt x="13545" y="5304"/>
                    <a:pt x="12542" y="6101"/>
                    <a:pt x="11420" y="6750"/>
                  </a:cubicBezTo>
                  <a:cubicBezTo>
                    <a:pt x="12365" y="5304"/>
                    <a:pt x="12365" y="3416"/>
                    <a:pt x="11420" y="1970"/>
                  </a:cubicBezTo>
                  <a:close/>
                  <a:moveTo>
                    <a:pt x="7740" y="886"/>
                  </a:moveTo>
                  <a:cubicBezTo>
                    <a:pt x="9515" y="886"/>
                    <a:pt x="11214" y="2266"/>
                    <a:pt x="11214" y="4360"/>
                  </a:cubicBezTo>
                  <a:cubicBezTo>
                    <a:pt x="11214" y="6278"/>
                    <a:pt x="9679" y="7812"/>
                    <a:pt x="7761" y="7812"/>
                  </a:cubicBezTo>
                  <a:cubicBezTo>
                    <a:pt x="4693" y="7812"/>
                    <a:pt x="3129" y="4094"/>
                    <a:pt x="5312" y="1911"/>
                  </a:cubicBezTo>
                  <a:cubicBezTo>
                    <a:pt x="6020" y="1203"/>
                    <a:pt x="6889" y="886"/>
                    <a:pt x="7740" y="886"/>
                  </a:cubicBezTo>
                  <a:close/>
                  <a:moveTo>
                    <a:pt x="7758" y="0"/>
                  </a:moveTo>
                  <a:cubicBezTo>
                    <a:pt x="6736" y="0"/>
                    <a:pt x="5711" y="214"/>
                    <a:pt x="4752" y="642"/>
                  </a:cubicBezTo>
                  <a:cubicBezTo>
                    <a:pt x="3896" y="1026"/>
                    <a:pt x="3099" y="1468"/>
                    <a:pt x="2362" y="2058"/>
                  </a:cubicBezTo>
                  <a:cubicBezTo>
                    <a:pt x="1535" y="2648"/>
                    <a:pt x="798" y="3327"/>
                    <a:pt x="149" y="4065"/>
                  </a:cubicBezTo>
                  <a:cubicBezTo>
                    <a:pt x="1" y="4242"/>
                    <a:pt x="1" y="4478"/>
                    <a:pt x="149" y="4655"/>
                  </a:cubicBezTo>
                  <a:cubicBezTo>
                    <a:pt x="798" y="5393"/>
                    <a:pt x="1535" y="6071"/>
                    <a:pt x="2362" y="6691"/>
                  </a:cubicBezTo>
                  <a:cubicBezTo>
                    <a:pt x="3099" y="7252"/>
                    <a:pt x="3896" y="7724"/>
                    <a:pt x="4752" y="8078"/>
                  </a:cubicBezTo>
                  <a:cubicBezTo>
                    <a:pt x="5711" y="8506"/>
                    <a:pt x="6736" y="8720"/>
                    <a:pt x="7758" y="8720"/>
                  </a:cubicBezTo>
                  <a:cubicBezTo>
                    <a:pt x="8779" y="8720"/>
                    <a:pt x="9797" y="8506"/>
                    <a:pt x="10742" y="8078"/>
                  </a:cubicBezTo>
                  <a:cubicBezTo>
                    <a:pt x="11597" y="7724"/>
                    <a:pt x="12424" y="7252"/>
                    <a:pt x="13161" y="6691"/>
                  </a:cubicBezTo>
                  <a:cubicBezTo>
                    <a:pt x="13958" y="6071"/>
                    <a:pt x="14696" y="5393"/>
                    <a:pt x="15374" y="4655"/>
                  </a:cubicBezTo>
                  <a:cubicBezTo>
                    <a:pt x="15522" y="4478"/>
                    <a:pt x="15522" y="4242"/>
                    <a:pt x="15374" y="4065"/>
                  </a:cubicBezTo>
                  <a:cubicBezTo>
                    <a:pt x="14696" y="3327"/>
                    <a:pt x="13958" y="2648"/>
                    <a:pt x="13161" y="2058"/>
                  </a:cubicBezTo>
                  <a:cubicBezTo>
                    <a:pt x="12424" y="1468"/>
                    <a:pt x="11597" y="1026"/>
                    <a:pt x="10742" y="642"/>
                  </a:cubicBezTo>
                  <a:cubicBezTo>
                    <a:pt x="9797" y="214"/>
                    <a:pt x="8779" y="0"/>
                    <a:pt x="7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4"/>
            <p:cNvSpPr/>
            <p:nvPr/>
          </p:nvSpPr>
          <p:spPr>
            <a:xfrm>
              <a:off x="892833" y="1786547"/>
              <a:ext cx="74870" cy="145004"/>
            </a:xfrm>
            <a:custGeom>
              <a:avLst/>
              <a:gdLst/>
              <a:ahLst/>
              <a:cxnLst/>
              <a:rect l="l" t="t" r="r" b="b"/>
              <a:pathLst>
                <a:path w="2774" h="5372" extrusionOk="0">
                  <a:moveTo>
                    <a:pt x="1062" y="1181"/>
                  </a:moveTo>
                  <a:lnTo>
                    <a:pt x="1062" y="2066"/>
                  </a:lnTo>
                  <a:cubicBezTo>
                    <a:pt x="1003" y="2037"/>
                    <a:pt x="944" y="2007"/>
                    <a:pt x="885" y="1948"/>
                  </a:cubicBezTo>
                  <a:cubicBezTo>
                    <a:pt x="767" y="1860"/>
                    <a:pt x="738" y="1712"/>
                    <a:pt x="767" y="1594"/>
                  </a:cubicBezTo>
                  <a:cubicBezTo>
                    <a:pt x="797" y="1417"/>
                    <a:pt x="915" y="1270"/>
                    <a:pt x="1062" y="1181"/>
                  </a:cubicBezTo>
                  <a:close/>
                  <a:moveTo>
                    <a:pt x="1653" y="2981"/>
                  </a:moveTo>
                  <a:cubicBezTo>
                    <a:pt x="1948" y="3069"/>
                    <a:pt x="2125" y="3365"/>
                    <a:pt x="2066" y="3660"/>
                  </a:cubicBezTo>
                  <a:cubicBezTo>
                    <a:pt x="2036" y="3896"/>
                    <a:pt x="1889" y="4102"/>
                    <a:pt x="1653" y="4191"/>
                  </a:cubicBezTo>
                  <a:lnTo>
                    <a:pt x="1653" y="2981"/>
                  </a:lnTo>
                  <a:close/>
                  <a:moveTo>
                    <a:pt x="1357" y="1"/>
                  </a:moveTo>
                  <a:cubicBezTo>
                    <a:pt x="1217" y="1"/>
                    <a:pt x="1077" y="89"/>
                    <a:pt x="1062" y="266"/>
                  </a:cubicBezTo>
                  <a:lnTo>
                    <a:pt x="1062" y="561"/>
                  </a:lnTo>
                  <a:lnTo>
                    <a:pt x="944" y="591"/>
                  </a:lnTo>
                  <a:cubicBezTo>
                    <a:pt x="531" y="709"/>
                    <a:pt x="236" y="1033"/>
                    <a:pt x="177" y="1447"/>
                  </a:cubicBezTo>
                  <a:cubicBezTo>
                    <a:pt x="89" y="1801"/>
                    <a:pt x="207" y="2184"/>
                    <a:pt x="502" y="2420"/>
                  </a:cubicBezTo>
                  <a:cubicBezTo>
                    <a:pt x="679" y="2538"/>
                    <a:pt x="856" y="2656"/>
                    <a:pt x="1062" y="2745"/>
                  </a:cubicBezTo>
                  <a:lnTo>
                    <a:pt x="1062" y="4279"/>
                  </a:lnTo>
                  <a:cubicBezTo>
                    <a:pt x="856" y="4250"/>
                    <a:pt x="679" y="4191"/>
                    <a:pt x="502" y="4073"/>
                  </a:cubicBezTo>
                  <a:cubicBezTo>
                    <a:pt x="457" y="4040"/>
                    <a:pt x="401" y="4023"/>
                    <a:pt x="342" y="4023"/>
                  </a:cubicBezTo>
                  <a:cubicBezTo>
                    <a:pt x="245" y="4023"/>
                    <a:pt x="144" y="4069"/>
                    <a:pt x="89" y="4161"/>
                  </a:cubicBezTo>
                  <a:cubicBezTo>
                    <a:pt x="0" y="4279"/>
                    <a:pt x="59" y="4486"/>
                    <a:pt x="177" y="4574"/>
                  </a:cubicBezTo>
                  <a:cubicBezTo>
                    <a:pt x="443" y="4751"/>
                    <a:pt x="738" y="4869"/>
                    <a:pt x="1062" y="4869"/>
                  </a:cubicBezTo>
                  <a:lnTo>
                    <a:pt x="1062" y="5105"/>
                  </a:lnTo>
                  <a:cubicBezTo>
                    <a:pt x="1077" y="5283"/>
                    <a:pt x="1217" y="5371"/>
                    <a:pt x="1357" y="5371"/>
                  </a:cubicBezTo>
                  <a:cubicBezTo>
                    <a:pt x="1498" y="5371"/>
                    <a:pt x="1638" y="5283"/>
                    <a:pt x="1653" y="5105"/>
                  </a:cubicBezTo>
                  <a:lnTo>
                    <a:pt x="1653" y="4840"/>
                  </a:lnTo>
                  <a:cubicBezTo>
                    <a:pt x="2184" y="4722"/>
                    <a:pt x="2567" y="4279"/>
                    <a:pt x="2656" y="3778"/>
                  </a:cubicBezTo>
                  <a:cubicBezTo>
                    <a:pt x="2774" y="3187"/>
                    <a:pt x="2420" y="2597"/>
                    <a:pt x="1859" y="2420"/>
                  </a:cubicBezTo>
                  <a:lnTo>
                    <a:pt x="1653" y="2332"/>
                  </a:lnTo>
                  <a:lnTo>
                    <a:pt x="1653" y="1151"/>
                  </a:lnTo>
                  <a:cubicBezTo>
                    <a:pt x="1741" y="1151"/>
                    <a:pt x="1830" y="1210"/>
                    <a:pt x="1889" y="1270"/>
                  </a:cubicBezTo>
                  <a:cubicBezTo>
                    <a:pt x="1951" y="1332"/>
                    <a:pt x="2022" y="1359"/>
                    <a:pt x="2091" y="1359"/>
                  </a:cubicBezTo>
                  <a:cubicBezTo>
                    <a:pt x="2313" y="1359"/>
                    <a:pt x="2511" y="1082"/>
                    <a:pt x="2331" y="856"/>
                  </a:cubicBezTo>
                  <a:cubicBezTo>
                    <a:pt x="2154" y="679"/>
                    <a:pt x="1918" y="561"/>
                    <a:pt x="1653" y="532"/>
                  </a:cubicBezTo>
                  <a:lnTo>
                    <a:pt x="1653" y="266"/>
                  </a:lnTo>
                  <a:cubicBezTo>
                    <a:pt x="1638" y="89"/>
                    <a:pt x="1498" y="1"/>
                    <a:pt x="1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4"/>
            <p:cNvSpPr/>
            <p:nvPr/>
          </p:nvSpPr>
          <p:spPr>
            <a:xfrm>
              <a:off x="916720" y="1658711"/>
              <a:ext cx="26315" cy="57845"/>
            </a:xfrm>
            <a:custGeom>
              <a:avLst/>
              <a:gdLst/>
              <a:ahLst/>
              <a:cxnLst/>
              <a:rect l="l" t="t" r="r" b="b"/>
              <a:pathLst>
                <a:path w="975" h="2143" extrusionOk="0">
                  <a:moveTo>
                    <a:pt x="487" y="1"/>
                  </a:moveTo>
                  <a:cubicBezTo>
                    <a:pt x="244" y="1"/>
                    <a:pt x="0" y="163"/>
                    <a:pt x="30" y="488"/>
                  </a:cubicBezTo>
                  <a:lnTo>
                    <a:pt x="30" y="1697"/>
                  </a:lnTo>
                  <a:cubicBezTo>
                    <a:pt x="30" y="1946"/>
                    <a:pt x="211" y="2143"/>
                    <a:pt x="428" y="2143"/>
                  </a:cubicBezTo>
                  <a:cubicBezTo>
                    <a:pt x="442" y="2143"/>
                    <a:pt x="457" y="2142"/>
                    <a:pt x="472" y="2140"/>
                  </a:cubicBezTo>
                  <a:cubicBezTo>
                    <a:pt x="738" y="2140"/>
                    <a:pt x="945" y="1963"/>
                    <a:pt x="945" y="1697"/>
                  </a:cubicBezTo>
                  <a:lnTo>
                    <a:pt x="945" y="488"/>
                  </a:lnTo>
                  <a:cubicBezTo>
                    <a:pt x="974" y="163"/>
                    <a:pt x="73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4"/>
            <p:cNvSpPr/>
            <p:nvPr/>
          </p:nvSpPr>
          <p:spPr>
            <a:xfrm>
              <a:off x="917502" y="2001596"/>
              <a:ext cx="24723" cy="55982"/>
            </a:xfrm>
            <a:custGeom>
              <a:avLst/>
              <a:gdLst/>
              <a:ahLst/>
              <a:cxnLst/>
              <a:rect l="l" t="t" r="r" b="b"/>
              <a:pathLst>
                <a:path w="916" h="2074" extrusionOk="0">
                  <a:moveTo>
                    <a:pt x="443" y="1"/>
                  </a:moveTo>
                  <a:cubicBezTo>
                    <a:pt x="207" y="1"/>
                    <a:pt x="1" y="207"/>
                    <a:pt x="1" y="443"/>
                  </a:cubicBezTo>
                  <a:lnTo>
                    <a:pt x="1" y="1653"/>
                  </a:lnTo>
                  <a:cubicBezTo>
                    <a:pt x="30" y="1933"/>
                    <a:pt x="244" y="2074"/>
                    <a:pt x="458" y="2074"/>
                  </a:cubicBezTo>
                  <a:cubicBezTo>
                    <a:pt x="672" y="2074"/>
                    <a:pt x="886" y="1933"/>
                    <a:pt x="916" y="1653"/>
                  </a:cubicBezTo>
                  <a:lnTo>
                    <a:pt x="916" y="443"/>
                  </a:lnTo>
                  <a:cubicBezTo>
                    <a:pt x="886" y="207"/>
                    <a:pt x="709" y="1"/>
                    <a:pt x="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4"/>
            <p:cNvSpPr/>
            <p:nvPr/>
          </p:nvSpPr>
          <p:spPr>
            <a:xfrm>
              <a:off x="822875" y="1683004"/>
              <a:ext cx="48960" cy="52905"/>
            </a:xfrm>
            <a:custGeom>
              <a:avLst/>
              <a:gdLst/>
              <a:ahLst/>
              <a:cxnLst/>
              <a:rect l="l" t="t" r="r" b="b"/>
              <a:pathLst>
                <a:path w="1814" h="1960" extrusionOk="0">
                  <a:moveTo>
                    <a:pt x="645" y="0"/>
                  </a:moveTo>
                  <a:cubicBezTo>
                    <a:pt x="326" y="0"/>
                    <a:pt x="0" y="348"/>
                    <a:pt x="261" y="709"/>
                  </a:cubicBezTo>
                  <a:lnTo>
                    <a:pt x="851" y="1771"/>
                  </a:lnTo>
                  <a:cubicBezTo>
                    <a:pt x="948" y="1903"/>
                    <a:pt x="1079" y="1959"/>
                    <a:pt x="1209" y="1959"/>
                  </a:cubicBezTo>
                  <a:cubicBezTo>
                    <a:pt x="1514" y="1959"/>
                    <a:pt x="1813" y="1651"/>
                    <a:pt x="1648" y="1299"/>
                  </a:cubicBezTo>
                  <a:lnTo>
                    <a:pt x="1028" y="266"/>
                  </a:lnTo>
                  <a:cubicBezTo>
                    <a:pt x="943" y="77"/>
                    <a:pt x="795" y="0"/>
                    <a:pt x="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4"/>
            <p:cNvSpPr/>
            <p:nvPr/>
          </p:nvSpPr>
          <p:spPr>
            <a:xfrm>
              <a:off x="987973" y="1982459"/>
              <a:ext cx="47286" cy="51934"/>
            </a:xfrm>
            <a:custGeom>
              <a:avLst/>
              <a:gdLst/>
              <a:ahLst/>
              <a:cxnLst/>
              <a:rect l="l" t="t" r="r" b="b"/>
              <a:pathLst>
                <a:path w="1752" h="1924" extrusionOk="0">
                  <a:moveTo>
                    <a:pt x="578" y="0"/>
                  </a:moveTo>
                  <a:cubicBezTo>
                    <a:pt x="287" y="0"/>
                    <a:pt x="1" y="304"/>
                    <a:pt x="164" y="651"/>
                  </a:cubicBezTo>
                  <a:lnTo>
                    <a:pt x="754" y="1683"/>
                  </a:lnTo>
                  <a:cubicBezTo>
                    <a:pt x="857" y="1853"/>
                    <a:pt x="1006" y="1923"/>
                    <a:pt x="1151" y="1923"/>
                  </a:cubicBezTo>
                  <a:cubicBezTo>
                    <a:pt x="1460" y="1923"/>
                    <a:pt x="1751" y="1603"/>
                    <a:pt x="1550" y="1241"/>
                  </a:cubicBezTo>
                  <a:lnTo>
                    <a:pt x="931" y="208"/>
                  </a:lnTo>
                  <a:cubicBezTo>
                    <a:pt x="839" y="62"/>
                    <a:pt x="708" y="0"/>
                    <a:pt x="5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4"/>
            <p:cNvSpPr/>
            <p:nvPr/>
          </p:nvSpPr>
          <p:spPr>
            <a:xfrm>
              <a:off x="825925" y="1981676"/>
              <a:ext cx="44614" cy="52608"/>
            </a:xfrm>
            <a:custGeom>
              <a:avLst/>
              <a:gdLst/>
              <a:ahLst/>
              <a:cxnLst/>
              <a:rect l="l" t="t" r="r" b="b"/>
              <a:pathLst>
                <a:path w="1653" h="1949" extrusionOk="0">
                  <a:moveTo>
                    <a:pt x="1132" y="1"/>
                  </a:moveTo>
                  <a:cubicBezTo>
                    <a:pt x="974" y="1"/>
                    <a:pt x="817" y="80"/>
                    <a:pt x="738" y="237"/>
                  </a:cubicBezTo>
                  <a:lnTo>
                    <a:pt x="148" y="1270"/>
                  </a:lnTo>
                  <a:cubicBezTo>
                    <a:pt x="0" y="1476"/>
                    <a:pt x="89" y="1771"/>
                    <a:pt x="296" y="1889"/>
                  </a:cubicBezTo>
                  <a:cubicBezTo>
                    <a:pt x="374" y="1929"/>
                    <a:pt x="456" y="1948"/>
                    <a:pt x="535" y="1948"/>
                  </a:cubicBezTo>
                  <a:cubicBezTo>
                    <a:pt x="692" y="1948"/>
                    <a:pt x="837" y="1870"/>
                    <a:pt x="915" y="1712"/>
                  </a:cubicBezTo>
                  <a:lnTo>
                    <a:pt x="1535" y="680"/>
                  </a:lnTo>
                  <a:cubicBezTo>
                    <a:pt x="1653" y="473"/>
                    <a:pt x="1564" y="178"/>
                    <a:pt x="1358" y="60"/>
                  </a:cubicBezTo>
                  <a:cubicBezTo>
                    <a:pt x="1289" y="21"/>
                    <a:pt x="1210"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4"/>
            <p:cNvSpPr/>
            <p:nvPr/>
          </p:nvSpPr>
          <p:spPr>
            <a:xfrm>
              <a:off x="988378" y="1683868"/>
              <a:ext cx="46936" cy="52554"/>
            </a:xfrm>
            <a:custGeom>
              <a:avLst/>
              <a:gdLst/>
              <a:ahLst/>
              <a:cxnLst/>
              <a:rect l="l" t="t" r="r" b="b"/>
              <a:pathLst>
                <a:path w="1739" h="1947" extrusionOk="0">
                  <a:moveTo>
                    <a:pt x="1126" y="1"/>
                  </a:moveTo>
                  <a:cubicBezTo>
                    <a:pt x="984" y="1"/>
                    <a:pt x="840" y="69"/>
                    <a:pt x="739" y="234"/>
                  </a:cubicBezTo>
                  <a:lnTo>
                    <a:pt x="149" y="1267"/>
                  </a:lnTo>
                  <a:cubicBezTo>
                    <a:pt x="1" y="1474"/>
                    <a:pt x="90" y="1769"/>
                    <a:pt x="296" y="1887"/>
                  </a:cubicBezTo>
                  <a:cubicBezTo>
                    <a:pt x="377" y="1927"/>
                    <a:pt x="462" y="1947"/>
                    <a:pt x="542" y="1947"/>
                  </a:cubicBezTo>
                  <a:cubicBezTo>
                    <a:pt x="697" y="1947"/>
                    <a:pt x="838" y="1875"/>
                    <a:pt x="916" y="1739"/>
                  </a:cubicBezTo>
                  <a:lnTo>
                    <a:pt x="1535" y="677"/>
                  </a:lnTo>
                  <a:cubicBezTo>
                    <a:pt x="1738" y="332"/>
                    <a:pt x="1439"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74"/>
          <p:cNvGrpSpPr/>
          <p:nvPr/>
        </p:nvGrpSpPr>
        <p:grpSpPr>
          <a:xfrm>
            <a:off x="1420056" y="1672045"/>
            <a:ext cx="375917" cy="374980"/>
            <a:chOff x="1420056" y="1672045"/>
            <a:chExt cx="375917" cy="374980"/>
          </a:xfrm>
        </p:grpSpPr>
        <p:sp>
          <p:nvSpPr>
            <p:cNvPr id="3576" name="Google Shape;3576;p74"/>
            <p:cNvSpPr/>
            <p:nvPr/>
          </p:nvSpPr>
          <p:spPr>
            <a:xfrm>
              <a:off x="1420056" y="1672045"/>
              <a:ext cx="375917" cy="374980"/>
            </a:xfrm>
            <a:custGeom>
              <a:avLst/>
              <a:gdLst/>
              <a:ahLst/>
              <a:cxnLst/>
              <a:rect l="l" t="t" r="r" b="b"/>
              <a:pathLst>
                <a:path w="13928" h="13892" extrusionOk="0">
                  <a:moveTo>
                    <a:pt x="6964" y="820"/>
                  </a:moveTo>
                  <a:lnTo>
                    <a:pt x="13101" y="2915"/>
                  </a:lnTo>
                  <a:lnTo>
                    <a:pt x="13101" y="3830"/>
                  </a:lnTo>
                  <a:lnTo>
                    <a:pt x="826" y="3830"/>
                  </a:lnTo>
                  <a:lnTo>
                    <a:pt x="826" y="2915"/>
                  </a:lnTo>
                  <a:lnTo>
                    <a:pt x="6964" y="820"/>
                  </a:lnTo>
                  <a:close/>
                  <a:moveTo>
                    <a:pt x="3570" y="4656"/>
                  </a:moveTo>
                  <a:lnTo>
                    <a:pt x="3570" y="5334"/>
                  </a:lnTo>
                  <a:cubicBezTo>
                    <a:pt x="3570" y="5423"/>
                    <a:pt x="3511" y="5482"/>
                    <a:pt x="3423" y="5482"/>
                  </a:cubicBezTo>
                  <a:lnTo>
                    <a:pt x="1800" y="5482"/>
                  </a:lnTo>
                  <a:cubicBezTo>
                    <a:pt x="1741" y="5482"/>
                    <a:pt x="1682" y="5423"/>
                    <a:pt x="1682" y="5334"/>
                  </a:cubicBezTo>
                  <a:lnTo>
                    <a:pt x="1682" y="4656"/>
                  </a:lnTo>
                  <a:close/>
                  <a:moveTo>
                    <a:pt x="12246" y="4656"/>
                  </a:moveTo>
                  <a:lnTo>
                    <a:pt x="12246" y="5334"/>
                  </a:lnTo>
                  <a:cubicBezTo>
                    <a:pt x="12246" y="5423"/>
                    <a:pt x="12187" y="5482"/>
                    <a:pt x="12128" y="5482"/>
                  </a:cubicBezTo>
                  <a:lnTo>
                    <a:pt x="10505" y="5482"/>
                  </a:lnTo>
                  <a:cubicBezTo>
                    <a:pt x="10416" y="5482"/>
                    <a:pt x="10357" y="5423"/>
                    <a:pt x="10357" y="5334"/>
                  </a:cubicBezTo>
                  <a:lnTo>
                    <a:pt x="10357" y="4656"/>
                  </a:lnTo>
                  <a:close/>
                  <a:moveTo>
                    <a:pt x="3039" y="6279"/>
                  </a:moveTo>
                  <a:lnTo>
                    <a:pt x="3039" y="9820"/>
                  </a:lnTo>
                  <a:lnTo>
                    <a:pt x="2213" y="9820"/>
                  </a:lnTo>
                  <a:lnTo>
                    <a:pt x="2213" y="6279"/>
                  </a:lnTo>
                  <a:close/>
                  <a:moveTo>
                    <a:pt x="11714" y="6279"/>
                  </a:moveTo>
                  <a:lnTo>
                    <a:pt x="11714" y="9820"/>
                  </a:lnTo>
                  <a:lnTo>
                    <a:pt x="10918" y="9820"/>
                  </a:lnTo>
                  <a:lnTo>
                    <a:pt x="10918" y="6279"/>
                  </a:lnTo>
                  <a:close/>
                  <a:moveTo>
                    <a:pt x="1800" y="10616"/>
                  </a:moveTo>
                  <a:lnTo>
                    <a:pt x="1800" y="10646"/>
                  </a:lnTo>
                  <a:lnTo>
                    <a:pt x="3423" y="10646"/>
                  </a:lnTo>
                  <a:cubicBezTo>
                    <a:pt x="3511" y="10646"/>
                    <a:pt x="3570" y="10705"/>
                    <a:pt x="3570" y="10764"/>
                  </a:cubicBezTo>
                  <a:lnTo>
                    <a:pt x="3570" y="11442"/>
                  </a:lnTo>
                  <a:lnTo>
                    <a:pt x="1682" y="11442"/>
                  </a:lnTo>
                  <a:lnTo>
                    <a:pt x="1682" y="10764"/>
                  </a:lnTo>
                  <a:cubicBezTo>
                    <a:pt x="1682" y="10675"/>
                    <a:pt x="1741" y="10616"/>
                    <a:pt x="1800" y="10616"/>
                  </a:cubicBezTo>
                  <a:close/>
                  <a:moveTo>
                    <a:pt x="7908" y="8462"/>
                  </a:moveTo>
                  <a:lnTo>
                    <a:pt x="7908" y="11442"/>
                  </a:lnTo>
                  <a:lnTo>
                    <a:pt x="6020" y="11442"/>
                  </a:lnTo>
                  <a:lnTo>
                    <a:pt x="6020" y="8462"/>
                  </a:lnTo>
                  <a:close/>
                  <a:moveTo>
                    <a:pt x="9560" y="4656"/>
                  </a:moveTo>
                  <a:lnTo>
                    <a:pt x="9560" y="5334"/>
                  </a:lnTo>
                  <a:cubicBezTo>
                    <a:pt x="9560" y="5689"/>
                    <a:pt x="9767" y="6043"/>
                    <a:pt x="10121" y="6190"/>
                  </a:cubicBezTo>
                  <a:lnTo>
                    <a:pt x="10121" y="9908"/>
                  </a:lnTo>
                  <a:cubicBezTo>
                    <a:pt x="9767" y="10056"/>
                    <a:pt x="9560" y="10380"/>
                    <a:pt x="9560" y="10764"/>
                  </a:cubicBezTo>
                  <a:lnTo>
                    <a:pt x="9560" y="11442"/>
                  </a:lnTo>
                  <a:lnTo>
                    <a:pt x="8764" y="11442"/>
                  </a:lnTo>
                  <a:lnTo>
                    <a:pt x="8764" y="8462"/>
                  </a:lnTo>
                  <a:lnTo>
                    <a:pt x="8882" y="8462"/>
                  </a:lnTo>
                  <a:cubicBezTo>
                    <a:pt x="9442" y="8462"/>
                    <a:pt x="9442" y="7636"/>
                    <a:pt x="8882" y="7636"/>
                  </a:cubicBezTo>
                  <a:lnTo>
                    <a:pt x="5075" y="7636"/>
                  </a:lnTo>
                  <a:cubicBezTo>
                    <a:pt x="4515" y="7636"/>
                    <a:pt x="4515" y="8462"/>
                    <a:pt x="5075" y="8462"/>
                  </a:cubicBezTo>
                  <a:lnTo>
                    <a:pt x="5223" y="8462"/>
                  </a:lnTo>
                  <a:lnTo>
                    <a:pt x="5223" y="11442"/>
                  </a:lnTo>
                  <a:lnTo>
                    <a:pt x="4397" y="11442"/>
                  </a:lnTo>
                  <a:lnTo>
                    <a:pt x="4397" y="10764"/>
                  </a:lnTo>
                  <a:cubicBezTo>
                    <a:pt x="4397" y="10410"/>
                    <a:pt x="4190" y="10056"/>
                    <a:pt x="3865" y="9908"/>
                  </a:cubicBezTo>
                  <a:lnTo>
                    <a:pt x="3865" y="6190"/>
                  </a:lnTo>
                  <a:cubicBezTo>
                    <a:pt x="4190" y="6043"/>
                    <a:pt x="4397" y="5689"/>
                    <a:pt x="4397" y="5334"/>
                  </a:cubicBezTo>
                  <a:lnTo>
                    <a:pt x="4397" y="4656"/>
                  </a:lnTo>
                  <a:close/>
                  <a:moveTo>
                    <a:pt x="12128" y="10616"/>
                  </a:moveTo>
                  <a:cubicBezTo>
                    <a:pt x="12187" y="10616"/>
                    <a:pt x="12246" y="10675"/>
                    <a:pt x="12275" y="10764"/>
                  </a:cubicBezTo>
                  <a:lnTo>
                    <a:pt x="12275" y="11442"/>
                  </a:lnTo>
                  <a:lnTo>
                    <a:pt x="10357" y="11442"/>
                  </a:lnTo>
                  <a:lnTo>
                    <a:pt x="10357" y="10764"/>
                  </a:lnTo>
                  <a:cubicBezTo>
                    <a:pt x="10357" y="10675"/>
                    <a:pt x="10416" y="10616"/>
                    <a:pt x="10505" y="10616"/>
                  </a:cubicBezTo>
                  <a:close/>
                  <a:moveTo>
                    <a:pt x="4957" y="12269"/>
                  </a:moveTo>
                  <a:lnTo>
                    <a:pt x="4544" y="13065"/>
                  </a:lnTo>
                  <a:lnTo>
                    <a:pt x="826" y="13065"/>
                  </a:lnTo>
                  <a:lnTo>
                    <a:pt x="826" y="12269"/>
                  </a:lnTo>
                  <a:close/>
                  <a:moveTo>
                    <a:pt x="8085" y="12269"/>
                  </a:moveTo>
                  <a:lnTo>
                    <a:pt x="8469" y="13065"/>
                  </a:lnTo>
                  <a:lnTo>
                    <a:pt x="5459" y="13065"/>
                  </a:lnTo>
                  <a:lnTo>
                    <a:pt x="5872" y="12269"/>
                  </a:lnTo>
                  <a:close/>
                  <a:moveTo>
                    <a:pt x="13101" y="12269"/>
                  </a:moveTo>
                  <a:lnTo>
                    <a:pt x="13101" y="13065"/>
                  </a:lnTo>
                  <a:lnTo>
                    <a:pt x="9383" y="13065"/>
                  </a:lnTo>
                  <a:lnTo>
                    <a:pt x="8970" y="12269"/>
                  </a:lnTo>
                  <a:close/>
                  <a:moveTo>
                    <a:pt x="6964" y="1"/>
                  </a:moveTo>
                  <a:cubicBezTo>
                    <a:pt x="6920" y="1"/>
                    <a:pt x="6875" y="8"/>
                    <a:pt x="6846" y="23"/>
                  </a:cubicBezTo>
                  <a:lnTo>
                    <a:pt x="295" y="2236"/>
                  </a:lnTo>
                  <a:cubicBezTo>
                    <a:pt x="118" y="2295"/>
                    <a:pt x="30" y="2443"/>
                    <a:pt x="30" y="2620"/>
                  </a:cubicBezTo>
                  <a:lnTo>
                    <a:pt x="30" y="4243"/>
                  </a:lnTo>
                  <a:cubicBezTo>
                    <a:pt x="30" y="4479"/>
                    <a:pt x="207" y="4656"/>
                    <a:pt x="413" y="4656"/>
                  </a:cubicBezTo>
                  <a:lnTo>
                    <a:pt x="856" y="4656"/>
                  </a:lnTo>
                  <a:lnTo>
                    <a:pt x="856" y="5334"/>
                  </a:lnTo>
                  <a:cubicBezTo>
                    <a:pt x="856" y="5689"/>
                    <a:pt x="1062" y="6043"/>
                    <a:pt x="1416" y="6190"/>
                  </a:cubicBezTo>
                  <a:lnTo>
                    <a:pt x="1416" y="9908"/>
                  </a:lnTo>
                  <a:cubicBezTo>
                    <a:pt x="1062" y="10056"/>
                    <a:pt x="856" y="10380"/>
                    <a:pt x="856" y="10764"/>
                  </a:cubicBezTo>
                  <a:lnTo>
                    <a:pt x="856" y="11442"/>
                  </a:lnTo>
                  <a:lnTo>
                    <a:pt x="413" y="11442"/>
                  </a:lnTo>
                  <a:cubicBezTo>
                    <a:pt x="207" y="11442"/>
                    <a:pt x="30" y="11620"/>
                    <a:pt x="0" y="11856"/>
                  </a:cubicBezTo>
                  <a:lnTo>
                    <a:pt x="0" y="13479"/>
                  </a:lnTo>
                  <a:cubicBezTo>
                    <a:pt x="30" y="13685"/>
                    <a:pt x="207" y="13892"/>
                    <a:pt x="413" y="13892"/>
                  </a:cubicBezTo>
                  <a:lnTo>
                    <a:pt x="13514" y="13892"/>
                  </a:lnTo>
                  <a:cubicBezTo>
                    <a:pt x="13721" y="13862"/>
                    <a:pt x="13898" y="13685"/>
                    <a:pt x="13898" y="13479"/>
                  </a:cubicBezTo>
                  <a:lnTo>
                    <a:pt x="13898" y="11826"/>
                  </a:lnTo>
                  <a:cubicBezTo>
                    <a:pt x="13898" y="11620"/>
                    <a:pt x="13721" y="11442"/>
                    <a:pt x="13514" y="11442"/>
                  </a:cubicBezTo>
                  <a:lnTo>
                    <a:pt x="13072" y="11442"/>
                  </a:lnTo>
                  <a:lnTo>
                    <a:pt x="13072" y="10764"/>
                  </a:lnTo>
                  <a:cubicBezTo>
                    <a:pt x="13072" y="10380"/>
                    <a:pt x="12865" y="10056"/>
                    <a:pt x="12541" y="9879"/>
                  </a:cubicBezTo>
                  <a:lnTo>
                    <a:pt x="12541" y="6190"/>
                  </a:lnTo>
                  <a:cubicBezTo>
                    <a:pt x="12865" y="6043"/>
                    <a:pt x="13072" y="5689"/>
                    <a:pt x="13072" y="5334"/>
                  </a:cubicBezTo>
                  <a:lnTo>
                    <a:pt x="13072" y="4656"/>
                  </a:lnTo>
                  <a:lnTo>
                    <a:pt x="13514" y="4656"/>
                  </a:lnTo>
                  <a:cubicBezTo>
                    <a:pt x="13721" y="4656"/>
                    <a:pt x="13928" y="4479"/>
                    <a:pt x="13928" y="4243"/>
                  </a:cubicBezTo>
                  <a:lnTo>
                    <a:pt x="13928" y="2620"/>
                  </a:lnTo>
                  <a:cubicBezTo>
                    <a:pt x="13928" y="2443"/>
                    <a:pt x="13810" y="2295"/>
                    <a:pt x="13632" y="2236"/>
                  </a:cubicBezTo>
                  <a:lnTo>
                    <a:pt x="7082" y="23"/>
                  </a:lnTo>
                  <a:cubicBezTo>
                    <a:pt x="7052" y="8"/>
                    <a:pt x="7008" y="1"/>
                    <a:pt x="69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4"/>
            <p:cNvSpPr/>
            <p:nvPr/>
          </p:nvSpPr>
          <p:spPr>
            <a:xfrm>
              <a:off x="1596841" y="1731590"/>
              <a:ext cx="22321" cy="22323"/>
            </a:xfrm>
            <a:custGeom>
              <a:avLst/>
              <a:gdLst/>
              <a:ahLst/>
              <a:cxnLst/>
              <a:rect l="l" t="t" r="r" b="b"/>
              <a:pathLst>
                <a:path w="827" h="827" extrusionOk="0">
                  <a:moveTo>
                    <a:pt x="414" y="1"/>
                  </a:moveTo>
                  <a:cubicBezTo>
                    <a:pt x="207" y="1"/>
                    <a:pt x="1" y="178"/>
                    <a:pt x="1" y="414"/>
                  </a:cubicBezTo>
                  <a:cubicBezTo>
                    <a:pt x="1" y="620"/>
                    <a:pt x="207" y="827"/>
                    <a:pt x="414" y="827"/>
                  </a:cubicBezTo>
                  <a:cubicBezTo>
                    <a:pt x="650" y="827"/>
                    <a:pt x="827" y="620"/>
                    <a:pt x="827" y="414"/>
                  </a:cubicBezTo>
                  <a:cubicBezTo>
                    <a:pt x="827" y="178"/>
                    <a:pt x="65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4"/>
            <p:cNvSpPr/>
            <p:nvPr/>
          </p:nvSpPr>
          <p:spPr>
            <a:xfrm>
              <a:off x="1553036" y="1731590"/>
              <a:ext cx="22321" cy="22323"/>
            </a:xfrm>
            <a:custGeom>
              <a:avLst/>
              <a:gdLst/>
              <a:ahLst/>
              <a:cxnLst/>
              <a:rect l="l" t="t" r="r" b="b"/>
              <a:pathLst>
                <a:path w="827" h="827" extrusionOk="0">
                  <a:moveTo>
                    <a:pt x="414" y="1"/>
                  </a:moveTo>
                  <a:cubicBezTo>
                    <a:pt x="178" y="1"/>
                    <a:pt x="1" y="178"/>
                    <a:pt x="1" y="414"/>
                  </a:cubicBezTo>
                  <a:cubicBezTo>
                    <a:pt x="1" y="620"/>
                    <a:pt x="178" y="827"/>
                    <a:pt x="414" y="827"/>
                  </a:cubicBezTo>
                  <a:cubicBezTo>
                    <a:pt x="650" y="827"/>
                    <a:pt x="827" y="620"/>
                    <a:pt x="827" y="414"/>
                  </a:cubicBezTo>
                  <a:cubicBezTo>
                    <a:pt x="827" y="178"/>
                    <a:pt x="65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4"/>
            <p:cNvSpPr/>
            <p:nvPr/>
          </p:nvSpPr>
          <p:spPr>
            <a:xfrm>
              <a:off x="1641455" y="1731590"/>
              <a:ext cx="21511" cy="22323"/>
            </a:xfrm>
            <a:custGeom>
              <a:avLst/>
              <a:gdLst/>
              <a:ahLst/>
              <a:cxnLst/>
              <a:rect l="l" t="t" r="r" b="b"/>
              <a:pathLst>
                <a:path w="797" h="827" extrusionOk="0">
                  <a:moveTo>
                    <a:pt x="384" y="1"/>
                  </a:moveTo>
                  <a:cubicBezTo>
                    <a:pt x="177" y="1"/>
                    <a:pt x="0" y="178"/>
                    <a:pt x="0" y="414"/>
                  </a:cubicBezTo>
                  <a:cubicBezTo>
                    <a:pt x="0" y="620"/>
                    <a:pt x="177" y="827"/>
                    <a:pt x="384" y="827"/>
                  </a:cubicBezTo>
                  <a:cubicBezTo>
                    <a:pt x="620" y="827"/>
                    <a:pt x="797" y="620"/>
                    <a:pt x="797" y="414"/>
                  </a:cubicBezTo>
                  <a:cubicBezTo>
                    <a:pt x="797" y="178"/>
                    <a:pt x="620"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0" name="Google Shape;3580;p74"/>
          <p:cNvGrpSpPr/>
          <p:nvPr/>
        </p:nvGrpSpPr>
        <p:grpSpPr>
          <a:xfrm>
            <a:off x="2065927" y="1660573"/>
            <a:ext cx="366362" cy="397600"/>
            <a:chOff x="2065927" y="1660573"/>
            <a:chExt cx="366362" cy="397600"/>
          </a:xfrm>
        </p:grpSpPr>
        <p:sp>
          <p:nvSpPr>
            <p:cNvPr id="3581" name="Google Shape;3581;p74"/>
            <p:cNvSpPr/>
            <p:nvPr/>
          </p:nvSpPr>
          <p:spPr>
            <a:xfrm>
              <a:off x="2065927" y="1660573"/>
              <a:ext cx="366362" cy="397600"/>
            </a:xfrm>
            <a:custGeom>
              <a:avLst/>
              <a:gdLst/>
              <a:ahLst/>
              <a:cxnLst/>
              <a:rect l="l" t="t" r="r" b="b"/>
              <a:pathLst>
                <a:path w="13574" h="14730" extrusionOk="0">
                  <a:moveTo>
                    <a:pt x="8796" y="851"/>
                  </a:moveTo>
                  <a:cubicBezTo>
                    <a:pt x="9023" y="851"/>
                    <a:pt x="9207" y="1040"/>
                    <a:pt x="9207" y="1274"/>
                  </a:cubicBezTo>
                  <a:cubicBezTo>
                    <a:pt x="9207" y="1451"/>
                    <a:pt x="9089" y="1628"/>
                    <a:pt x="8882" y="1687"/>
                  </a:cubicBezTo>
                  <a:lnTo>
                    <a:pt x="5489" y="2425"/>
                  </a:lnTo>
                  <a:cubicBezTo>
                    <a:pt x="4633" y="2602"/>
                    <a:pt x="4014" y="3369"/>
                    <a:pt x="4014" y="4255"/>
                  </a:cubicBezTo>
                  <a:lnTo>
                    <a:pt x="4014" y="4874"/>
                  </a:lnTo>
                  <a:lnTo>
                    <a:pt x="2007" y="4874"/>
                  </a:lnTo>
                  <a:lnTo>
                    <a:pt x="2007" y="3812"/>
                  </a:lnTo>
                  <a:cubicBezTo>
                    <a:pt x="2007" y="2927"/>
                    <a:pt x="2627" y="2160"/>
                    <a:pt x="3482" y="1953"/>
                  </a:cubicBezTo>
                  <a:lnTo>
                    <a:pt x="8705" y="861"/>
                  </a:lnTo>
                  <a:cubicBezTo>
                    <a:pt x="8736" y="854"/>
                    <a:pt x="8767" y="851"/>
                    <a:pt x="8796" y="851"/>
                  </a:cubicBezTo>
                  <a:close/>
                  <a:moveTo>
                    <a:pt x="11804" y="8061"/>
                  </a:moveTo>
                  <a:lnTo>
                    <a:pt x="11804" y="8917"/>
                  </a:lnTo>
                  <a:lnTo>
                    <a:pt x="9797" y="8917"/>
                  </a:lnTo>
                  <a:lnTo>
                    <a:pt x="9797" y="8061"/>
                  </a:lnTo>
                  <a:close/>
                  <a:moveTo>
                    <a:pt x="11685" y="5730"/>
                  </a:moveTo>
                  <a:cubicBezTo>
                    <a:pt x="12246" y="5730"/>
                    <a:pt x="12689" y="6202"/>
                    <a:pt x="12689" y="6733"/>
                  </a:cubicBezTo>
                  <a:cubicBezTo>
                    <a:pt x="12689" y="6999"/>
                    <a:pt x="12482" y="7176"/>
                    <a:pt x="12246" y="7176"/>
                  </a:cubicBezTo>
                  <a:lnTo>
                    <a:pt x="12246" y="7205"/>
                  </a:lnTo>
                  <a:lnTo>
                    <a:pt x="5046" y="7205"/>
                  </a:lnTo>
                  <a:cubicBezTo>
                    <a:pt x="5031" y="7203"/>
                    <a:pt x="5016" y="7203"/>
                    <a:pt x="5001" y="7203"/>
                  </a:cubicBezTo>
                  <a:cubicBezTo>
                    <a:pt x="4785" y="7203"/>
                    <a:pt x="4604" y="7398"/>
                    <a:pt x="4604" y="7618"/>
                  </a:cubicBezTo>
                  <a:lnTo>
                    <a:pt x="4604" y="12133"/>
                  </a:lnTo>
                  <a:lnTo>
                    <a:pt x="2037" y="12133"/>
                  </a:lnTo>
                  <a:lnTo>
                    <a:pt x="2037" y="5730"/>
                  </a:lnTo>
                  <a:close/>
                  <a:moveTo>
                    <a:pt x="5341" y="13018"/>
                  </a:moveTo>
                  <a:cubicBezTo>
                    <a:pt x="5577" y="13018"/>
                    <a:pt x="5755" y="13195"/>
                    <a:pt x="5755" y="13431"/>
                  </a:cubicBezTo>
                  <a:lnTo>
                    <a:pt x="5755" y="13874"/>
                  </a:lnTo>
                  <a:lnTo>
                    <a:pt x="856" y="13874"/>
                  </a:lnTo>
                  <a:lnTo>
                    <a:pt x="856" y="13431"/>
                  </a:lnTo>
                  <a:cubicBezTo>
                    <a:pt x="856" y="13195"/>
                    <a:pt x="1063" y="13018"/>
                    <a:pt x="1299" y="13018"/>
                  </a:cubicBezTo>
                  <a:close/>
                  <a:moveTo>
                    <a:pt x="8842" y="1"/>
                  </a:moveTo>
                  <a:cubicBezTo>
                    <a:pt x="8743" y="1"/>
                    <a:pt x="8638" y="12"/>
                    <a:pt x="8528" y="35"/>
                  </a:cubicBezTo>
                  <a:lnTo>
                    <a:pt x="3305" y="1127"/>
                  </a:lnTo>
                  <a:cubicBezTo>
                    <a:pt x="2066" y="1422"/>
                    <a:pt x="1151" y="2514"/>
                    <a:pt x="1151" y="3812"/>
                  </a:cubicBezTo>
                  <a:lnTo>
                    <a:pt x="1151" y="12163"/>
                  </a:lnTo>
                  <a:cubicBezTo>
                    <a:pt x="502" y="12222"/>
                    <a:pt x="1" y="12782"/>
                    <a:pt x="1" y="13461"/>
                  </a:cubicBezTo>
                  <a:lnTo>
                    <a:pt x="1" y="14317"/>
                  </a:lnTo>
                  <a:cubicBezTo>
                    <a:pt x="1" y="14553"/>
                    <a:pt x="178" y="14730"/>
                    <a:pt x="414" y="14730"/>
                  </a:cubicBezTo>
                  <a:lnTo>
                    <a:pt x="6197" y="14730"/>
                  </a:lnTo>
                  <a:cubicBezTo>
                    <a:pt x="6433" y="14730"/>
                    <a:pt x="6610" y="14553"/>
                    <a:pt x="6610" y="14317"/>
                  </a:cubicBezTo>
                  <a:lnTo>
                    <a:pt x="6610" y="13461"/>
                  </a:lnTo>
                  <a:cubicBezTo>
                    <a:pt x="6640" y="12782"/>
                    <a:pt x="6138" y="12222"/>
                    <a:pt x="5459" y="12163"/>
                  </a:cubicBezTo>
                  <a:lnTo>
                    <a:pt x="5459" y="8032"/>
                  </a:lnTo>
                  <a:lnTo>
                    <a:pt x="8941" y="8032"/>
                  </a:lnTo>
                  <a:lnTo>
                    <a:pt x="8941" y="9359"/>
                  </a:lnTo>
                  <a:cubicBezTo>
                    <a:pt x="8941" y="9595"/>
                    <a:pt x="9148" y="9772"/>
                    <a:pt x="9384" y="9772"/>
                  </a:cubicBezTo>
                  <a:lnTo>
                    <a:pt x="12276" y="9772"/>
                  </a:lnTo>
                  <a:cubicBezTo>
                    <a:pt x="12512" y="9772"/>
                    <a:pt x="12689" y="9595"/>
                    <a:pt x="12689" y="9359"/>
                  </a:cubicBezTo>
                  <a:lnTo>
                    <a:pt x="12689" y="7973"/>
                  </a:lnTo>
                  <a:cubicBezTo>
                    <a:pt x="13220" y="7795"/>
                    <a:pt x="13574" y="7294"/>
                    <a:pt x="13574" y="6763"/>
                  </a:cubicBezTo>
                  <a:cubicBezTo>
                    <a:pt x="13574" y="5700"/>
                    <a:pt x="12718" y="4874"/>
                    <a:pt x="11685" y="4874"/>
                  </a:cubicBezTo>
                  <a:lnTo>
                    <a:pt x="4899" y="4874"/>
                  </a:lnTo>
                  <a:lnTo>
                    <a:pt x="4899" y="4255"/>
                  </a:lnTo>
                  <a:cubicBezTo>
                    <a:pt x="4899" y="3782"/>
                    <a:pt x="5223" y="3369"/>
                    <a:pt x="5695" y="3281"/>
                  </a:cubicBezTo>
                  <a:lnTo>
                    <a:pt x="9089" y="2543"/>
                  </a:lnTo>
                  <a:cubicBezTo>
                    <a:pt x="10632" y="2185"/>
                    <a:pt x="10245" y="1"/>
                    <a:pt x="88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4"/>
            <p:cNvSpPr/>
            <p:nvPr/>
          </p:nvSpPr>
          <p:spPr>
            <a:xfrm>
              <a:off x="2311833" y="1947638"/>
              <a:ext cx="80646" cy="86430"/>
            </a:xfrm>
            <a:custGeom>
              <a:avLst/>
              <a:gdLst/>
              <a:ahLst/>
              <a:cxnLst/>
              <a:rect l="l" t="t" r="r" b="b"/>
              <a:pathLst>
                <a:path w="2988" h="3202" extrusionOk="0">
                  <a:moveTo>
                    <a:pt x="1689" y="1262"/>
                  </a:moveTo>
                  <a:lnTo>
                    <a:pt x="1984" y="1764"/>
                  </a:lnTo>
                  <a:cubicBezTo>
                    <a:pt x="2073" y="1852"/>
                    <a:pt x="2073" y="2000"/>
                    <a:pt x="2014" y="2118"/>
                  </a:cubicBezTo>
                  <a:cubicBezTo>
                    <a:pt x="1955" y="2236"/>
                    <a:pt x="1837" y="2295"/>
                    <a:pt x="1689" y="2295"/>
                  </a:cubicBezTo>
                  <a:cubicBezTo>
                    <a:pt x="1542" y="2295"/>
                    <a:pt x="1424" y="2236"/>
                    <a:pt x="1365" y="2118"/>
                  </a:cubicBezTo>
                  <a:cubicBezTo>
                    <a:pt x="1306" y="2000"/>
                    <a:pt x="1306" y="1852"/>
                    <a:pt x="1365" y="1764"/>
                  </a:cubicBezTo>
                  <a:lnTo>
                    <a:pt x="1689" y="1262"/>
                  </a:lnTo>
                  <a:close/>
                  <a:moveTo>
                    <a:pt x="1686" y="1"/>
                  </a:moveTo>
                  <a:cubicBezTo>
                    <a:pt x="1542" y="1"/>
                    <a:pt x="1394" y="67"/>
                    <a:pt x="1306" y="200"/>
                  </a:cubicBezTo>
                  <a:lnTo>
                    <a:pt x="627" y="1292"/>
                  </a:lnTo>
                  <a:cubicBezTo>
                    <a:pt x="1" y="2281"/>
                    <a:pt x="854" y="3201"/>
                    <a:pt x="1710" y="3201"/>
                  </a:cubicBezTo>
                  <a:cubicBezTo>
                    <a:pt x="2105" y="3201"/>
                    <a:pt x="2500" y="3006"/>
                    <a:pt x="2752" y="2531"/>
                  </a:cubicBezTo>
                  <a:cubicBezTo>
                    <a:pt x="2988" y="2147"/>
                    <a:pt x="2958" y="1675"/>
                    <a:pt x="2722" y="1292"/>
                  </a:cubicBezTo>
                  <a:lnTo>
                    <a:pt x="2043" y="200"/>
                  </a:lnTo>
                  <a:cubicBezTo>
                    <a:pt x="1970" y="67"/>
                    <a:pt x="1829" y="1"/>
                    <a:pt x="1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74"/>
          <p:cNvGrpSpPr/>
          <p:nvPr/>
        </p:nvGrpSpPr>
        <p:grpSpPr>
          <a:xfrm>
            <a:off x="2754819" y="1659115"/>
            <a:ext cx="396645" cy="398274"/>
            <a:chOff x="2754819" y="1659115"/>
            <a:chExt cx="396645" cy="398274"/>
          </a:xfrm>
        </p:grpSpPr>
        <p:sp>
          <p:nvSpPr>
            <p:cNvPr id="3584" name="Google Shape;3584;p74"/>
            <p:cNvSpPr/>
            <p:nvPr/>
          </p:nvSpPr>
          <p:spPr>
            <a:xfrm>
              <a:off x="2801809" y="1878942"/>
              <a:ext cx="23130" cy="23915"/>
            </a:xfrm>
            <a:custGeom>
              <a:avLst/>
              <a:gdLst/>
              <a:ahLst/>
              <a:cxnLst/>
              <a:rect l="l" t="t" r="r" b="b"/>
              <a:pathLst>
                <a:path w="857" h="886" extrusionOk="0">
                  <a:moveTo>
                    <a:pt x="414" y="1"/>
                  </a:moveTo>
                  <a:cubicBezTo>
                    <a:pt x="177" y="1"/>
                    <a:pt x="0" y="207"/>
                    <a:pt x="0" y="443"/>
                  </a:cubicBezTo>
                  <a:cubicBezTo>
                    <a:pt x="0" y="679"/>
                    <a:pt x="177" y="886"/>
                    <a:pt x="414" y="886"/>
                  </a:cubicBezTo>
                  <a:cubicBezTo>
                    <a:pt x="679" y="886"/>
                    <a:pt x="856" y="679"/>
                    <a:pt x="856" y="443"/>
                  </a:cubicBezTo>
                  <a:cubicBezTo>
                    <a:pt x="856" y="207"/>
                    <a:pt x="679"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4"/>
            <p:cNvSpPr/>
            <p:nvPr/>
          </p:nvSpPr>
          <p:spPr>
            <a:xfrm>
              <a:off x="2801809" y="1925936"/>
              <a:ext cx="23130" cy="23133"/>
            </a:xfrm>
            <a:custGeom>
              <a:avLst/>
              <a:gdLst/>
              <a:ahLst/>
              <a:cxnLst/>
              <a:rect l="l" t="t" r="r" b="b"/>
              <a:pathLst>
                <a:path w="857" h="857" extrusionOk="0">
                  <a:moveTo>
                    <a:pt x="414" y="0"/>
                  </a:moveTo>
                  <a:cubicBezTo>
                    <a:pt x="177" y="0"/>
                    <a:pt x="0" y="207"/>
                    <a:pt x="0" y="443"/>
                  </a:cubicBezTo>
                  <a:cubicBezTo>
                    <a:pt x="0" y="679"/>
                    <a:pt x="177" y="856"/>
                    <a:pt x="414" y="856"/>
                  </a:cubicBezTo>
                  <a:cubicBezTo>
                    <a:pt x="679" y="856"/>
                    <a:pt x="856" y="679"/>
                    <a:pt x="856" y="443"/>
                  </a:cubicBezTo>
                  <a:cubicBezTo>
                    <a:pt x="856" y="207"/>
                    <a:pt x="679"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4"/>
            <p:cNvSpPr/>
            <p:nvPr/>
          </p:nvSpPr>
          <p:spPr>
            <a:xfrm>
              <a:off x="2801809" y="1972930"/>
              <a:ext cx="23130" cy="23133"/>
            </a:xfrm>
            <a:custGeom>
              <a:avLst/>
              <a:gdLst/>
              <a:ahLst/>
              <a:cxnLst/>
              <a:rect l="l" t="t" r="r" b="b"/>
              <a:pathLst>
                <a:path w="857" h="857" extrusionOk="0">
                  <a:moveTo>
                    <a:pt x="414" y="0"/>
                  </a:moveTo>
                  <a:cubicBezTo>
                    <a:pt x="177" y="0"/>
                    <a:pt x="0" y="177"/>
                    <a:pt x="0" y="414"/>
                  </a:cubicBezTo>
                  <a:cubicBezTo>
                    <a:pt x="0" y="650"/>
                    <a:pt x="177" y="856"/>
                    <a:pt x="414" y="856"/>
                  </a:cubicBezTo>
                  <a:cubicBezTo>
                    <a:pt x="679" y="856"/>
                    <a:pt x="856" y="650"/>
                    <a:pt x="856" y="414"/>
                  </a:cubicBezTo>
                  <a:cubicBezTo>
                    <a:pt x="856" y="177"/>
                    <a:pt x="679"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4"/>
            <p:cNvSpPr/>
            <p:nvPr/>
          </p:nvSpPr>
          <p:spPr>
            <a:xfrm>
              <a:off x="2801809" y="1707702"/>
              <a:ext cx="132224" cy="148162"/>
            </a:xfrm>
            <a:custGeom>
              <a:avLst/>
              <a:gdLst/>
              <a:ahLst/>
              <a:cxnLst/>
              <a:rect l="l" t="t" r="r" b="b"/>
              <a:pathLst>
                <a:path w="4899" h="5489" extrusionOk="0">
                  <a:moveTo>
                    <a:pt x="2484" y="885"/>
                  </a:moveTo>
                  <a:cubicBezTo>
                    <a:pt x="3111" y="885"/>
                    <a:pt x="3444" y="1661"/>
                    <a:pt x="2981" y="2125"/>
                  </a:cubicBezTo>
                  <a:cubicBezTo>
                    <a:pt x="2835" y="2280"/>
                    <a:pt x="2652" y="2349"/>
                    <a:pt x="2471" y="2349"/>
                  </a:cubicBezTo>
                  <a:cubicBezTo>
                    <a:pt x="2101" y="2349"/>
                    <a:pt x="1741" y="2059"/>
                    <a:pt x="1741" y="1623"/>
                  </a:cubicBezTo>
                  <a:cubicBezTo>
                    <a:pt x="1712" y="1210"/>
                    <a:pt x="2036" y="886"/>
                    <a:pt x="2450" y="886"/>
                  </a:cubicBezTo>
                  <a:cubicBezTo>
                    <a:pt x="2461" y="885"/>
                    <a:pt x="2473" y="885"/>
                    <a:pt x="2484" y="885"/>
                  </a:cubicBezTo>
                  <a:close/>
                  <a:moveTo>
                    <a:pt x="2446" y="3187"/>
                  </a:moveTo>
                  <a:cubicBezTo>
                    <a:pt x="3187" y="3187"/>
                    <a:pt x="3925" y="3659"/>
                    <a:pt x="4013" y="4604"/>
                  </a:cubicBezTo>
                  <a:lnTo>
                    <a:pt x="856" y="4604"/>
                  </a:lnTo>
                  <a:cubicBezTo>
                    <a:pt x="959" y="3659"/>
                    <a:pt x="1704" y="3187"/>
                    <a:pt x="2446" y="3187"/>
                  </a:cubicBezTo>
                  <a:close/>
                  <a:moveTo>
                    <a:pt x="2450" y="0"/>
                  </a:moveTo>
                  <a:cubicBezTo>
                    <a:pt x="1092" y="0"/>
                    <a:pt x="355" y="1623"/>
                    <a:pt x="1240" y="2627"/>
                  </a:cubicBezTo>
                  <a:cubicBezTo>
                    <a:pt x="473" y="3069"/>
                    <a:pt x="0" y="3895"/>
                    <a:pt x="0" y="4781"/>
                  </a:cubicBezTo>
                  <a:lnTo>
                    <a:pt x="0" y="5076"/>
                  </a:lnTo>
                  <a:cubicBezTo>
                    <a:pt x="0" y="5312"/>
                    <a:pt x="177" y="5489"/>
                    <a:pt x="443" y="5489"/>
                  </a:cubicBezTo>
                  <a:lnTo>
                    <a:pt x="4456" y="5489"/>
                  </a:lnTo>
                  <a:cubicBezTo>
                    <a:pt x="4692" y="5489"/>
                    <a:pt x="4899" y="5312"/>
                    <a:pt x="4899" y="5076"/>
                  </a:cubicBezTo>
                  <a:lnTo>
                    <a:pt x="4899" y="4781"/>
                  </a:lnTo>
                  <a:cubicBezTo>
                    <a:pt x="4899" y="3895"/>
                    <a:pt x="4427" y="3069"/>
                    <a:pt x="3659" y="2627"/>
                  </a:cubicBezTo>
                  <a:cubicBezTo>
                    <a:pt x="4545" y="1623"/>
                    <a:pt x="3807" y="0"/>
                    <a:pt x="2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4"/>
            <p:cNvSpPr/>
            <p:nvPr/>
          </p:nvSpPr>
          <p:spPr>
            <a:xfrm>
              <a:off x="2754819" y="1659115"/>
              <a:ext cx="396645" cy="398274"/>
            </a:xfrm>
            <a:custGeom>
              <a:avLst/>
              <a:gdLst/>
              <a:ahLst/>
              <a:cxnLst/>
              <a:rect l="l" t="t" r="r" b="b"/>
              <a:pathLst>
                <a:path w="14696" h="14755" extrusionOk="0">
                  <a:moveTo>
                    <a:pt x="7761" y="945"/>
                  </a:moveTo>
                  <a:cubicBezTo>
                    <a:pt x="8794" y="1122"/>
                    <a:pt x="9561" y="1918"/>
                    <a:pt x="9767" y="2922"/>
                  </a:cubicBezTo>
                  <a:lnTo>
                    <a:pt x="7761" y="2922"/>
                  </a:lnTo>
                  <a:lnTo>
                    <a:pt x="7761" y="945"/>
                  </a:lnTo>
                  <a:close/>
                  <a:moveTo>
                    <a:pt x="9797" y="7289"/>
                  </a:moveTo>
                  <a:lnTo>
                    <a:pt x="9797" y="8145"/>
                  </a:lnTo>
                  <a:lnTo>
                    <a:pt x="8941" y="8145"/>
                  </a:lnTo>
                  <a:lnTo>
                    <a:pt x="8941" y="7731"/>
                  </a:lnTo>
                  <a:cubicBezTo>
                    <a:pt x="8941" y="7495"/>
                    <a:pt x="9118" y="7289"/>
                    <a:pt x="9384" y="7289"/>
                  </a:cubicBezTo>
                  <a:close/>
                  <a:moveTo>
                    <a:pt x="11095" y="7289"/>
                  </a:moveTo>
                  <a:cubicBezTo>
                    <a:pt x="11331" y="7289"/>
                    <a:pt x="11508" y="7495"/>
                    <a:pt x="11538" y="7731"/>
                  </a:cubicBezTo>
                  <a:lnTo>
                    <a:pt x="11538" y="8145"/>
                  </a:lnTo>
                  <a:lnTo>
                    <a:pt x="10653" y="8145"/>
                  </a:lnTo>
                  <a:lnTo>
                    <a:pt x="10682" y="7289"/>
                  </a:lnTo>
                  <a:close/>
                  <a:moveTo>
                    <a:pt x="13397" y="9030"/>
                  </a:moveTo>
                  <a:cubicBezTo>
                    <a:pt x="13633" y="9030"/>
                    <a:pt x="13839" y="9236"/>
                    <a:pt x="13839" y="9472"/>
                  </a:cubicBezTo>
                  <a:cubicBezTo>
                    <a:pt x="13839" y="10004"/>
                    <a:pt x="13397" y="10476"/>
                    <a:pt x="12836" y="10476"/>
                  </a:cubicBezTo>
                  <a:lnTo>
                    <a:pt x="10653" y="10476"/>
                  </a:lnTo>
                  <a:lnTo>
                    <a:pt x="10653" y="10328"/>
                  </a:lnTo>
                  <a:cubicBezTo>
                    <a:pt x="10682" y="10018"/>
                    <a:pt x="10453" y="9863"/>
                    <a:pt x="10225" y="9863"/>
                  </a:cubicBezTo>
                  <a:cubicBezTo>
                    <a:pt x="9996" y="9863"/>
                    <a:pt x="9767" y="10018"/>
                    <a:pt x="9797" y="10328"/>
                  </a:cubicBezTo>
                  <a:lnTo>
                    <a:pt x="9797" y="10476"/>
                  </a:lnTo>
                  <a:lnTo>
                    <a:pt x="7643" y="10476"/>
                  </a:lnTo>
                  <a:cubicBezTo>
                    <a:pt x="7082" y="10476"/>
                    <a:pt x="6640" y="10004"/>
                    <a:pt x="6640" y="9472"/>
                  </a:cubicBezTo>
                  <a:cubicBezTo>
                    <a:pt x="6640" y="9236"/>
                    <a:pt x="6817" y="9030"/>
                    <a:pt x="7053" y="9030"/>
                  </a:cubicBezTo>
                  <a:close/>
                  <a:moveTo>
                    <a:pt x="6935" y="886"/>
                  </a:moveTo>
                  <a:lnTo>
                    <a:pt x="6935" y="3335"/>
                  </a:lnTo>
                  <a:cubicBezTo>
                    <a:pt x="6935" y="3571"/>
                    <a:pt x="7112" y="3748"/>
                    <a:pt x="7348" y="3748"/>
                  </a:cubicBezTo>
                  <a:lnTo>
                    <a:pt x="9797" y="3748"/>
                  </a:lnTo>
                  <a:lnTo>
                    <a:pt x="9797" y="6404"/>
                  </a:lnTo>
                  <a:lnTo>
                    <a:pt x="9384" y="6404"/>
                  </a:lnTo>
                  <a:cubicBezTo>
                    <a:pt x="8646" y="6404"/>
                    <a:pt x="8086" y="6994"/>
                    <a:pt x="8086" y="7702"/>
                  </a:cubicBezTo>
                  <a:lnTo>
                    <a:pt x="8086" y="8145"/>
                  </a:lnTo>
                  <a:lnTo>
                    <a:pt x="3895" y="8145"/>
                  </a:lnTo>
                  <a:cubicBezTo>
                    <a:pt x="3335" y="8145"/>
                    <a:pt x="3335" y="9000"/>
                    <a:pt x="3895" y="9000"/>
                  </a:cubicBezTo>
                  <a:lnTo>
                    <a:pt x="5843" y="9000"/>
                  </a:lnTo>
                  <a:cubicBezTo>
                    <a:pt x="5784" y="9148"/>
                    <a:pt x="5784" y="9295"/>
                    <a:pt x="5784" y="9443"/>
                  </a:cubicBezTo>
                  <a:lnTo>
                    <a:pt x="5784" y="9856"/>
                  </a:lnTo>
                  <a:lnTo>
                    <a:pt x="3895" y="9856"/>
                  </a:lnTo>
                  <a:cubicBezTo>
                    <a:pt x="3364" y="9915"/>
                    <a:pt x="3364" y="10682"/>
                    <a:pt x="3895" y="10741"/>
                  </a:cubicBezTo>
                  <a:lnTo>
                    <a:pt x="5784" y="10741"/>
                  </a:lnTo>
                  <a:lnTo>
                    <a:pt x="5784" y="11626"/>
                  </a:lnTo>
                  <a:lnTo>
                    <a:pt x="3895" y="11626"/>
                  </a:lnTo>
                  <a:cubicBezTo>
                    <a:pt x="3335" y="11626"/>
                    <a:pt x="3335" y="12482"/>
                    <a:pt x="3895" y="12482"/>
                  </a:cubicBezTo>
                  <a:lnTo>
                    <a:pt x="5784" y="12482"/>
                  </a:lnTo>
                  <a:lnTo>
                    <a:pt x="5784" y="13485"/>
                  </a:lnTo>
                  <a:cubicBezTo>
                    <a:pt x="5784" y="13633"/>
                    <a:pt x="5784" y="13780"/>
                    <a:pt x="5843" y="13928"/>
                  </a:cubicBezTo>
                  <a:lnTo>
                    <a:pt x="886" y="13928"/>
                  </a:lnTo>
                  <a:lnTo>
                    <a:pt x="886" y="886"/>
                  </a:lnTo>
                  <a:close/>
                  <a:moveTo>
                    <a:pt x="6640" y="11036"/>
                  </a:moveTo>
                  <a:cubicBezTo>
                    <a:pt x="6905" y="11213"/>
                    <a:pt x="7200" y="11302"/>
                    <a:pt x="7495" y="11331"/>
                  </a:cubicBezTo>
                  <a:lnTo>
                    <a:pt x="7495" y="13928"/>
                  </a:lnTo>
                  <a:lnTo>
                    <a:pt x="7053" y="13928"/>
                  </a:lnTo>
                  <a:cubicBezTo>
                    <a:pt x="6817" y="13928"/>
                    <a:pt x="6640" y="13751"/>
                    <a:pt x="6640" y="13515"/>
                  </a:cubicBezTo>
                  <a:lnTo>
                    <a:pt x="6640" y="11036"/>
                  </a:lnTo>
                  <a:close/>
                  <a:moveTo>
                    <a:pt x="12099" y="11361"/>
                  </a:moveTo>
                  <a:lnTo>
                    <a:pt x="12099" y="13928"/>
                  </a:lnTo>
                  <a:lnTo>
                    <a:pt x="8381" y="13928"/>
                  </a:lnTo>
                  <a:lnTo>
                    <a:pt x="8381" y="11361"/>
                  </a:lnTo>
                  <a:lnTo>
                    <a:pt x="9797" y="11361"/>
                  </a:lnTo>
                  <a:lnTo>
                    <a:pt x="9797" y="11479"/>
                  </a:lnTo>
                  <a:cubicBezTo>
                    <a:pt x="9826" y="11744"/>
                    <a:pt x="10033" y="11877"/>
                    <a:pt x="10240" y="11877"/>
                  </a:cubicBezTo>
                  <a:cubicBezTo>
                    <a:pt x="10446" y="11877"/>
                    <a:pt x="10653" y="11744"/>
                    <a:pt x="10682" y="11479"/>
                  </a:cubicBezTo>
                  <a:lnTo>
                    <a:pt x="10682" y="11361"/>
                  </a:lnTo>
                  <a:close/>
                  <a:moveTo>
                    <a:pt x="13839" y="11066"/>
                  </a:moveTo>
                  <a:lnTo>
                    <a:pt x="13839" y="13515"/>
                  </a:lnTo>
                  <a:cubicBezTo>
                    <a:pt x="13839" y="13751"/>
                    <a:pt x="13633" y="13928"/>
                    <a:pt x="13397" y="13928"/>
                  </a:cubicBezTo>
                  <a:lnTo>
                    <a:pt x="12984" y="13928"/>
                  </a:lnTo>
                  <a:lnTo>
                    <a:pt x="12984" y="11361"/>
                  </a:lnTo>
                  <a:cubicBezTo>
                    <a:pt x="13279" y="11331"/>
                    <a:pt x="13574" y="11243"/>
                    <a:pt x="13839" y="11066"/>
                  </a:cubicBezTo>
                  <a:close/>
                  <a:moveTo>
                    <a:pt x="443" y="0"/>
                  </a:moveTo>
                  <a:cubicBezTo>
                    <a:pt x="207" y="0"/>
                    <a:pt x="0" y="207"/>
                    <a:pt x="0" y="443"/>
                  </a:cubicBezTo>
                  <a:lnTo>
                    <a:pt x="0" y="14341"/>
                  </a:lnTo>
                  <a:cubicBezTo>
                    <a:pt x="0" y="14577"/>
                    <a:pt x="207" y="14754"/>
                    <a:pt x="443" y="14754"/>
                  </a:cubicBezTo>
                  <a:lnTo>
                    <a:pt x="13397" y="14754"/>
                  </a:lnTo>
                  <a:cubicBezTo>
                    <a:pt x="14135" y="14754"/>
                    <a:pt x="14695" y="14194"/>
                    <a:pt x="14695" y="13485"/>
                  </a:cubicBezTo>
                  <a:lnTo>
                    <a:pt x="14695" y="9443"/>
                  </a:lnTo>
                  <a:cubicBezTo>
                    <a:pt x="14695" y="8735"/>
                    <a:pt x="14135" y="8174"/>
                    <a:pt x="13397" y="8145"/>
                  </a:cubicBezTo>
                  <a:lnTo>
                    <a:pt x="12394" y="8145"/>
                  </a:lnTo>
                  <a:lnTo>
                    <a:pt x="12394" y="7731"/>
                  </a:lnTo>
                  <a:cubicBezTo>
                    <a:pt x="12394" y="6994"/>
                    <a:pt x="11803" y="6404"/>
                    <a:pt x="11095" y="6404"/>
                  </a:cubicBezTo>
                  <a:lnTo>
                    <a:pt x="10653" y="6404"/>
                  </a:lnTo>
                  <a:lnTo>
                    <a:pt x="10653" y="3335"/>
                  </a:lnTo>
                  <a:cubicBezTo>
                    <a:pt x="10653" y="1505"/>
                    <a:pt x="9177" y="0"/>
                    <a:pt x="7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74"/>
          <p:cNvGrpSpPr/>
          <p:nvPr/>
        </p:nvGrpSpPr>
        <p:grpSpPr>
          <a:xfrm>
            <a:off x="3362472" y="1660168"/>
            <a:ext cx="397428" cy="398436"/>
            <a:chOff x="3362472" y="1660168"/>
            <a:chExt cx="397428" cy="398436"/>
          </a:xfrm>
        </p:grpSpPr>
        <p:sp>
          <p:nvSpPr>
            <p:cNvPr id="3590" name="Google Shape;3590;p74"/>
            <p:cNvSpPr/>
            <p:nvPr/>
          </p:nvSpPr>
          <p:spPr>
            <a:xfrm>
              <a:off x="3455669" y="1754048"/>
              <a:ext cx="246095" cy="210137"/>
            </a:xfrm>
            <a:custGeom>
              <a:avLst/>
              <a:gdLst/>
              <a:ahLst/>
              <a:cxnLst/>
              <a:rect l="l" t="t" r="r" b="b"/>
              <a:pathLst>
                <a:path w="9118" h="7785" extrusionOk="0">
                  <a:moveTo>
                    <a:pt x="3931" y="880"/>
                  </a:moveTo>
                  <a:cubicBezTo>
                    <a:pt x="6622" y="880"/>
                    <a:pt x="7958" y="4135"/>
                    <a:pt x="6049" y="6044"/>
                  </a:cubicBezTo>
                  <a:cubicBezTo>
                    <a:pt x="5433" y="6651"/>
                    <a:pt x="4679" y="6923"/>
                    <a:pt x="3940" y="6923"/>
                  </a:cubicBezTo>
                  <a:cubicBezTo>
                    <a:pt x="2380" y="6923"/>
                    <a:pt x="885" y="5712"/>
                    <a:pt x="885" y="3890"/>
                  </a:cubicBezTo>
                  <a:cubicBezTo>
                    <a:pt x="885" y="2208"/>
                    <a:pt x="2243" y="880"/>
                    <a:pt x="3895" y="880"/>
                  </a:cubicBezTo>
                  <a:cubicBezTo>
                    <a:pt x="3907" y="880"/>
                    <a:pt x="3919" y="880"/>
                    <a:pt x="3931" y="880"/>
                  </a:cubicBezTo>
                  <a:close/>
                  <a:moveTo>
                    <a:pt x="3920" y="0"/>
                  </a:moveTo>
                  <a:cubicBezTo>
                    <a:pt x="1920" y="0"/>
                    <a:pt x="0" y="1553"/>
                    <a:pt x="0" y="3890"/>
                  </a:cubicBezTo>
                  <a:cubicBezTo>
                    <a:pt x="0" y="6044"/>
                    <a:pt x="1741" y="7785"/>
                    <a:pt x="3895" y="7785"/>
                  </a:cubicBezTo>
                  <a:cubicBezTo>
                    <a:pt x="7377" y="7785"/>
                    <a:pt x="9118" y="3595"/>
                    <a:pt x="6639" y="1146"/>
                  </a:cubicBezTo>
                  <a:cubicBezTo>
                    <a:pt x="5848" y="354"/>
                    <a:pt x="4875" y="0"/>
                    <a:pt x="39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4"/>
            <p:cNvSpPr/>
            <p:nvPr/>
          </p:nvSpPr>
          <p:spPr>
            <a:xfrm>
              <a:off x="3523198" y="1789138"/>
              <a:ext cx="74249" cy="139821"/>
            </a:xfrm>
            <a:custGeom>
              <a:avLst/>
              <a:gdLst/>
              <a:ahLst/>
              <a:cxnLst/>
              <a:rect l="l" t="t" r="r" b="b"/>
              <a:pathLst>
                <a:path w="2751" h="5180" extrusionOk="0">
                  <a:moveTo>
                    <a:pt x="1127" y="1144"/>
                  </a:moveTo>
                  <a:lnTo>
                    <a:pt x="1127" y="2000"/>
                  </a:lnTo>
                  <a:cubicBezTo>
                    <a:pt x="1039" y="1970"/>
                    <a:pt x="980" y="1941"/>
                    <a:pt x="921" y="1882"/>
                  </a:cubicBezTo>
                  <a:cubicBezTo>
                    <a:pt x="832" y="1793"/>
                    <a:pt x="803" y="1646"/>
                    <a:pt x="832" y="1528"/>
                  </a:cubicBezTo>
                  <a:cubicBezTo>
                    <a:pt x="862" y="1351"/>
                    <a:pt x="980" y="1233"/>
                    <a:pt x="1127" y="1144"/>
                  </a:cubicBezTo>
                  <a:close/>
                  <a:moveTo>
                    <a:pt x="1688" y="2885"/>
                  </a:moveTo>
                  <a:cubicBezTo>
                    <a:pt x="1954" y="2973"/>
                    <a:pt x="2131" y="3239"/>
                    <a:pt x="2072" y="3505"/>
                  </a:cubicBezTo>
                  <a:cubicBezTo>
                    <a:pt x="2013" y="3741"/>
                    <a:pt x="1895" y="3918"/>
                    <a:pt x="1688" y="4036"/>
                  </a:cubicBezTo>
                  <a:lnTo>
                    <a:pt x="1688" y="2885"/>
                  </a:lnTo>
                  <a:close/>
                  <a:moveTo>
                    <a:pt x="1408" y="1"/>
                  </a:moveTo>
                  <a:cubicBezTo>
                    <a:pt x="1268" y="1"/>
                    <a:pt x="1127" y="96"/>
                    <a:pt x="1127" y="288"/>
                  </a:cubicBezTo>
                  <a:lnTo>
                    <a:pt x="1127" y="554"/>
                  </a:lnTo>
                  <a:lnTo>
                    <a:pt x="1009" y="583"/>
                  </a:lnTo>
                  <a:cubicBezTo>
                    <a:pt x="626" y="701"/>
                    <a:pt x="331" y="1026"/>
                    <a:pt x="272" y="1410"/>
                  </a:cubicBezTo>
                  <a:cubicBezTo>
                    <a:pt x="183" y="1764"/>
                    <a:pt x="301" y="2118"/>
                    <a:pt x="567" y="2354"/>
                  </a:cubicBezTo>
                  <a:cubicBezTo>
                    <a:pt x="744" y="2472"/>
                    <a:pt x="921" y="2560"/>
                    <a:pt x="1098" y="2649"/>
                  </a:cubicBezTo>
                  <a:lnTo>
                    <a:pt x="1098" y="4095"/>
                  </a:lnTo>
                  <a:cubicBezTo>
                    <a:pt x="921" y="4095"/>
                    <a:pt x="744" y="4006"/>
                    <a:pt x="596" y="3888"/>
                  </a:cubicBezTo>
                  <a:cubicBezTo>
                    <a:pt x="543" y="3854"/>
                    <a:pt x="489" y="3839"/>
                    <a:pt x="438" y="3839"/>
                  </a:cubicBezTo>
                  <a:cubicBezTo>
                    <a:pt x="182" y="3839"/>
                    <a:pt x="1" y="4217"/>
                    <a:pt x="272" y="4390"/>
                  </a:cubicBezTo>
                  <a:cubicBezTo>
                    <a:pt x="508" y="4567"/>
                    <a:pt x="803" y="4655"/>
                    <a:pt x="1127" y="4685"/>
                  </a:cubicBezTo>
                  <a:lnTo>
                    <a:pt x="1127" y="4891"/>
                  </a:lnTo>
                  <a:cubicBezTo>
                    <a:pt x="1113" y="5083"/>
                    <a:pt x="1253" y="5179"/>
                    <a:pt x="1397" y="5179"/>
                  </a:cubicBezTo>
                  <a:cubicBezTo>
                    <a:pt x="1541" y="5179"/>
                    <a:pt x="1688" y="5083"/>
                    <a:pt x="1688" y="4891"/>
                  </a:cubicBezTo>
                  <a:lnTo>
                    <a:pt x="1688" y="4655"/>
                  </a:lnTo>
                  <a:cubicBezTo>
                    <a:pt x="2190" y="4508"/>
                    <a:pt x="2544" y="4124"/>
                    <a:pt x="2632" y="3623"/>
                  </a:cubicBezTo>
                  <a:cubicBezTo>
                    <a:pt x="2750" y="3062"/>
                    <a:pt x="2426" y="2501"/>
                    <a:pt x="1865" y="2324"/>
                  </a:cubicBezTo>
                  <a:lnTo>
                    <a:pt x="1688" y="2265"/>
                  </a:lnTo>
                  <a:lnTo>
                    <a:pt x="1688" y="1114"/>
                  </a:lnTo>
                  <a:cubicBezTo>
                    <a:pt x="1777" y="1144"/>
                    <a:pt x="1836" y="1174"/>
                    <a:pt x="1895" y="1233"/>
                  </a:cubicBezTo>
                  <a:cubicBezTo>
                    <a:pt x="1958" y="1296"/>
                    <a:pt x="2038" y="1325"/>
                    <a:pt x="2117" y="1325"/>
                  </a:cubicBezTo>
                  <a:cubicBezTo>
                    <a:pt x="2185" y="1325"/>
                    <a:pt x="2253" y="1303"/>
                    <a:pt x="2308" y="1262"/>
                  </a:cubicBezTo>
                  <a:cubicBezTo>
                    <a:pt x="2426" y="1144"/>
                    <a:pt x="2426" y="967"/>
                    <a:pt x="2337" y="849"/>
                  </a:cubicBezTo>
                  <a:cubicBezTo>
                    <a:pt x="2160" y="672"/>
                    <a:pt x="1924" y="554"/>
                    <a:pt x="1688" y="524"/>
                  </a:cubicBezTo>
                  <a:lnTo>
                    <a:pt x="1688" y="288"/>
                  </a:lnTo>
                  <a:cubicBezTo>
                    <a:pt x="1688" y="96"/>
                    <a:pt x="1548"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4"/>
            <p:cNvSpPr/>
            <p:nvPr/>
          </p:nvSpPr>
          <p:spPr>
            <a:xfrm>
              <a:off x="3379206" y="1792809"/>
              <a:ext cx="249307" cy="218369"/>
            </a:xfrm>
            <a:custGeom>
              <a:avLst/>
              <a:gdLst/>
              <a:ahLst/>
              <a:cxnLst/>
              <a:rect l="l" t="t" r="r" b="b"/>
              <a:pathLst>
                <a:path w="9237" h="8090" extrusionOk="0">
                  <a:moveTo>
                    <a:pt x="1959" y="1"/>
                  </a:moveTo>
                  <a:cubicBezTo>
                    <a:pt x="1794" y="1"/>
                    <a:pt x="1630" y="95"/>
                    <a:pt x="1564" y="270"/>
                  </a:cubicBezTo>
                  <a:cubicBezTo>
                    <a:pt x="0" y="3959"/>
                    <a:pt x="2715" y="8060"/>
                    <a:pt x="6728" y="8090"/>
                  </a:cubicBezTo>
                  <a:cubicBezTo>
                    <a:pt x="7466" y="8090"/>
                    <a:pt x="8203" y="7913"/>
                    <a:pt x="8912" y="7647"/>
                  </a:cubicBezTo>
                  <a:cubicBezTo>
                    <a:pt x="9118" y="7529"/>
                    <a:pt x="9236" y="7293"/>
                    <a:pt x="9148" y="7057"/>
                  </a:cubicBezTo>
                  <a:cubicBezTo>
                    <a:pt x="9083" y="6907"/>
                    <a:pt x="8925" y="6804"/>
                    <a:pt x="8765" y="6804"/>
                  </a:cubicBezTo>
                  <a:cubicBezTo>
                    <a:pt x="8704" y="6804"/>
                    <a:pt x="8643" y="6818"/>
                    <a:pt x="8587" y="6850"/>
                  </a:cubicBezTo>
                  <a:cubicBezTo>
                    <a:pt x="7959" y="7108"/>
                    <a:pt x="7331" y="7226"/>
                    <a:pt x="6725" y="7226"/>
                  </a:cubicBezTo>
                  <a:cubicBezTo>
                    <a:pt x="3518" y="7226"/>
                    <a:pt x="941" y="3921"/>
                    <a:pt x="2331" y="595"/>
                  </a:cubicBezTo>
                  <a:cubicBezTo>
                    <a:pt x="2449" y="388"/>
                    <a:pt x="2331" y="123"/>
                    <a:pt x="2125" y="34"/>
                  </a:cubicBezTo>
                  <a:cubicBezTo>
                    <a:pt x="2072" y="12"/>
                    <a:pt x="2015" y="1"/>
                    <a:pt x="1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4"/>
            <p:cNvSpPr/>
            <p:nvPr/>
          </p:nvSpPr>
          <p:spPr>
            <a:xfrm>
              <a:off x="3493077" y="1707702"/>
              <a:ext cx="249307" cy="217587"/>
            </a:xfrm>
            <a:custGeom>
              <a:avLst/>
              <a:gdLst/>
              <a:ahLst/>
              <a:cxnLst/>
              <a:rect l="l" t="t" r="r" b="b"/>
              <a:pathLst>
                <a:path w="9237" h="8061" extrusionOk="0">
                  <a:moveTo>
                    <a:pt x="2509" y="0"/>
                  </a:moveTo>
                  <a:cubicBezTo>
                    <a:pt x="1771" y="0"/>
                    <a:pt x="1034" y="148"/>
                    <a:pt x="325" y="443"/>
                  </a:cubicBezTo>
                  <a:cubicBezTo>
                    <a:pt x="119" y="532"/>
                    <a:pt x="1" y="768"/>
                    <a:pt x="89" y="1004"/>
                  </a:cubicBezTo>
                  <a:cubicBezTo>
                    <a:pt x="158" y="1163"/>
                    <a:pt x="331" y="1269"/>
                    <a:pt x="515" y="1269"/>
                  </a:cubicBezTo>
                  <a:cubicBezTo>
                    <a:pt x="570" y="1269"/>
                    <a:pt x="625" y="1260"/>
                    <a:pt x="680" y="1240"/>
                  </a:cubicBezTo>
                  <a:cubicBezTo>
                    <a:pt x="1240" y="974"/>
                    <a:pt x="1889" y="856"/>
                    <a:pt x="2509" y="856"/>
                  </a:cubicBezTo>
                  <a:cubicBezTo>
                    <a:pt x="5902" y="856"/>
                    <a:pt x="8204" y="4338"/>
                    <a:pt x="6906" y="7466"/>
                  </a:cubicBezTo>
                  <a:cubicBezTo>
                    <a:pt x="6788" y="7672"/>
                    <a:pt x="6906" y="7938"/>
                    <a:pt x="7112" y="8026"/>
                  </a:cubicBezTo>
                  <a:cubicBezTo>
                    <a:pt x="7172" y="8049"/>
                    <a:pt x="7233" y="8060"/>
                    <a:pt x="7291" y="8060"/>
                  </a:cubicBezTo>
                  <a:cubicBezTo>
                    <a:pt x="7461" y="8060"/>
                    <a:pt x="7614" y="7966"/>
                    <a:pt x="7702" y="7790"/>
                  </a:cubicBezTo>
                  <a:cubicBezTo>
                    <a:pt x="9237" y="4102"/>
                    <a:pt x="6522" y="0"/>
                    <a:pt x="25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4"/>
            <p:cNvSpPr/>
            <p:nvPr/>
          </p:nvSpPr>
          <p:spPr>
            <a:xfrm>
              <a:off x="3415832" y="1660168"/>
              <a:ext cx="344069" cy="210245"/>
            </a:xfrm>
            <a:custGeom>
              <a:avLst/>
              <a:gdLst/>
              <a:ahLst/>
              <a:cxnLst/>
              <a:rect l="l" t="t" r="r" b="b"/>
              <a:pathLst>
                <a:path w="12748" h="7789" extrusionOk="0">
                  <a:moveTo>
                    <a:pt x="5362" y="0"/>
                  </a:moveTo>
                  <a:cubicBezTo>
                    <a:pt x="3859" y="0"/>
                    <a:pt x="2352" y="453"/>
                    <a:pt x="1063" y="1378"/>
                  </a:cubicBezTo>
                  <a:lnTo>
                    <a:pt x="1122" y="1083"/>
                  </a:lnTo>
                  <a:cubicBezTo>
                    <a:pt x="1151" y="847"/>
                    <a:pt x="974" y="640"/>
                    <a:pt x="738" y="581"/>
                  </a:cubicBezTo>
                  <a:cubicBezTo>
                    <a:pt x="721" y="579"/>
                    <a:pt x="704" y="578"/>
                    <a:pt x="687" y="578"/>
                  </a:cubicBezTo>
                  <a:cubicBezTo>
                    <a:pt x="473" y="578"/>
                    <a:pt x="294" y="746"/>
                    <a:pt x="266" y="965"/>
                  </a:cubicBezTo>
                  <a:lnTo>
                    <a:pt x="60" y="2381"/>
                  </a:lnTo>
                  <a:cubicBezTo>
                    <a:pt x="1" y="2647"/>
                    <a:pt x="207" y="2883"/>
                    <a:pt x="443" y="2883"/>
                  </a:cubicBezTo>
                  <a:lnTo>
                    <a:pt x="1889" y="2971"/>
                  </a:lnTo>
                  <a:cubicBezTo>
                    <a:pt x="2125" y="2971"/>
                    <a:pt x="2302" y="2794"/>
                    <a:pt x="2332" y="2558"/>
                  </a:cubicBezTo>
                  <a:cubicBezTo>
                    <a:pt x="2332" y="2322"/>
                    <a:pt x="2155" y="2116"/>
                    <a:pt x="1919" y="2116"/>
                  </a:cubicBezTo>
                  <a:lnTo>
                    <a:pt x="1565" y="2086"/>
                  </a:lnTo>
                  <a:cubicBezTo>
                    <a:pt x="2686" y="1289"/>
                    <a:pt x="4014" y="847"/>
                    <a:pt x="5371" y="847"/>
                  </a:cubicBezTo>
                  <a:cubicBezTo>
                    <a:pt x="8971" y="847"/>
                    <a:pt x="11892" y="3768"/>
                    <a:pt x="11892" y="7368"/>
                  </a:cubicBezTo>
                  <a:cubicBezTo>
                    <a:pt x="11892" y="7648"/>
                    <a:pt x="12106" y="7788"/>
                    <a:pt x="12320" y="7788"/>
                  </a:cubicBezTo>
                  <a:cubicBezTo>
                    <a:pt x="12534" y="7788"/>
                    <a:pt x="12748" y="7648"/>
                    <a:pt x="12748" y="7368"/>
                  </a:cubicBezTo>
                  <a:cubicBezTo>
                    <a:pt x="12748" y="5391"/>
                    <a:pt x="11981" y="3532"/>
                    <a:pt x="10594" y="2145"/>
                  </a:cubicBezTo>
                  <a:cubicBezTo>
                    <a:pt x="9159" y="727"/>
                    <a:pt x="7264" y="0"/>
                    <a:pt x="5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4"/>
            <p:cNvSpPr/>
            <p:nvPr/>
          </p:nvSpPr>
          <p:spPr>
            <a:xfrm>
              <a:off x="3362472" y="1847685"/>
              <a:ext cx="344069" cy="210919"/>
            </a:xfrm>
            <a:custGeom>
              <a:avLst/>
              <a:gdLst/>
              <a:ahLst/>
              <a:cxnLst/>
              <a:rect l="l" t="t" r="r" b="b"/>
              <a:pathLst>
                <a:path w="12748" h="7814" extrusionOk="0">
                  <a:moveTo>
                    <a:pt x="429" y="0"/>
                  </a:moveTo>
                  <a:cubicBezTo>
                    <a:pt x="215" y="0"/>
                    <a:pt x="1" y="141"/>
                    <a:pt x="1" y="421"/>
                  </a:cubicBezTo>
                  <a:cubicBezTo>
                    <a:pt x="1" y="4784"/>
                    <a:pt x="3582" y="7814"/>
                    <a:pt x="7407" y="7814"/>
                  </a:cubicBezTo>
                  <a:cubicBezTo>
                    <a:pt x="8859" y="7814"/>
                    <a:pt x="10346" y="7377"/>
                    <a:pt x="11686" y="6411"/>
                  </a:cubicBezTo>
                  <a:lnTo>
                    <a:pt x="11686" y="6411"/>
                  </a:lnTo>
                  <a:lnTo>
                    <a:pt x="11656" y="6706"/>
                  </a:lnTo>
                  <a:cubicBezTo>
                    <a:pt x="11607" y="7015"/>
                    <a:pt x="11846" y="7190"/>
                    <a:pt x="12085" y="7190"/>
                  </a:cubicBezTo>
                  <a:cubicBezTo>
                    <a:pt x="12279" y="7190"/>
                    <a:pt x="12472" y="7075"/>
                    <a:pt x="12512" y="6824"/>
                  </a:cubicBezTo>
                  <a:lnTo>
                    <a:pt x="12689" y="5408"/>
                  </a:lnTo>
                  <a:cubicBezTo>
                    <a:pt x="12748" y="5142"/>
                    <a:pt x="12541" y="4935"/>
                    <a:pt x="12305" y="4906"/>
                  </a:cubicBezTo>
                  <a:lnTo>
                    <a:pt x="12276" y="4906"/>
                  </a:lnTo>
                  <a:lnTo>
                    <a:pt x="10859" y="4817"/>
                  </a:lnTo>
                  <a:cubicBezTo>
                    <a:pt x="10623" y="4817"/>
                    <a:pt x="10417" y="4995"/>
                    <a:pt x="10387" y="5231"/>
                  </a:cubicBezTo>
                  <a:cubicBezTo>
                    <a:pt x="10387" y="5467"/>
                    <a:pt x="10564" y="5673"/>
                    <a:pt x="10800" y="5703"/>
                  </a:cubicBezTo>
                  <a:lnTo>
                    <a:pt x="11184" y="5703"/>
                  </a:lnTo>
                  <a:cubicBezTo>
                    <a:pt x="10063" y="6499"/>
                    <a:pt x="8735" y="6942"/>
                    <a:pt x="7378" y="6942"/>
                  </a:cubicBezTo>
                  <a:cubicBezTo>
                    <a:pt x="3778" y="6942"/>
                    <a:pt x="856" y="4021"/>
                    <a:pt x="856" y="421"/>
                  </a:cubicBezTo>
                  <a:cubicBezTo>
                    <a:pt x="856" y="141"/>
                    <a:pt x="642"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6" name="Google Shape;3596;p74"/>
          <p:cNvGrpSpPr/>
          <p:nvPr/>
        </p:nvGrpSpPr>
        <p:grpSpPr>
          <a:xfrm>
            <a:off x="4059327" y="1659925"/>
            <a:ext cx="397428" cy="398247"/>
            <a:chOff x="4059327" y="1659925"/>
            <a:chExt cx="397428" cy="398247"/>
          </a:xfrm>
        </p:grpSpPr>
        <p:sp>
          <p:nvSpPr>
            <p:cNvPr id="3597" name="Google Shape;3597;p74"/>
            <p:cNvSpPr/>
            <p:nvPr/>
          </p:nvSpPr>
          <p:spPr>
            <a:xfrm>
              <a:off x="4059327" y="1659925"/>
              <a:ext cx="397428" cy="398247"/>
            </a:xfrm>
            <a:custGeom>
              <a:avLst/>
              <a:gdLst/>
              <a:ahLst/>
              <a:cxnLst/>
              <a:rect l="l" t="t" r="r" b="b"/>
              <a:pathLst>
                <a:path w="14725" h="14754" extrusionOk="0">
                  <a:moveTo>
                    <a:pt x="7643" y="856"/>
                  </a:moveTo>
                  <a:cubicBezTo>
                    <a:pt x="7879" y="856"/>
                    <a:pt x="8086" y="1033"/>
                    <a:pt x="8086" y="1269"/>
                  </a:cubicBezTo>
                  <a:lnTo>
                    <a:pt x="8086" y="1711"/>
                  </a:lnTo>
                  <a:lnTo>
                    <a:pt x="5489" y="1711"/>
                  </a:lnTo>
                  <a:lnTo>
                    <a:pt x="5489" y="1298"/>
                  </a:lnTo>
                  <a:cubicBezTo>
                    <a:pt x="5489" y="1062"/>
                    <a:pt x="5666" y="856"/>
                    <a:pt x="5902" y="856"/>
                  </a:cubicBezTo>
                  <a:close/>
                  <a:moveTo>
                    <a:pt x="12276" y="2597"/>
                  </a:moveTo>
                  <a:cubicBezTo>
                    <a:pt x="12512" y="2597"/>
                    <a:pt x="12718" y="2803"/>
                    <a:pt x="12718" y="3039"/>
                  </a:cubicBezTo>
                  <a:cubicBezTo>
                    <a:pt x="12718" y="4367"/>
                    <a:pt x="11627" y="5488"/>
                    <a:pt x="10269" y="5488"/>
                  </a:cubicBezTo>
                  <a:lnTo>
                    <a:pt x="8381" y="5488"/>
                  </a:lnTo>
                  <a:lnTo>
                    <a:pt x="8381" y="5341"/>
                  </a:lnTo>
                  <a:cubicBezTo>
                    <a:pt x="8381" y="4780"/>
                    <a:pt x="7938" y="4308"/>
                    <a:pt x="7378" y="4308"/>
                  </a:cubicBezTo>
                  <a:lnTo>
                    <a:pt x="6227" y="4308"/>
                  </a:lnTo>
                  <a:cubicBezTo>
                    <a:pt x="5666" y="4338"/>
                    <a:pt x="5223" y="4780"/>
                    <a:pt x="5223" y="5341"/>
                  </a:cubicBezTo>
                  <a:lnTo>
                    <a:pt x="5223" y="5488"/>
                  </a:lnTo>
                  <a:lnTo>
                    <a:pt x="3335" y="5488"/>
                  </a:lnTo>
                  <a:cubicBezTo>
                    <a:pt x="1978" y="5459"/>
                    <a:pt x="886" y="4367"/>
                    <a:pt x="886" y="3039"/>
                  </a:cubicBezTo>
                  <a:cubicBezTo>
                    <a:pt x="886" y="2803"/>
                    <a:pt x="1092" y="2597"/>
                    <a:pt x="1329" y="2597"/>
                  </a:cubicBezTo>
                  <a:close/>
                  <a:moveTo>
                    <a:pt x="7378" y="5164"/>
                  </a:moveTo>
                  <a:cubicBezTo>
                    <a:pt x="7466" y="5164"/>
                    <a:pt x="7525" y="5252"/>
                    <a:pt x="7525" y="5341"/>
                  </a:cubicBezTo>
                  <a:lnTo>
                    <a:pt x="7525" y="6462"/>
                  </a:lnTo>
                  <a:cubicBezTo>
                    <a:pt x="7525" y="6551"/>
                    <a:pt x="7437" y="6610"/>
                    <a:pt x="7378" y="6610"/>
                  </a:cubicBezTo>
                  <a:lnTo>
                    <a:pt x="6227" y="6610"/>
                  </a:lnTo>
                  <a:cubicBezTo>
                    <a:pt x="6138" y="6610"/>
                    <a:pt x="6079" y="6551"/>
                    <a:pt x="6079" y="6462"/>
                  </a:cubicBezTo>
                  <a:lnTo>
                    <a:pt x="6079" y="5311"/>
                  </a:lnTo>
                  <a:cubicBezTo>
                    <a:pt x="6079" y="5252"/>
                    <a:pt x="6138" y="5164"/>
                    <a:pt x="6227" y="5164"/>
                  </a:cubicBezTo>
                  <a:close/>
                  <a:moveTo>
                    <a:pt x="9827" y="6315"/>
                  </a:moveTo>
                  <a:lnTo>
                    <a:pt x="9827" y="8675"/>
                  </a:lnTo>
                  <a:lnTo>
                    <a:pt x="3778" y="8675"/>
                  </a:lnTo>
                  <a:lnTo>
                    <a:pt x="3778" y="6315"/>
                  </a:lnTo>
                  <a:lnTo>
                    <a:pt x="5223" y="6315"/>
                  </a:lnTo>
                  <a:lnTo>
                    <a:pt x="5223" y="6462"/>
                  </a:lnTo>
                  <a:cubicBezTo>
                    <a:pt x="5194" y="7023"/>
                    <a:pt x="5666" y="7465"/>
                    <a:pt x="6227" y="7465"/>
                  </a:cubicBezTo>
                  <a:lnTo>
                    <a:pt x="7378" y="7465"/>
                  </a:lnTo>
                  <a:cubicBezTo>
                    <a:pt x="7938" y="7465"/>
                    <a:pt x="8381" y="7023"/>
                    <a:pt x="8381" y="6462"/>
                  </a:cubicBezTo>
                  <a:lnTo>
                    <a:pt x="8381" y="6315"/>
                  </a:lnTo>
                  <a:close/>
                  <a:moveTo>
                    <a:pt x="12689" y="5252"/>
                  </a:moveTo>
                  <a:lnTo>
                    <a:pt x="12689" y="8675"/>
                  </a:lnTo>
                  <a:lnTo>
                    <a:pt x="10682" y="8675"/>
                  </a:lnTo>
                  <a:lnTo>
                    <a:pt x="10682" y="6285"/>
                  </a:lnTo>
                  <a:cubicBezTo>
                    <a:pt x="11450" y="6197"/>
                    <a:pt x="12158" y="5842"/>
                    <a:pt x="12689" y="5252"/>
                  </a:cubicBezTo>
                  <a:close/>
                  <a:moveTo>
                    <a:pt x="4545" y="9560"/>
                  </a:moveTo>
                  <a:cubicBezTo>
                    <a:pt x="4427" y="9914"/>
                    <a:pt x="4132" y="10210"/>
                    <a:pt x="3778" y="10328"/>
                  </a:cubicBezTo>
                  <a:lnTo>
                    <a:pt x="3778" y="9560"/>
                  </a:lnTo>
                  <a:close/>
                  <a:moveTo>
                    <a:pt x="13840" y="9560"/>
                  </a:moveTo>
                  <a:lnTo>
                    <a:pt x="13840" y="10357"/>
                  </a:lnTo>
                  <a:cubicBezTo>
                    <a:pt x="13486" y="10210"/>
                    <a:pt x="13190" y="9914"/>
                    <a:pt x="13072" y="9560"/>
                  </a:cubicBezTo>
                  <a:close/>
                  <a:moveTo>
                    <a:pt x="886" y="5252"/>
                  </a:moveTo>
                  <a:cubicBezTo>
                    <a:pt x="1417" y="5842"/>
                    <a:pt x="2125" y="6197"/>
                    <a:pt x="2922" y="6315"/>
                  </a:cubicBezTo>
                  <a:lnTo>
                    <a:pt x="2922" y="10387"/>
                  </a:lnTo>
                  <a:lnTo>
                    <a:pt x="1329" y="10387"/>
                  </a:lnTo>
                  <a:cubicBezTo>
                    <a:pt x="1092" y="10387"/>
                    <a:pt x="886" y="10180"/>
                    <a:pt x="886" y="9944"/>
                  </a:cubicBezTo>
                  <a:lnTo>
                    <a:pt x="886" y="5252"/>
                  </a:lnTo>
                  <a:close/>
                  <a:moveTo>
                    <a:pt x="3778" y="13072"/>
                  </a:moveTo>
                  <a:cubicBezTo>
                    <a:pt x="4132" y="13219"/>
                    <a:pt x="4427" y="13514"/>
                    <a:pt x="4545" y="13868"/>
                  </a:cubicBezTo>
                  <a:lnTo>
                    <a:pt x="3778" y="13868"/>
                  </a:lnTo>
                  <a:lnTo>
                    <a:pt x="3778" y="13072"/>
                  </a:lnTo>
                  <a:close/>
                  <a:moveTo>
                    <a:pt x="7466" y="9560"/>
                  </a:moveTo>
                  <a:lnTo>
                    <a:pt x="7407" y="9678"/>
                  </a:lnTo>
                  <a:cubicBezTo>
                    <a:pt x="6787" y="10977"/>
                    <a:pt x="6787" y="12482"/>
                    <a:pt x="7407" y="13780"/>
                  </a:cubicBezTo>
                  <a:lnTo>
                    <a:pt x="7407" y="13750"/>
                  </a:lnTo>
                  <a:lnTo>
                    <a:pt x="7466" y="13868"/>
                  </a:lnTo>
                  <a:lnTo>
                    <a:pt x="5460" y="13868"/>
                  </a:lnTo>
                  <a:cubicBezTo>
                    <a:pt x="5282" y="13042"/>
                    <a:pt x="4604" y="12364"/>
                    <a:pt x="3778" y="12187"/>
                  </a:cubicBezTo>
                  <a:lnTo>
                    <a:pt x="3778" y="11242"/>
                  </a:lnTo>
                  <a:cubicBezTo>
                    <a:pt x="4604" y="11065"/>
                    <a:pt x="5282" y="10416"/>
                    <a:pt x="5460" y="9560"/>
                  </a:cubicBezTo>
                  <a:close/>
                  <a:moveTo>
                    <a:pt x="12187" y="9560"/>
                  </a:moveTo>
                  <a:cubicBezTo>
                    <a:pt x="12364" y="10387"/>
                    <a:pt x="13013" y="11065"/>
                    <a:pt x="13869" y="11242"/>
                  </a:cubicBezTo>
                  <a:lnTo>
                    <a:pt x="13869" y="12187"/>
                  </a:lnTo>
                  <a:lnTo>
                    <a:pt x="13840" y="12187"/>
                  </a:lnTo>
                  <a:cubicBezTo>
                    <a:pt x="13013" y="12364"/>
                    <a:pt x="12335" y="13042"/>
                    <a:pt x="12158" y="13868"/>
                  </a:cubicBezTo>
                  <a:lnTo>
                    <a:pt x="10151" y="13868"/>
                  </a:lnTo>
                  <a:lnTo>
                    <a:pt x="10210" y="13750"/>
                  </a:lnTo>
                  <a:cubicBezTo>
                    <a:pt x="10830" y="12482"/>
                    <a:pt x="10830" y="10947"/>
                    <a:pt x="10210" y="9678"/>
                  </a:cubicBezTo>
                  <a:lnTo>
                    <a:pt x="10151" y="9560"/>
                  </a:lnTo>
                  <a:close/>
                  <a:moveTo>
                    <a:pt x="13840" y="13072"/>
                  </a:moveTo>
                  <a:lnTo>
                    <a:pt x="13840" y="13868"/>
                  </a:lnTo>
                  <a:lnTo>
                    <a:pt x="13072" y="13868"/>
                  </a:lnTo>
                  <a:cubicBezTo>
                    <a:pt x="13190" y="13514"/>
                    <a:pt x="13486" y="13219"/>
                    <a:pt x="13840" y="13072"/>
                  </a:cubicBezTo>
                  <a:close/>
                  <a:moveTo>
                    <a:pt x="8823" y="9560"/>
                  </a:moveTo>
                  <a:cubicBezTo>
                    <a:pt x="9296" y="9560"/>
                    <a:pt x="9827" y="10475"/>
                    <a:pt x="9827" y="11714"/>
                  </a:cubicBezTo>
                  <a:cubicBezTo>
                    <a:pt x="9827" y="12954"/>
                    <a:pt x="9296" y="13898"/>
                    <a:pt x="8823" y="13898"/>
                  </a:cubicBezTo>
                  <a:lnTo>
                    <a:pt x="8823" y="13868"/>
                  </a:lnTo>
                  <a:cubicBezTo>
                    <a:pt x="8322" y="13868"/>
                    <a:pt x="7791" y="12954"/>
                    <a:pt x="7791" y="11714"/>
                  </a:cubicBezTo>
                  <a:cubicBezTo>
                    <a:pt x="7791" y="10475"/>
                    <a:pt x="8322" y="9560"/>
                    <a:pt x="8823" y="9560"/>
                  </a:cubicBezTo>
                  <a:close/>
                  <a:moveTo>
                    <a:pt x="5902" y="0"/>
                  </a:moveTo>
                  <a:cubicBezTo>
                    <a:pt x="5194" y="0"/>
                    <a:pt x="4604" y="590"/>
                    <a:pt x="4604" y="1298"/>
                  </a:cubicBezTo>
                  <a:lnTo>
                    <a:pt x="4604" y="1741"/>
                  </a:lnTo>
                  <a:lnTo>
                    <a:pt x="1299" y="1741"/>
                  </a:lnTo>
                  <a:cubicBezTo>
                    <a:pt x="591" y="1741"/>
                    <a:pt x="1" y="2331"/>
                    <a:pt x="1" y="3039"/>
                  </a:cubicBezTo>
                  <a:lnTo>
                    <a:pt x="1" y="9944"/>
                  </a:lnTo>
                  <a:cubicBezTo>
                    <a:pt x="1" y="10652"/>
                    <a:pt x="591" y="11242"/>
                    <a:pt x="1299" y="11242"/>
                  </a:cubicBezTo>
                  <a:lnTo>
                    <a:pt x="2892" y="11242"/>
                  </a:lnTo>
                  <a:lnTo>
                    <a:pt x="2892" y="14311"/>
                  </a:lnTo>
                  <a:cubicBezTo>
                    <a:pt x="2892" y="14547"/>
                    <a:pt x="3099" y="14754"/>
                    <a:pt x="3335" y="14754"/>
                  </a:cubicBezTo>
                  <a:lnTo>
                    <a:pt x="14282" y="14754"/>
                  </a:lnTo>
                  <a:cubicBezTo>
                    <a:pt x="14518" y="14754"/>
                    <a:pt x="14725" y="14577"/>
                    <a:pt x="14725" y="14311"/>
                  </a:cubicBezTo>
                  <a:lnTo>
                    <a:pt x="14725" y="9147"/>
                  </a:lnTo>
                  <a:cubicBezTo>
                    <a:pt x="14725" y="8911"/>
                    <a:pt x="14518" y="8705"/>
                    <a:pt x="14282" y="8705"/>
                  </a:cubicBezTo>
                  <a:lnTo>
                    <a:pt x="13574" y="8705"/>
                  </a:lnTo>
                  <a:lnTo>
                    <a:pt x="13574" y="3039"/>
                  </a:lnTo>
                  <a:cubicBezTo>
                    <a:pt x="13574" y="2302"/>
                    <a:pt x="12984" y="1741"/>
                    <a:pt x="12276" y="1741"/>
                  </a:cubicBezTo>
                  <a:lnTo>
                    <a:pt x="8941" y="1741"/>
                  </a:lnTo>
                  <a:lnTo>
                    <a:pt x="8941" y="1298"/>
                  </a:lnTo>
                  <a:cubicBezTo>
                    <a:pt x="8941" y="590"/>
                    <a:pt x="8381" y="0"/>
                    <a:pt x="7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4"/>
            <p:cNvSpPr/>
            <p:nvPr/>
          </p:nvSpPr>
          <p:spPr>
            <a:xfrm>
              <a:off x="4180377" y="1964968"/>
              <a:ext cx="47017" cy="23133"/>
            </a:xfrm>
            <a:custGeom>
              <a:avLst/>
              <a:gdLst/>
              <a:ahLst/>
              <a:cxnLst/>
              <a:rect l="l" t="t" r="r" b="b"/>
              <a:pathLst>
                <a:path w="1742" h="857" extrusionOk="0">
                  <a:moveTo>
                    <a:pt x="591" y="0"/>
                  </a:moveTo>
                  <a:cubicBezTo>
                    <a:pt x="1" y="0"/>
                    <a:pt x="1" y="856"/>
                    <a:pt x="591" y="856"/>
                  </a:cubicBezTo>
                  <a:lnTo>
                    <a:pt x="1152" y="856"/>
                  </a:lnTo>
                  <a:cubicBezTo>
                    <a:pt x="1742" y="856"/>
                    <a:pt x="1742" y="0"/>
                    <a:pt x="1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4"/>
            <p:cNvSpPr/>
            <p:nvPr/>
          </p:nvSpPr>
          <p:spPr>
            <a:xfrm>
              <a:off x="4366743" y="1964968"/>
              <a:ext cx="47017" cy="23133"/>
            </a:xfrm>
            <a:custGeom>
              <a:avLst/>
              <a:gdLst/>
              <a:ahLst/>
              <a:cxnLst/>
              <a:rect l="l" t="t" r="r" b="b"/>
              <a:pathLst>
                <a:path w="1742" h="857" extrusionOk="0">
                  <a:moveTo>
                    <a:pt x="591" y="0"/>
                  </a:moveTo>
                  <a:cubicBezTo>
                    <a:pt x="1" y="0"/>
                    <a:pt x="1" y="856"/>
                    <a:pt x="591" y="856"/>
                  </a:cubicBezTo>
                  <a:lnTo>
                    <a:pt x="1151" y="856"/>
                  </a:lnTo>
                  <a:cubicBezTo>
                    <a:pt x="1741" y="856"/>
                    <a:pt x="1741" y="0"/>
                    <a:pt x="1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0" name="Google Shape;3600;p74"/>
          <p:cNvSpPr/>
          <p:nvPr/>
        </p:nvSpPr>
        <p:spPr>
          <a:xfrm>
            <a:off x="4722741" y="1659925"/>
            <a:ext cx="418129" cy="399057"/>
          </a:xfrm>
          <a:custGeom>
            <a:avLst/>
            <a:gdLst/>
            <a:ahLst/>
            <a:cxnLst/>
            <a:rect l="l" t="t" r="r" b="b"/>
            <a:pathLst>
              <a:path w="15492" h="14784" extrusionOk="0">
                <a:moveTo>
                  <a:pt x="7086" y="885"/>
                </a:moveTo>
                <a:cubicBezTo>
                  <a:pt x="8273" y="885"/>
                  <a:pt x="8814" y="2427"/>
                  <a:pt x="7849" y="3187"/>
                </a:cubicBezTo>
                <a:lnTo>
                  <a:pt x="6758" y="3187"/>
                </a:lnTo>
                <a:cubicBezTo>
                  <a:pt x="5990" y="3187"/>
                  <a:pt x="5253" y="2803"/>
                  <a:pt x="4781" y="2213"/>
                </a:cubicBezTo>
                <a:cubicBezTo>
                  <a:pt x="4696" y="2092"/>
                  <a:pt x="4571" y="2035"/>
                  <a:pt x="4448" y="2035"/>
                </a:cubicBezTo>
                <a:cubicBezTo>
                  <a:pt x="4270" y="2035"/>
                  <a:pt x="4095" y="2152"/>
                  <a:pt x="4043" y="2361"/>
                </a:cubicBezTo>
                <a:lnTo>
                  <a:pt x="4043" y="2390"/>
                </a:lnTo>
                <a:cubicBezTo>
                  <a:pt x="3930" y="2842"/>
                  <a:pt x="3519" y="3159"/>
                  <a:pt x="3070" y="3159"/>
                </a:cubicBezTo>
                <a:cubicBezTo>
                  <a:pt x="3050" y="3159"/>
                  <a:pt x="3030" y="3159"/>
                  <a:pt x="3010" y="3157"/>
                </a:cubicBezTo>
                <a:lnTo>
                  <a:pt x="3010" y="3187"/>
                </a:lnTo>
                <a:lnTo>
                  <a:pt x="2568" y="3187"/>
                </a:lnTo>
                <a:lnTo>
                  <a:pt x="2568" y="2154"/>
                </a:lnTo>
                <a:cubicBezTo>
                  <a:pt x="2568" y="1446"/>
                  <a:pt x="3158" y="885"/>
                  <a:pt x="3866" y="885"/>
                </a:cubicBezTo>
                <a:lnTo>
                  <a:pt x="7053" y="885"/>
                </a:lnTo>
                <a:cubicBezTo>
                  <a:pt x="7064" y="885"/>
                  <a:pt x="7075" y="885"/>
                  <a:pt x="7086" y="885"/>
                </a:cubicBezTo>
                <a:close/>
                <a:moveTo>
                  <a:pt x="2568" y="4043"/>
                </a:moveTo>
                <a:lnTo>
                  <a:pt x="2568" y="4898"/>
                </a:lnTo>
                <a:lnTo>
                  <a:pt x="2449" y="4898"/>
                </a:lnTo>
                <a:cubicBezTo>
                  <a:pt x="1918" y="4869"/>
                  <a:pt x="1918" y="4102"/>
                  <a:pt x="2449" y="4043"/>
                </a:cubicBezTo>
                <a:close/>
                <a:moveTo>
                  <a:pt x="8203" y="4043"/>
                </a:moveTo>
                <a:cubicBezTo>
                  <a:pt x="8439" y="4043"/>
                  <a:pt x="8617" y="4220"/>
                  <a:pt x="8617" y="4456"/>
                </a:cubicBezTo>
                <a:cubicBezTo>
                  <a:pt x="8617" y="4692"/>
                  <a:pt x="8439" y="4898"/>
                  <a:pt x="8203" y="4898"/>
                </a:cubicBezTo>
                <a:lnTo>
                  <a:pt x="8056" y="4898"/>
                </a:lnTo>
                <a:lnTo>
                  <a:pt x="8056" y="4043"/>
                </a:lnTo>
                <a:close/>
                <a:moveTo>
                  <a:pt x="4574" y="3216"/>
                </a:moveTo>
                <a:cubicBezTo>
                  <a:pt x="5194" y="3747"/>
                  <a:pt x="5961" y="4043"/>
                  <a:pt x="6758" y="4043"/>
                </a:cubicBezTo>
                <a:lnTo>
                  <a:pt x="7200" y="4043"/>
                </a:lnTo>
                <a:lnTo>
                  <a:pt x="7200" y="5636"/>
                </a:lnTo>
                <a:cubicBezTo>
                  <a:pt x="7230" y="6698"/>
                  <a:pt x="6374" y="7583"/>
                  <a:pt x="5312" y="7583"/>
                </a:cubicBezTo>
                <a:cubicBezTo>
                  <a:pt x="4249" y="7583"/>
                  <a:pt x="3394" y="6698"/>
                  <a:pt x="3453" y="5636"/>
                </a:cubicBezTo>
                <a:lnTo>
                  <a:pt x="3453" y="3984"/>
                </a:lnTo>
                <a:cubicBezTo>
                  <a:pt x="3895" y="3895"/>
                  <a:pt x="4308" y="3600"/>
                  <a:pt x="4574" y="3216"/>
                </a:cubicBezTo>
                <a:close/>
                <a:moveTo>
                  <a:pt x="12275" y="7259"/>
                </a:moveTo>
                <a:lnTo>
                  <a:pt x="11980" y="8115"/>
                </a:lnTo>
                <a:lnTo>
                  <a:pt x="10889" y="8115"/>
                </a:lnTo>
                <a:lnTo>
                  <a:pt x="10594" y="7259"/>
                </a:lnTo>
                <a:close/>
                <a:moveTo>
                  <a:pt x="5931" y="8292"/>
                </a:moveTo>
                <a:lnTo>
                  <a:pt x="5312" y="9354"/>
                </a:lnTo>
                <a:lnTo>
                  <a:pt x="4722" y="8292"/>
                </a:lnTo>
                <a:lnTo>
                  <a:pt x="4722" y="8292"/>
                </a:lnTo>
                <a:cubicBezTo>
                  <a:pt x="4851" y="8335"/>
                  <a:pt x="4997" y="8362"/>
                  <a:pt x="5146" y="8362"/>
                </a:cubicBezTo>
                <a:cubicBezTo>
                  <a:pt x="5201" y="8362"/>
                  <a:pt x="5256" y="8359"/>
                  <a:pt x="5312" y="8351"/>
                </a:cubicBezTo>
                <a:cubicBezTo>
                  <a:pt x="5367" y="8359"/>
                  <a:pt x="5422" y="8362"/>
                  <a:pt x="5478" y="8362"/>
                </a:cubicBezTo>
                <a:cubicBezTo>
                  <a:pt x="5629" y="8362"/>
                  <a:pt x="5780" y="8335"/>
                  <a:pt x="5931" y="8292"/>
                </a:cubicBezTo>
                <a:close/>
                <a:moveTo>
                  <a:pt x="6610" y="8852"/>
                </a:moveTo>
                <a:lnTo>
                  <a:pt x="7053" y="9206"/>
                </a:lnTo>
                <a:lnTo>
                  <a:pt x="6344" y="10446"/>
                </a:lnTo>
                <a:lnTo>
                  <a:pt x="5872" y="10092"/>
                </a:lnTo>
                <a:lnTo>
                  <a:pt x="6610" y="8852"/>
                </a:lnTo>
                <a:close/>
                <a:moveTo>
                  <a:pt x="4043" y="8852"/>
                </a:moveTo>
                <a:lnTo>
                  <a:pt x="4751" y="10121"/>
                </a:lnTo>
                <a:lnTo>
                  <a:pt x="4308" y="10475"/>
                </a:lnTo>
                <a:lnTo>
                  <a:pt x="3571" y="9206"/>
                </a:lnTo>
                <a:lnTo>
                  <a:pt x="4043" y="8852"/>
                </a:lnTo>
                <a:close/>
                <a:moveTo>
                  <a:pt x="2774" y="9531"/>
                </a:moveTo>
                <a:lnTo>
                  <a:pt x="3777" y="11301"/>
                </a:lnTo>
                <a:cubicBezTo>
                  <a:pt x="3871" y="11451"/>
                  <a:pt x="4023" y="11529"/>
                  <a:pt x="4175" y="11529"/>
                </a:cubicBezTo>
                <a:cubicBezTo>
                  <a:pt x="4263" y="11529"/>
                  <a:pt x="4351" y="11503"/>
                  <a:pt x="4426" y="11449"/>
                </a:cubicBezTo>
                <a:lnTo>
                  <a:pt x="4899" y="11095"/>
                </a:lnTo>
                <a:lnTo>
                  <a:pt x="4899" y="13898"/>
                </a:lnTo>
                <a:lnTo>
                  <a:pt x="2568" y="13898"/>
                </a:lnTo>
                <a:lnTo>
                  <a:pt x="2568" y="12541"/>
                </a:lnTo>
                <a:cubicBezTo>
                  <a:pt x="2568" y="12260"/>
                  <a:pt x="2354" y="12120"/>
                  <a:pt x="2140" y="12120"/>
                </a:cubicBezTo>
                <a:cubicBezTo>
                  <a:pt x="1926" y="12120"/>
                  <a:pt x="1712" y="12260"/>
                  <a:pt x="1712" y="12541"/>
                </a:cubicBezTo>
                <a:lnTo>
                  <a:pt x="1712" y="13898"/>
                </a:lnTo>
                <a:lnTo>
                  <a:pt x="856" y="13898"/>
                </a:lnTo>
                <a:lnTo>
                  <a:pt x="856" y="11390"/>
                </a:lnTo>
                <a:cubicBezTo>
                  <a:pt x="856" y="10357"/>
                  <a:pt x="1682" y="9531"/>
                  <a:pt x="2715" y="9531"/>
                </a:cubicBezTo>
                <a:close/>
                <a:moveTo>
                  <a:pt x="7908" y="9531"/>
                </a:moveTo>
                <a:cubicBezTo>
                  <a:pt x="8351" y="9531"/>
                  <a:pt x="8764" y="9649"/>
                  <a:pt x="9089" y="9914"/>
                </a:cubicBezTo>
                <a:lnTo>
                  <a:pt x="8587" y="10623"/>
                </a:lnTo>
                <a:cubicBezTo>
                  <a:pt x="7879" y="11626"/>
                  <a:pt x="7967" y="12983"/>
                  <a:pt x="8794" y="13898"/>
                </a:cubicBezTo>
                <a:lnTo>
                  <a:pt x="5754" y="13898"/>
                </a:lnTo>
                <a:lnTo>
                  <a:pt x="5754" y="11095"/>
                </a:lnTo>
                <a:lnTo>
                  <a:pt x="6226" y="11449"/>
                </a:lnTo>
                <a:cubicBezTo>
                  <a:pt x="6302" y="11503"/>
                  <a:pt x="6390" y="11529"/>
                  <a:pt x="6476" y="11529"/>
                </a:cubicBezTo>
                <a:cubicBezTo>
                  <a:pt x="6626" y="11529"/>
                  <a:pt x="6771" y="11451"/>
                  <a:pt x="6846" y="11301"/>
                </a:cubicBezTo>
                <a:lnTo>
                  <a:pt x="7879" y="9531"/>
                </a:lnTo>
                <a:close/>
                <a:moveTo>
                  <a:pt x="12039" y="9000"/>
                </a:moveTo>
                <a:lnTo>
                  <a:pt x="13515" y="11124"/>
                </a:lnTo>
                <a:cubicBezTo>
                  <a:pt x="14341" y="12305"/>
                  <a:pt x="13515" y="13898"/>
                  <a:pt x="12098" y="13898"/>
                </a:cubicBezTo>
                <a:lnTo>
                  <a:pt x="10741" y="13898"/>
                </a:lnTo>
                <a:cubicBezTo>
                  <a:pt x="9325" y="13898"/>
                  <a:pt x="8469" y="12305"/>
                  <a:pt x="9295" y="11124"/>
                </a:cubicBezTo>
                <a:lnTo>
                  <a:pt x="10771" y="9000"/>
                </a:lnTo>
                <a:close/>
                <a:moveTo>
                  <a:pt x="3866" y="0"/>
                </a:moveTo>
                <a:cubicBezTo>
                  <a:pt x="2686" y="0"/>
                  <a:pt x="1712" y="974"/>
                  <a:pt x="1712" y="2154"/>
                </a:cubicBezTo>
                <a:lnTo>
                  <a:pt x="1712" y="3393"/>
                </a:lnTo>
                <a:cubicBezTo>
                  <a:pt x="650" y="4102"/>
                  <a:pt x="1151" y="5754"/>
                  <a:pt x="2420" y="5783"/>
                </a:cubicBezTo>
                <a:lnTo>
                  <a:pt x="2568" y="5783"/>
                </a:lnTo>
                <a:cubicBezTo>
                  <a:pt x="2627" y="6610"/>
                  <a:pt x="3040" y="7377"/>
                  <a:pt x="3718" y="7849"/>
                </a:cubicBezTo>
                <a:lnTo>
                  <a:pt x="3718" y="7997"/>
                </a:lnTo>
                <a:lnTo>
                  <a:pt x="2863" y="8646"/>
                </a:lnTo>
                <a:lnTo>
                  <a:pt x="2715" y="8646"/>
                </a:lnTo>
                <a:cubicBezTo>
                  <a:pt x="1210" y="8646"/>
                  <a:pt x="0" y="9885"/>
                  <a:pt x="0" y="11390"/>
                </a:cubicBezTo>
                <a:lnTo>
                  <a:pt x="0" y="14341"/>
                </a:lnTo>
                <a:cubicBezTo>
                  <a:pt x="0" y="14577"/>
                  <a:pt x="177" y="14783"/>
                  <a:pt x="413" y="14783"/>
                </a:cubicBezTo>
                <a:lnTo>
                  <a:pt x="12128" y="14783"/>
                </a:lnTo>
                <a:cubicBezTo>
                  <a:pt x="14252" y="14783"/>
                  <a:pt x="15492" y="12393"/>
                  <a:pt x="14282" y="10652"/>
                </a:cubicBezTo>
                <a:lnTo>
                  <a:pt x="14282" y="10623"/>
                </a:lnTo>
                <a:lnTo>
                  <a:pt x="13102" y="8970"/>
                </a:lnTo>
                <a:cubicBezTo>
                  <a:pt x="13308" y="8911"/>
                  <a:pt x="13456" y="8734"/>
                  <a:pt x="13456" y="8557"/>
                </a:cubicBezTo>
                <a:cubicBezTo>
                  <a:pt x="13456" y="8292"/>
                  <a:pt x="13249" y="8115"/>
                  <a:pt x="13013" y="8115"/>
                </a:cubicBezTo>
                <a:lnTo>
                  <a:pt x="12895" y="8115"/>
                </a:lnTo>
                <a:lnTo>
                  <a:pt x="13279" y="6964"/>
                </a:lnTo>
                <a:cubicBezTo>
                  <a:pt x="13338" y="6816"/>
                  <a:pt x="13308" y="6669"/>
                  <a:pt x="13220" y="6580"/>
                </a:cubicBezTo>
                <a:cubicBezTo>
                  <a:pt x="13131" y="6433"/>
                  <a:pt x="12984" y="6374"/>
                  <a:pt x="12836" y="6374"/>
                </a:cubicBezTo>
                <a:lnTo>
                  <a:pt x="9974" y="6374"/>
                </a:lnTo>
                <a:cubicBezTo>
                  <a:pt x="9679" y="6374"/>
                  <a:pt x="9472" y="6669"/>
                  <a:pt x="9561" y="6964"/>
                </a:cubicBezTo>
                <a:lnTo>
                  <a:pt x="9915" y="8115"/>
                </a:lnTo>
                <a:lnTo>
                  <a:pt x="9797" y="8115"/>
                </a:lnTo>
                <a:cubicBezTo>
                  <a:pt x="9561" y="8115"/>
                  <a:pt x="9384" y="8321"/>
                  <a:pt x="9384" y="8557"/>
                </a:cubicBezTo>
                <a:cubicBezTo>
                  <a:pt x="9384" y="8764"/>
                  <a:pt x="9531" y="8941"/>
                  <a:pt x="9738" y="8970"/>
                </a:cubicBezTo>
                <a:lnTo>
                  <a:pt x="9561" y="9206"/>
                </a:lnTo>
                <a:cubicBezTo>
                  <a:pt x="9118" y="8847"/>
                  <a:pt x="8572" y="8643"/>
                  <a:pt x="8020" y="8643"/>
                </a:cubicBezTo>
                <a:cubicBezTo>
                  <a:pt x="7983" y="8643"/>
                  <a:pt x="7946" y="8644"/>
                  <a:pt x="7908" y="8646"/>
                </a:cubicBezTo>
                <a:lnTo>
                  <a:pt x="7761" y="8646"/>
                </a:lnTo>
                <a:lnTo>
                  <a:pt x="6905" y="7997"/>
                </a:lnTo>
                <a:lnTo>
                  <a:pt x="6905" y="7849"/>
                </a:lnTo>
                <a:cubicBezTo>
                  <a:pt x="7584" y="7377"/>
                  <a:pt x="7997" y="6610"/>
                  <a:pt x="8056" y="5783"/>
                </a:cubicBezTo>
                <a:lnTo>
                  <a:pt x="8203" y="5783"/>
                </a:lnTo>
                <a:cubicBezTo>
                  <a:pt x="9502" y="5754"/>
                  <a:pt x="9974" y="4013"/>
                  <a:pt x="8853" y="3364"/>
                </a:cubicBezTo>
                <a:cubicBezTo>
                  <a:pt x="9797" y="1918"/>
                  <a:pt x="8764" y="0"/>
                  <a:pt x="70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4"/>
          <p:cNvSpPr/>
          <p:nvPr/>
        </p:nvSpPr>
        <p:spPr>
          <a:xfrm>
            <a:off x="5527097" y="1754696"/>
            <a:ext cx="23130" cy="47021"/>
          </a:xfrm>
          <a:custGeom>
            <a:avLst/>
            <a:gdLst/>
            <a:ahLst/>
            <a:cxnLst/>
            <a:rect l="l" t="t" r="r" b="b"/>
            <a:pathLst>
              <a:path w="857" h="1742" extrusionOk="0">
                <a:moveTo>
                  <a:pt x="429" y="0"/>
                </a:moveTo>
                <a:cubicBezTo>
                  <a:pt x="215" y="0"/>
                  <a:pt x="1" y="148"/>
                  <a:pt x="1" y="443"/>
                </a:cubicBezTo>
                <a:lnTo>
                  <a:pt x="1" y="1299"/>
                </a:lnTo>
                <a:cubicBezTo>
                  <a:pt x="1" y="1535"/>
                  <a:pt x="178" y="1741"/>
                  <a:pt x="414" y="1741"/>
                </a:cubicBezTo>
                <a:cubicBezTo>
                  <a:pt x="650" y="1741"/>
                  <a:pt x="857" y="1535"/>
                  <a:pt x="857" y="1299"/>
                </a:cubicBezTo>
                <a:lnTo>
                  <a:pt x="857" y="443"/>
                </a:lnTo>
                <a:cubicBezTo>
                  <a:pt x="857" y="148"/>
                  <a:pt x="643"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4"/>
          <p:cNvSpPr/>
          <p:nvPr/>
        </p:nvSpPr>
        <p:spPr>
          <a:xfrm>
            <a:off x="5620294" y="1755884"/>
            <a:ext cx="23103" cy="45833"/>
          </a:xfrm>
          <a:custGeom>
            <a:avLst/>
            <a:gdLst/>
            <a:ahLst/>
            <a:cxnLst/>
            <a:rect l="l" t="t" r="r" b="b"/>
            <a:pathLst>
              <a:path w="856" h="1698" extrusionOk="0">
                <a:moveTo>
                  <a:pt x="417" y="1"/>
                </a:moveTo>
                <a:cubicBezTo>
                  <a:pt x="214" y="1"/>
                  <a:pt x="15" y="133"/>
                  <a:pt x="0" y="399"/>
                </a:cubicBezTo>
                <a:lnTo>
                  <a:pt x="0" y="1255"/>
                </a:lnTo>
                <a:cubicBezTo>
                  <a:pt x="0" y="1491"/>
                  <a:pt x="177" y="1697"/>
                  <a:pt x="413" y="1697"/>
                </a:cubicBezTo>
                <a:cubicBezTo>
                  <a:pt x="679" y="1697"/>
                  <a:pt x="856" y="1491"/>
                  <a:pt x="856" y="1255"/>
                </a:cubicBezTo>
                <a:lnTo>
                  <a:pt x="856" y="399"/>
                </a:lnTo>
                <a:cubicBezTo>
                  <a:pt x="826" y="133"/>
                  <a:pt x="62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4"/>
          <p:cNvSpPr/>
          <p:nvPr/>
        </p:nvSpPr>
        <p:spPr>
          <a:xfrm>
            <a:off x="5573304" y="1754696"/>
            <a:ext cx="23913" cy="47021"/>
          </a:xfrm>
          <a:custGeom>
            <a:avLst/>
            <a:gdLst/>
            <a:ahLst/>
            <a:cxnLst/>
            <a:rect l="l" t="t" r="r" b="b"/>
            <a:pathLst>
              <a:path w="886" h="1742" extrusionOk="0">
                <a:moveTo>
                  <a:pt x="443" y="0"/>
                </a:moveTo>
                <a:cubicBezTo>
                  <a:pt x="222" y="0"/>
                  <a:pt x="0" y="148"/>
                  <a:pt x="0" y="443"/>
                </a:cubicBezTo>
                <a:lnTo>
                  <a:pt x="0" y="1299"/>
                </a:lnTo>
                <a:cubicBezTo>
                  <a:pt x="0" y="1535"/>
                  <a:pt x="207" y="1741"/>
                  <a:pt x="443" y="1741"/>
                </a:cubicBezTo>
                <a:cubicBezTo>
                  <a:pt x="679" y="1741"/>
                  <a:pt x="886" y="1535"/>
                  <a:pt x="886" y="1299"/>
                </a:cubicBezTo>
                <a:lnTo>
                  <a:pt x="886" y="443"/>
                </a:lnTo>
                <a:cubicBezTo>
                  <a:pt x="886" y="148"/>
                  <a:pt x="664"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4"/>
          <p:cNvSpPr/>
          <p:nvPr/>
        </p:nvSpPr>
        <p:spPr>
          <a:xfrm>
            <a:off x="5527097" y="1824795"/>
            <a:ext cx="23130" cy="46994"/>
          </a:xfrm>
          <a:custGeom>
            <a:avLst/>
            <a:gdLst/>
            <a:ahLst/>
            <a:cxnLst/>
            <a:rect l="l" t="t" r="r" b="b"/>
            <a:pathLst>
              <a:path w="857" h="1741" extrusionOk="0">
                <a:moveTo>
                  <a:pt x="429" y="0"/>
                </a:moveTo>
                <a:cubicBezTo>
                  <a:pt x="215" y="0"/>
                  <a:pt x="1" y="148"/>
                  <a:pt x="1" y="443"/>
                </a:cubicBezTo>
                <a:lnTo>
                  <a:pt x="1" y="1298"/>
                </a:lnTo>
                <a:cubicBezTo>
                  <a:pt x="1" y="1534"/>
                  <a:pt x="178" y="1741"/>
                  <a:pt x="414" y="1741"/>
                </a:cubicBezTo>
                <a:cubicBezTo>
                  <a:pt x="650" y="1741"/>
                  <a:pt x="857" y="1534"/>
                  <a:pt x="857" y="1298"/>
                </a:cubicBezTo>
                <a:lnTo>
                  <a:pt x="857" y="443"/>
                </a:lnTo>
                <a:cubicBezTo>
                  <a:pt x="857" y="148"/>
                  <a:pt x="643"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4"/>
          <p:cNvSpPr/>
          <p:nvPr/>
        </p:nvSpPr>
        <p:spPr>
          <a:xfrm>
            <a:off x="5620294" y="1825983"/>
            <a:ext cx="23103" cy="45806"/>
          </a:xfrm>
          <a:custGeom>
            <a:avLst/>
            <a:gdLst/>
            <a:ahLst/>
            <a:cxnLst/>
            <a:rect l="l" t="t" r="r" b="b"/>
            <a:pathLst>
              <a:path w="856" h="1697" extrusionOk="0">
                <a:moveTo>
                  <a:pt x="417" y="0"/>
                </a:moveTo>
                <a:cubicBezTo>
                  <a:pt x="214" y="0"/>
                  <a:pt x="15" y="133"/>
                  <a:pt x="0" y="399"/>
                </a:cubicBezTo>
                <a:lnTo>
                  <a:pt x="0" y="1254"/>
                </a:lnTo>
                <a:cubicBezTo>
                  <a:pt x="0" y="1490"/>
                  <a:pt x="177" y="1697"/>
                  <a:pt x="413" y="1697"/>
                </a:cubicBezTo>
                <a:cubicBezTo>
                  <a:pt x="679" y="1697"/>
                  <a:pt x="856" y="1490"/>
                  <a:pt x="856" y="1254"/>
                </a:cubicBezTo>
                <a:lnTo>
                  <a:pt x="856" y="399"/>
                </a:lnTo>
                <a:cubicBezTo>
                  <a:pt x="826" y="133"/>
                  <a:pt x="62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4"/>
          <p:cNvSpPr/>
          <p:nvPr/>
        </p:nvSpPr>
        <p:spPr>
          <a:xfrm>
            <a:off x="5573304" y="1824795"/>
            <a:ext cx="23913" cy="46994"/>
          </a:xfrm>
          <a:custGeom>
            <a:avLst/>
            <a:gdLst/>
            <a:ahLst/>
            <a:cxnLst/>
            <a:rect l="l" t="t" r="r" b="b"/>
            <a:pathLst>
              <a:path w="886" h="1741" extrusionOk="0">
                <a:moveTo>
                  <a:pt x="443" y="0"/>
                </a:moveTo>
                <a:cubicBezTo>
                  <a:pt x="222" y="0"/>
                  <a:pt x="0" y="148"/>
                  <a:pt x="0" y="443"/>
                </a:cubicBezTo>
                <a:lnTo>
                  <a:pt x="0" y="1298"/>
                </a:lnTo>
                <a:cubicBezTo>
                  <a:pt x="0" y="1534"/>
                  <a:pt x="207" y="1741"/>
                  <a:pt x="443" y="1741"/>
                </a:cubicBezTo>
                <a:cubicBezTo>
                  <a:pt x="679" y="1741"/>
                  <a:pt x="886" y="1534"/>
                  <a:pt x="886" y="1298"/>
                </a:cubicBezTo>
                <a:lnTo>
                  <a:pt x="886" y="443"/>
                </a:lnTo>
                <a:cubicBezTo>
                  <a:pt x="886" y="148"/>
                  <a:pt x="664"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4"/>
          <p:cNvSpPr/>
          <p:nvPr/>
        </p:nvSpPr>
        <p:spPr>
          <a:xfrm>
            <a:off x="5527097" y="1894868"/>
            <a:ext cx="23130" cy="47021"/>
          </a:xfrm>
          <a:custGeom>
            <a:avLst/>
            <a:gdLst/>
            <a:ahLst/>
            <a:cxnLst/>
            <a:rect l="l" t="t" r="r" b="b"/>
            <a:pathLst>
              <a:path w="857" h="1742" extrusionOk="0">
                <a:moveTo>
                  <a:pt x="429" y="1"/>
                </a:moveTo>
                <a:cubicBezTo>
                  <a:pt x="215" y="1"/>
                  <a:pt x="1" y="148"/>
                  <a:pt x="1" y="443"/>
                </a:cubicBezTo>
                <a:lnTo>
                  <a:pt x="1" y="1299"/>
                </a:lnTo>
                <a:cubicBezTo>
                  <a:pt x="1" y="1535"/>
                  <a:pt x="178" y="1742"/>
                  <a:pt x="414" y="1742"/>
                </a:cubicBezTo>
                <a:cubicBezTo>
                  <a:pt x="650" y="1742"/>
                  <a:pt x="857" y="1535"/>
                  <a:pt x="857" y="1299"/>
                </a:cubicBezTo>
                <a:lnTo>
                  <a:pt x="857" y="443"/>
                </a:lnTo>
                <a:cubicBezTo>
                  <a:pt x="857" y="148"/>
                  <a:pt x="643"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4"/>
          <p:cNvSpPr/>
          <p:nvPr/>
        </p:nvSpPr>
        <p:spPr>
          <a:xfrm>
            <a:off x="5620294" y="1896056"/>
            <a:ext cx="23103" cy="45833"/>
          </a:xfrm>
          <a:custGeom>
            <a:avLst/>
            <a:gdLst/>
            <a:ahLst/>
            <a:cxnLst/>
            <a:rect l="l" t="t" r="r" b="b"/>
            <a:pathLst>
              <a:path w="856" h="1698" extrusionOk="0">
                <a:moveTo>
                  <a:pt x="417" y="1"/>
                </a:moveTo>
                <a:cubicBezTo>
                  <a:pt x="214" y="1"/>
                  <a:pt x="15" y="134"/>
                  <a:pt x="0" y="399"/>
                </a:cubicBezTo>
                <a:lnTo>
                  <a:pt x="0" y="1255"/>
                </a:lnTo>
                <a:cubicBezTo>
                  <a:pt x="0" y="1491"/>
                  <a:pt x="177" y="1698"/>
                  <a:pt x="413" y="1698"/>
                </a:cubicBezTo>
                <a:cubicBezTo>
                  <a:pt x="679" y="1698"/>
                  <a:pt x="856" y="1491"/>
                  <a:pt x="856" y="1255"/>
                </a:cubicBezTo>
                <a:lnTo>
                  <a:pt x="856" y="399"/>
                </a:lnTo>
                <a:cubicBezTo>
                  <a:pt x="826" y="134"/>
                  <a:pt x="62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4"/>
          <p:cNvSpPr/>
          <p:nvPr/>
        </p:nvSpPr>
        <p:spPr>
          <a:xfrm>
            <a:off x="5573304" y="1894868"/>
            <a:ext cx="23913" cy="47021"/>
          </a:xfrm>
          <a:custGeom>
            <a:avLst/>
            <a:gdLst/>
            <a:ahLst/>
            <a:cxnLst/>
            <a:rect l="l" t="t" r="r" b="b"/>
            <a:pathLst>
              <a:path w="886" h="1742" extrusionOk="0">
                <a:moveTo>
                  <a:pt x="443" y="1"/>
                </a:moveTo>
                <a:cubicBezTo>
                  <a:pt x="222" y="1"/>
                  <a:pt x="0" y="148"/>
                  <a:pt x="0" y="443"/>
                </a:cubicBezTo>
                <a:lnTo>
                  <a:pt x="0" y="1299"/>
                </a:lnTo>
                <a:cubicBezTo>
                  <a:pt x="0" y="1535"/>
                  <a:pt x="207" y="1742"/>
                  <a:pt x="443" y="1742"/>
                </a:cubicBezTo>
                <a:cubicBezTo>
                  <a:pt x="679" y="1742"/>
                  <a:pt x="886" y="1535"/>
                  <a:pt x="886" y="1299"/>
                </a:cubicBezTo>
                <a:lnTo>
                  <a:pt x="886" y="443"/>
                </a:lnTo>
                <a:cubicBezTo>
                  <a:pt x="886" y="148"/>
                  <a:pt x="664" y="1"/>
                  <a:pt x="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4"/>
          <p:cNvSpPr/>
          <p:nvPr/>
        </p:nvSpPr>
        <p:spPr>
          <a:xfrm>
            <a:off x="5433118" y="1825983"/>
            <a:ext cx="23940" cy="45806"/>
          </a:xfrm>
          <a:custGeom>
            <a:avLst/>
            <a:gdLst/>
            <a:ahLst/>
            <a:cxnLst/>
            <a:rect l="l" t="t" r="r" b="b"/>
            <a:pathLst>
              <a:path w="887" h="1697" extrusionOk="0">
                <a:moveTo>
                  <a:pt x="444" y="0"/>
                </a:moveTo>
                <a:cubicBezTo>
                  <a:pt x="237" y="0"/>
                  <a:pt x="31" y="133"/>
                  <a:pt x="1" y="399"/>
                </a:cubicBezTo>
                <a:lnTo>
                  <a:pt x="1" y="1254"/>
                </a:lnTo>
                <a:cubicBezTo>
                  <a:pt x="1" y="1490"/>
                  <a:pt x="208" y="1697"/>
                  <a:pt x="444" y="1697"/>
                </a:cubicBezTo>
                <a:cubicBezTo>
                  <a:pt x="680" y="1697"/>
                  <a:pt x="886" y="1490"/>
                  <a:pt x="886" y="1254"/>
                </a:cubicBezTo>
                <a:lnTo>
                  <a:pt x="886" y="399"/>
                </a:lnTo>
                <a:cubicBezTo>
                  <a:pt x="857" y="133"/>
                  <a:pt x="650" y="0"/>
                  <a:pt x="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4"/>
          <p:cNvSpPr/>
          <p:nvPr/>
        </p:nvSpPr>
        <p:spPr>
          <a:xfrm>
            <a:off x="5433118" y="1896056"/>
            <a:ext cx="23940" cy="45833"/>
          </a:xfrm>
          <a:custGeom>
            <a:avLst/>
            <a:gdLst/>
            <a:ahLst/>
            <a:cxnLst/>
            <a:rect l="l" t="t" r="r" b="b"/>
            <a:pathLst>
              <a:path w="887" h="1698" extrusionOk="0">
                <a:moveTo>
                  <a:pt x="444" y="1"/>
                </a:moveTo>
                <a:cubicBezTo>
                  <a:pt x="237" y="1"/>
                  <a:pt x="31" y="134"/>
                  <a:pt x="1" y="399"/>
                </a:cubicBezTo>
                <a:lnTo>
                  <a:pt x="1" y="1255"/>
                </a:lnTo>
                <a:cubicBezTo>
                  <a:pt x="1" y="1491"/>
                  <a:pt x="208" y="1698"/>
                  <a:pt x="444" y="1698"/>
                </a:cubicBezTo>
                <a:cubicBezTo>
                  <a:pt x="680" y="1698"/>
                  <a:pt x="886" y="1491"/>
                  <a:pt x="886" y="1255"/>
                </a:cubicBezTo>
                <a:lnTo>
                  <a:pt x="886" y="399"/>
                </a:lnTo>
                <a:cubicBezTo>
                  <a:pt x="857" y="134"/>
                  <a:pt x="650" y="1"/>
                  <a:pt x="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4"/>
          <p:cNvSpPr/>
          <p:nvPr/>
        </p:nvSpPr>
        <p:spPr>
          <a:xfrm>
            <a:off x="5433118" y="1965966"/>
            <a:ext cx="23940" cy="45212"/>
          </a:xfrm>
          <a:custGeom>
            <a:avLst/>
            <a:gdLst/>
            <a:ahLst/>
            <a:cxnLst/>
            <a:rect l="l" t="t" r="r" b="b"/>
            <a:pathLst>
              <a:path w="887" h="1675" extrusionOk="0">
                <a:moveTo>
                  <a:pt x="444" y="0"/>
                </a:moveTo>
                <a:cubicBezTo>
                  <a:pt x="237" y="0"/>
                  <a:pt x="31" y="126"/>
                  <a:pt x="1" y="376"/>
                </a:cubicBezTo>
                <a:lnTo>
                  <a:pt x="1" y="1262"/>
                </a:lnTo>
                <a:cubicBezTo>
                  <a:pt x="1" y="1498"/>
                  <a:pt x="208" y="1675"/>
                  <a:pt x="444" y="1675"/>
                </a:cubicBezTo>
                <a:cubicBezTo>
                  <a:pt x="680" y="1675"/>
                  <a:pt x="886" y="1498"/>
                  <a:pt x="886" y="1262"/>
                </a:cubicBezTo>
                <a:lnTo>
                  <a:pt x="886" y="376"/>
                </a:lnTo>
                <a:cubicBezTo>
                  <a:pt x="857" y="126"/>
                  <a:pt x="650" y="0"/>
                  <a:pt x="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4"/>
          <p:cNvSpPr/>
          <p:nvPr/>
        </p:nvSpPr>
        <p:spPr>
          <a:xfrm>
            <a:off x="5386156" y="1659925"/>
            <a:ext cx="397428" cy="398247"/>
          </a:xfrm>
          <a:custGeom>
            <a:avLst/>
            <a:gdLst/>
            <a:ahLst/>
            <a:cxnLst/>
            <a:rect l="l" t="t" r="r" b="b"/>
            <a:pathLst>
              <a:path w="14725" h="14754" extrusionOk="0">
                <a:moveTo>
                  <a:pt x="9236" y="856"/>
                </a:moveTo>
                <a:lnTo>
                  <a:pt x="9236" y="1770"/>
                </a:lnTo>
                <a:lnTo>
                  <a:pt x="5488" y="1770"/>
                </a:lnTo>
                <a:lnTo>
                  <a:pt x="5488" y="856"/>
                </a:lnTo>
                <a:close/>
                <a:moveTo>
                  <a:pt x="8085" y="12157"/>
                </a:moveTo>
                <a:lnTo>
                  <a:pt x="8085" y="13868"/>
                </a:lnTo>
                <a:lnTo>
                  <a:pt x="6639" y="13868"/>
                </a:lnTo>
                <a:lnTo>
                  <a:pt x="6639" y="12157"/>
                </a:lnTo>
                <a:close/>
                <a:moveTo>
                  <a:pt x="10387" y="2656"/>
                </a:moveTo>
                <a:lnTo>
                  <a:pt x="10387" y="13868"/>
                </a:lnTo>
                <a:lnTo>
                  <a:pt x="8941" y="13868"/>
                </a:lnTo>
                <a:lnTo>
                  <a:pt x="8941" y="11714"/>
                </a:lnTo>
                <a:cubicBezTo>
                  <a:pt x="8941" y="11478"/>
                  <a:pt x="8764" y="11272"/>
                  <a:pt x="8528" y="11272"/>
                </a:cubicBezTo>
                <a:lnTo>
                  <a:pt x="6197" y="11272"/>
                </a:lnTo>
                <a:cubicBezTo>
                  <a:pt x="5961" y="11272"/>
                  <a:pt x="5784" y="11478"/>
                  <a:pt x="5784" y="11714"/>
                </a:cubicBezTo>
                <a:lnTo>
                  <a:pt x="5784" y="13868"/>
                </a:lnTo>
                <a:lnTo>
                  <a:pt x="4338" y="13868"/>
                </a:lnTo>
                <a:lnTo>
                  <a:pt x="4338" y="2656"/>
                </a:lnTo>
                <a:close/>
                <a:moveTo>
                  <a:pt x="11272" y="4839"/>
                </a:moveTo>
                <a:lnTo>
                  <a:pt x="13839" y="5695"/>
                </a:lnTo>
                <a:lnTo>
                  <a:pt x="13839" y="13868"/>
                </a:lnTo>
                <a:lnTo>
                  <a:pt x="11272" y="13868"/>
                </a:lnTo>
                <a:lnTo>
                  <a:pt x="11272" y="4839"/>
                </a:lnTo>
                <a:close/>
                <a:moveTo>
                  <a:pt x="3482" y="4839"/>
                </a:moveTo>
                <a:lnTo>
                  <a:pt x="3482" y="13898"/>
                </a:lnTo>
                <a:lnTo>
                  <a:pt x="915" y="13898"/>
                </a:lnTo>
                <a:lnTo>
                  <a:pt x="915" y="5695"/>
                </a:lnTo>
                <a:lnTo>
                  <a:pt x="3482" y="4839"/>
                </a:lnTo>
                <a:close/>
                <a:moveTo>
                  <a:pt x="5075" y="0"/>
                </a:moveTo>
                <a:cubicBezTo>
                  <a:pt x="4839" y="0"/>
                  <a:pt x="4633" y="207"/>
                  <a:pt x="4633" y="443"/>
                </a:cubicBezTo>
                <a:lnTo>
                  <a:pt x="4633" y="1800"/>
                </a:lnTo>
                <a:lnTo>
                  <a:pt x="3895" y="1800"/>
                </a:lnTo>
                <a:cubicBezTo>
                  <a:pt x="3659" y="1800"/>
                  <a:pt x="3482" y="1977"/>
                  <a:pt x="3482" y="2213"/>
                </a:cubicBezTo>
                <a:lnTo>
                  <a:pt x="3482" y="3924"/>
                </a:lnTo>
                <a:lnTo>
                  <a:pt x="325" y="4987"/>
                </a:lnTo>
                <a:cubicBezTo>
                  <a:pt x="148" y="5046"/>
                  <a:pt x="0" y="5193"/>
                  <a:pt x="30" y="5400"/>
                </a:cubicBezTo>
                <a:lnTo>
                  <a:pt x="30" y="14311"/>
                </a:lnTo>
                <a:cubicBezTo>
                  <a:pt x="30" y="14547"/>
                  <a:pt x="207" y="14754"/>
                  <a:pt x="443" y="14754"/>
                </a:cubicBezTo>
                <a:lnTo>
                  <a:pt x="14282" y="14754"/>
                </a:lnTo>
                <a:cubicBezTo>
                  <a:pt x="14518" y="14754"/>
                  <a:pt x="14724" y="14547"/>
                  <a:pt x="14724" y="14311"/>
                </a:cubicBezTo>
                <a:lnTo>
                  <a:pt x="14724" y="5400"/>
                </a:lnTo>
                <a:cubicBezTo>
                  <a:pt x="14724" y="5193"/>
                  <a:pt x="14606" y="5046"/>
                  <a:pt x="14429" y="4987"/>
                </a:cubicBezTo>
                <a:lnTo>
                  <a:pt x="11272" y="3924"/>
                </a:lnTo>
                <a:lnTo>
                  <a:pt x="11272" y="2213"/>
                </a:lnTo>
                <a:cubicBezTo>
                  <a:pt x="11272" y="1977"/>
                  <a:pt x="11065" y="1800"/>
                  <a:pt x="10829" y="1800"/>
                </a:cubicBezTo>
                <a:lnTo>
                  <a:pt x="10092" y="1800"/>
                </a:lnTo>
                <a:lnTo>
                  <a:pt x="10092" y="443"/>
                </a:lnTo>
                <a:cubicBezTo>
                  <a:pt x="10092" y="207"/>
                  <a:pt x="9885" y="0"/>
                  <a:pt x="96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4"/>
          <p:cNvSpPr/>
          <p:nvPr/>
        </p:nvSpPr>
        <p:spPr>
          <a:xfrm>
            <a:off x="5713463" y="1824795"/>
            <a:ext cx="23130" cy="46994"/>
          </a:xfrm>
          <a:custGeom>
            <a:avLst/>
            <a:gdLst/>
            <a:ahLst/>
            <a:cxnLst/>
            <a:rect l="l" t="t" r="r" b="b"/>
            <a:pathLst>
              <a:path w="857" h="1741" extrusionOk="0">
                <a:moveTo>
                  <a:pt x="428" y="0"/>
                </a:moveTo>
                <a:cubicBezTo>
                  <a:pt x="215" y="0"/>
                  <a:pt x="1" y="148"/>
                  <a:pt x="1" y="443"/>
                </a:cubicBezTo>
                <a:lnTo>
                  <a:pt x="1" y="1298"/>
                </a:lnTo>
                <a:cubicBezTo>
                  <a:pt x="1" y="1534"/>
                  <a:pt x="207" y="1741"/>
                  <a:pt x="443" y="1741"/>
                </a:cubicBezTo>
                <a:cubicBezTo>
                  <a:pt x="679" y="1741"/>
                  <a:pt x="856" y="1534"/>
                  <a:pt x="856" y="1298"/>
                </a:cubicBezTo>
                <a:lnTo>
                  <a:pt x="856" y="443"/>
                </a:lnTo>
                <a:cubicBezTo>
                  <a:pt x="856" y="148"/>
                  <a:pt x="642" y="0"/>
                  <a:pt x="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4"/>
          <p:cNvSpPr/>
          <p:nvPr/>
        </p:nvSpPr>
        <p:spPr>
          <a:xfrm>
            <a:off x="5713463" y="1894868"/>
            <a:ext cx="23130" cy="47021"/>
          </a:xfrm>
          <a:custGeom>
            <a:avLst/>
            <a:gdLst/>
            <a:ahLst/>
            <a:cxnLst/>
            <a:rect l="l" t="t" r="r" b="b"/>
            <a:pathLst>
              <a:path w="857" h="1742" extrusionOk="0">
                <a:moveTo>
                  <a:pt x="428" y="1"/>
                </a:moveTo>
                <a:cubicBezTo>
                  <a:pt x="215" y="1"/>
                  <a:pt x="1" y="148"/>
                  <a:pt x="1" y="443"/>
                </a:cubicBezTo>
                <a:lnTo>
                  <a:pt x="1" y="1299"/>
                </a:lnTo>
                <a:cubicBezTo>
                  <a:pt x="1" y="1535"/>
                  <a:pt x="178" y="1742"/>
                  <a:pt x="443" y="1742"/>
                </a:cubicBezTo>
                <a:cubicBezTo>
                  <a:pt x="679" y="1742"/>
                  <a:pt x="856" y="1535"/>
                  <a:pt x="856" y="1299"/>
                </a:cubicBezTo>
                <a:lnTo>
                  <a:pt x="856" y="443"/>
                </a:lnTo>
                <a:cubicBezTo>
                  <a:pt x="856" y="148"/>
                  <a:pt x="642" y="1"/>
                  <a:pt x="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4"/>
          <p:cNvSpPr/>
          <p:nvPr/>
        </p:nvSpPr>
        <p:spPr>
          <a:xfrm>
            <a:off x="5713463" y="1964752"/>
            <a:ext cx="23130" cy="46427"/>
          </a:xfrm>
          <a:custGeom>
            <a:avLst/>
            <a:gdLst/>
            <a:ahLst/>
            <a:cxnLst/>
            <a:rect l="l" t="t" r="r" b="b"/>
            <a:pathLst>
              <a:path w="857" h="1720" extrusionOk="0">
                <a:moveTo>
                  <a:pt x="428" y="1"/>
                </a:moveTo>
                <a:cubicBezTo>
                  <a:pt x="215" y="1"/>
                  <a:pt x="1" y="141"/>
                  <a:pt x="1" y="421"/>
                </a:cubicBezTo>
                <a:lnTo>
                  <a:pt x="1" y="1307"/>
                </a:lnTo>
                <a:cubicBezTo>
                  <a:pt x="1" y="1543"/>
                  <a:pt x="207" y="1720"/>
                  <a:pt x="443" y="1720"/>
                </a:cubicBezTo>
                <a:cubicBezTo>
                  <a:pt x="679" y="1720"/>
                  <a:pt x="856" y="1543"/>
                  <a:pt x="856" y="1307"/>
                </a:cubicBezTo>
                <a:lnTo>
                  <a:pt x="856" y="421"/>
                </a:lnTo>
                <a:cubicBezTo>
                  <a:pt x="856" y="141"/>
                  <a:pt x="642" y="1"/>
                  <a:pt x="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 name="Google Shape;3617;p74"/>
          <p:cNvGrpSpPr/>
          <p:nvPr/>
        </p:nvGrpSpPr>
        <p:grpSpPr>
          <a:xfrm>
            <a:off x="6037613" y="1659925"/>
            <a:ext cx="411759" cy="398247"/>
            <a:chOff x="6037613" y="1659925"/>
            <a:chExt cx="411759" cy="398247"/>
          </a:xfrm>
        </p:grpSpPr>
        <p:sp>
          <p:nvSpPr>
            <p:cNvPr id="3618" name="Google Shape;3618;p74"/>
            <p:cNvSpPr/>
            <p:nvPr/>
          </p:nvSpPr>
          <p:spPr>
            <a:xfrm>
              <a:off x="6344220" y="1859832"/>
              <a:ext cx="23130" cy="23133"/>
            </a:xfrm>
            <a:custGeom>
              <a:avLst/>
              <a:gdLst/>
              <a:ahLst/>
              <a:cxnLst/>
              <a:rect l="l" t="t" r="r" b="b"/>
              <a:pathLst>
                <a:path w="857" h="857" extrusionOk="0">
                  <a:moveTo>
                    <a:pt x="443" y="0"/>
                  </a:moveTo>
                  <a:cubicBezTo>
                    <a:pt x="178" y="0"/>
                    <a:pt x="0" y="207"/>
                    <a:pt x="0" y="443"/>
                  </a:cubicBezTo>
                  <a:cubicBezTo>
                    <a:pt x="0" y="679"/>
                    <a:pt x="178" y="856"/>
                    <a:pt x="443" y="856"/>
                  </a:cubicBezTo>
                  <a:cubicBezTo>
                    <a:pt x="679" y="856"/>
                    <a:pt x="856" y="679"/>
                    <a:pt x="856" y="443"/>
                  </a:cubicBezTo>
                  <a:cubicBezTo>
                    <a:pt x="856" y="207"/>
                    <a:pt x="679"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4"/>
            <p:cNvSpPr/>
            <p:nvPr/>
          </p:nvSpPr>
          <p:spPr>
            <a:xfrm>
              <a:off x="6238311" y="1659925"/>
              <a:ext cx="23103" cy="46994"/>
            </a:xfrm>
            <a:custGeom>
              <a:avLst/>
              <a:gdLst/>
              <a:ahLst/>
              <a:cxnLst/>
              <a:rect l="l" t="t" r="r" b="b"/>
              <a:pathLst>
                <a:path w="856" h="1741" extrusionOk="0">
                  <a:moveTo>
                    <a:pt x="428" y="0"/>
                  </a:moveTo>
                  <a:cubicBezTo>
                    <a:pt x="214" y="0"/>
                    <a:pt x="0" y="148"/>
                    <a:pt x="0" y="443"/>
                  </a:cubicBezTo>
                  <a:lnTo>
                    <a:pt x="0" y="1298"/>
                  </a:lnTo>
                  <a:cubicBezTo>
                    <a:pt x="0" y="1534"/>
                    <a:pt x="177" y="1741"/>
                    <a:pt x="413" y="1741"/>
                  </a:cubicBezTo>
                  <a:cubicBezTo>
                    <a:pt x="649" y="1741"/>
                    <a:pt x="856" y="1534"/>
                    <a:pt x="856" y="1298"/>
                  </a:cubicBezTo>
                  <a:lnTo>
                    <a:pt x="856" y="443"/>
                  </a:lnTo>
                  <a:cubicBezTo>
                    <a:pt x="856" y="148"/>
                    <a:pt x="642" y="0"/>
                    <a:pt x="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4"/>
            <p:cNvSpPr/>
            <p:nvPr/>
          </p:nvSpPr>
          <p:spPr>
            <a:xfrm>
              <a:off x="6191321" y="1675635"/>
              <a:ext cx="23913" cy="46427"/>
            </a:xfrm>
            <a:custGeom>
              <a:avLst/>
              <a:gdLst/>
              <a:ahLst/>
              <a:cxnLst/>
              <a:rect l="l" t="t" r="r" b="b"/>
              <a:pathLst>
                <a:path w="886" h="1720" extrusionOk="0">
                  <a:moveTo>
                    <a:pt x="457" y="1"/>
                  </a:moveTo>
                  <a:cubicBezTo>
                    <a:pt x="244" y="1"/>
                    <a:pt x="30" y="141"/>
                    <a:pt x="30" y="421"/>
                  </a:cubicBezTo>
                  <a:lnTo>
                    <a:pt x="30" y="1306"/>
                  </a:lnTo>
                  <a:cubicBezTo>
                    <a:pt x="0" y="1543"/>
                    <a:pt x="207" y="1720"/>
                    <a:pt x="443" y="1720"/>
                  </a:cubicBezTo>
                  <a:cubicBezTo>
                    <a:pt x="679" y="1720"/>
                    <a:pt x="885" y="1543"/>
                    <a:pt x="885" y="1306"/>
                  </a:cubicBezTo>
                  <a:lnTo>
                    <a:pt x="885" y="421"/>
                  </a:lnTo>
                  <a:cubicBezTo>
                    <a:pt x="885" y="141"/>
                    <a:pt x="671"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4"/>
            <p:cNvSpPr/>
            <p:nvPr/>
          </p:nvSpPr>
          <p:spPr>
            <a:xfrm>
              <a:off x="6285273" y="1676229"/>
              <a:ext cx="23130" cy="45833"/>
            </a:xfrm>
            <a:custGeom>
              <a:avLst/>
              <a:gdLst/>
              <a:ahLst/>
              <a:cxnLst/>
              <a:rect l="l" t="t" r="r" b="b"/>
              <a:pathLst>
                <a:path w="857" h="1698" extrusionOk="0">
                  <a:moveTo>
                    <a:pt x="418" y="1"/>
                  </a:moveTo>
                  <a:cubicBezTo>
                    <a:pt x="215" y="1"/>
                    <a:pt x="16" y="134"/>
                    <a:pt x="1" y="399"/>
                  </a:cubicBezTo>
                  <a:lnTo>
                    <a:pt x="1" y="1284"/>
                  </a:lnTo>
                  <a:cubicBezTo>
                    <a:pt x="1" y="1521"/>
                    <a:pt x="178" y="1698"/>
                    <a:pt x="414" y="1698"/>
                  </a:cubicBezTo>
                  <a:cubicBezTo>
                    <a:pt x="650" y="1698"/>
                    <a:pt x="857" y="1521"/>
                    <a:pt x="857" y="1284"/>
                  </a:cubicBezTo>
                  <a:lnTo>
                    <a:pt x="857" y="399"/>
                  </a:lnTo>
                  <a:cubicBezTo>
                    <a:pt x="827" y="134"/>
                    <a:pt x="621"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4"/>
            <p:cNvSpPr/>
            <p:nvPr/>
          </p:nvSpPr>
          <p:spPr>
            <a:xfrm>
              <a:off x="6037613" y="1731698"/>
              <a:ext cx="411759" cy="326474"/>
            </a:xfrm>
            <a:custGeom>
              <a:avLst/>
              <a:gdLst/>
              <a:ahLst/>
              <a:cxnLst/>
              <a:rect l="l" t="t" r="r" b="b"/>
              <a:pathLst>
                <a:path w="15256" h="12095" extrusionOk="0">
                  <a:moveTo>
                    <a:pt x="7849" y="852"/>
                  </a:moveTo>
                  <a:cubicBezTo>
                    <a:pt x="9265" y="852"/>
                    <a:pt x="9974" y="2564"/>
                    <a:pt x="8970" y="3567"/>
                  </a:cubicBezTo>
                  <a:cubicBezTo>
                    <a:pt x="8646" y="3892"/>
                    <a:pt x="8249" y="4037"/>
                    <a:pt x="7862" y="4037"/>
                  </a:cubicBezTo>
                  <a:cubicBezTo>
                    <a:pt x="7054" y="4037"/>
                    <a:pt x="6285" y="3403"/>
                    <a:pt x="6285" y="2446"/>
                  </a:cubicBezTo>
                  <a:cubicBezTo>
                    <a:pt x="6285" y="1561"/>
                    <a:pt x="6993" y="852"/>
                    <a:pt x="7849" y="852"/>
                  </a:cubicBezTo>
                  <a:close/>
                  <a:moveTo>
                    <a:pt x="12660" y="2460"/>
                  </a:moveTo>
                  <a:cubicBezTo>
                    <a:pt x="12858" y="2460"/>
                    <a:pt x="13057" y="2494"/>
                    <a:pt x="13249" y="2564"/>
                  </a:cubicBezTo>
                  <a:lnTo>
                    <a:pt x="12423" y="3449"/>
                  </a:lnTo>
                  <a:cubicBezTo>
                    <a:pt x="12246" y="3626"/>
                    <a:pt x="12275" y="3892"/>
                    <a:pt x="12452" y="4069"/>
                  </a:cubicBezTo>
                  <a:cubicBezTo>
                    <a:pt x="12777" y="4364"/>
                    <a:pt x="13072" y="4777"/>
                    <a:pt x="13249" y="5219"/>
                  </a:cubicBezTo>
                  <a:cubicBezTo>
                    <a:pt x="13278" y="5308"/>
                    <a:pt x="13367" y="5367"/>
                    <a:pt x="13456" y="5426"/>
                  </a:cubicBezTo>
                  <a:lnTo>
                    <a:pt x="14370" y="5869"/>
                  </a:lnTo>
                  <a:lnTo>
                    <a:pt x="14370" y="7078"/>
                  </a:lnTo>
                  <a:lnTo>
                    <a:pt x="13456" y="7521"/>
                  </a:lnTo>
                  <a:cubicBezTo>
                    <a:pt x="13367" y="7580"/>
                    <a:pt x="13278" y="7669"/>
                    <a:pt x="13249" y="7757"/>
                  </a:cubicBezTo>
                  <a:cubicBezTo>
                    <a:pt x="12954" y="8436"/>
                    <a:pt x="12452" y="8996"/>
                    <a:pt x="11803" y="9380"/>
                  </a:cubicBezTo>
                  <a:cubicBezTo>
                    <a:pt x="11685" y="9439"/>
                    <a:pt x="11626" y="9528"/>
                    <a:pt x="11597" y="9675"/>
                  </a:cubicBezTo>
                  <a:lnTo>
                    <a:pt x="11272" y="11239"/>
                  </a:lnTo>
                  <a:lnTo>
                    <a:pt x="10534" y="11239"/>
                  </a:lnTo>
                  <a:lnTo>
                    <a:pt x="10328" y="10118"/>
                  </a:lnTo>
                  <a:cubicBezTo>
                    <a:pt x="10269" y="9911"/>
                    <a:pt x="10092" y="9764"/>
                    <a:pt x="9885" y="9764"/>
                  </a:cubicBezTo>
                  <a:lnTo>
                    <a:pt x="6462" y="9764"/>
                  </a:lnTo>
                  <a:cubicBezTo>
                    <a:pt x="6256" y="9764"/>
                    <a:pt x="6079" y="9911"/>
                    <a:pt x="6049" y="10118"/>
                  </a:cubicBezTo>
                  <a:lnTo>
                    <a:pt x="5813" y="11239"/>
                  </a:lnTo>
                  <a:lnTo>
                    <a:pt x="5075" y="11239"/>
                  </a:lnTo>
                  <a:lnTo>
                    <a:pt x="4810" y="9823"/>
                  </a:lnTo>
                  <a:cubicBezTo>
                    <a:pt x="4780" y="9675"/>
                    <a:pt x="4692" y="9557"/>
                    <a:pt x="4544" y="9528"/>
                  </a:cubicBezTo>
                  <a:cubicBezTo>
                    <a:pt x="1476" y="8141"/>
                    <a:pt x="2184" y="3567"/>
                    <a:pt x="5548" y="3183"/>
                  </a:cubicBezTo>
                  <a:cubicBezTo>
                    <a:pt x="5636" y="3508"/>
                    <a:pt x="5784" y="3774"/>
                    <a:pt x="5990" y="4039"/>
                  </a:cubicBezTo>
                  <a:lnTo>
                    <a:pt x="5548" y="4039"/>
                  </a:lnTo>
                  <a:cubicBezTo>
                    <a:pt x="4987" y="4039"/>
                    <a:pt x="4987" y="4895"/>
                    <a:pt x="5548" y="4895"/>
                  </a:cubicBezTo>
                  <a:lnTo>
                    <a:pt x="10180" y="4895"/>
                  </a:lnTo>
                  <a:cubicBezTo>
                    <a:pt x="10741" y="4895"/>
                    <a:pt x="10741" y="4039"/>
                    <a:pt x="10180" y="4039"/>
                  </a:cubicBezTo>
                  <a:lnTo>
                    <a:pt x="9738" y="4039"/>
                  </a:lnTo>
                  <a:cubicBezTo>
                    <a:pt x="9944" y="3774"/>
                    <a:pt x="10121" y="3479"/>
                    <a:pt x="10210" y="3154"/>
                  </a:cubicBezTo>
                  <a:lnTo>
                    <a:pt x="11065" y="3154"/>
                  </a:lnTo>
                  <a:cubicBezTo>
                    <a:pt x="11183" y="3154"/>
                    <a:pt x="11301" y="3124"/>
                    <a:pt x="11390" y="3006"/>
                  </a:cubicBezTo>
                  <a:cubicBezTo>
                    <a:pt x="11723" y="2653"/>
                    <a:pt x="12188" y="2460"/>
                    <a:pt x="12660" y="2460"/>
                  </a:cubicBezTo>
                  <a:close/>
                  <a:moveTo>
                    <a:pt x="7865" y="0"/>
                  </a:moveTo>
                  <a:cubicBezTo>
                    <a:pt x="6682" y="0"/>
                    <a:pt x="5503" y="775"/>
                    <a:pt x="5430" y="2328"/>
                  </a:cubicBezTo>
                  <a:cubicBezTo>
                    <a:pt x="4249" y="2446"/>
                    <a:pt x="3187" y="3065"/>
                    <a:pt x="2508" y="4039"/>
                  </a:cubicBezTo>
                  <a:lnTo>
                    <a:pt x="2066" y="4039"/>
                  </a:lnTo>
                  <a:cubicBezTo>
                    <a:pt x="1298" y="3862"/>
                    <a:pt x="1298" y="2741"/>
                    <a:pt x="2066" y="2593"/>
                  </a:cubicBezTo>
                  <a:lnTo>
                    <a:pt x="2361" y="2593"/>
                  </a:lnTo>
                  <a:cubicBezTo>
                    <a:pt x="2941" y="2593"/>
                    <a:pt x="2951" y="1737"/>
                    <a:pt x="2389" y="1737"/>
                  </a:cubicBezTo>
                  <a:cubicBezTo>
                    <a:pt x="2380" y="1737"/>
                    <a:pt x="2370" y="1737"/>
                    <a:pt x="2361" y="1738"/>
                  </a:cubicBezTo>
                  <a:lnTo>
                    <a:pt x="2066" y="1738"/>
                  </a:lnTo>
                  <a:cubicBezTo>
                    <a:pt x="59" y="1767"/>
                    <a:pt x="0" y="4777"/>
                    <a:pt x="2007" y="4895"/>
                  </a:cubicBezTo>
                  <a:cubicBezTo>
                    <a:pt x="1800" y="5397"/>
                    <a:pt x="1712" y="5928"/>
                    <a:pt x="1712" y="6488"/>
                  </a:cubicBezTo>
                  <a:cubicBezTo>
                    <a:pt x="1712" y="8052"/>
                    <a:pt x="2597" y="9498"/>
                    <a:pt x="4013" y="10206"/>
                  </a:cubicBezTo>
                  <a:lnTo>
                    <a:pt x="4308" y="11741"/>
                  </a:lnTo>
                  <a:cubicBezTo>
                    <a:pt x="4338" y="11947"/>
                    <a:pt x="4515" y="12095"/>
                    <a:pt x="4721" y="12095"/>
                  </a:cubicBezTo>
                  <a:lnTo>
                    <a:pt x="6167" y="12095"/>
                  </a:lnTo>
                  <a:cubicBezTo>
                    <a:pt x="6374" y="12095"/>
                    <a:pt x="6551" y="11947"/>
                    <a:pt x="6610" y="11741"/>
                  </a:cubicBezTo>
                  <a:lnTo>
                    <a:pt x="6816" y="10649"/>
                  </a:lnTo>
                  <a:lnTo>
                    <a:pt x="9561" y="10649"/>
                  </a:lnTo>
                  <a:lnTo>
                    <a:pt x="9797" y="11741"/>
                  </a:lnTo>
                  <a:cubicBezTo>
                    <a:pt x="9826" y="11947"/>
                    <a:pt x="10003" y="12095"/>
                    <a:pt x="10210" y="12095"/>
                  </a:cubicBezTo>
                  <a:lnTo>
                    <a:pt x="11656" y="12095"/>
                  </a:lnTo>
                  <a:cubicBezTo>
                    <a:pt x="11862" y="12095"/>
                    <a:pt x="12039" y="11947"/>
                    <a:pt x="12069" y="11741"/>
                  </a:cubicBezTo>
                  <a:lnTo>
                    <a:pt x="12423" y="10029"/>
                  </a:lnTo>
                  <a:cubicBezTo>
                    <a:pt x="13101" y="9587"/>
                    <a:pt x="13662" y="8967"/>
                    <a:pt x="13987" y="8229"/>
                  </a:cubicBezTo>
                  <a:lnTo>
                    <a:pt x="15019" y="7728"/>
                  </a:lnTo>
                  <a:cubicBezTo>
                    <a:pt x="15137" y="7669"/>
                    <a:pt x="15255" y="7521"/>
                    <a:pt x="15255" y="7374"/>
                  </a:cubicBezTo>
                  <a:lnTo>
                    <a:pt x="15255" y="5633"/>
                  </a:lnTo>
                  <a:cubicBezTo>
                    <a:pt x="15255" y="5456"/>
                    <a:pt x="15167" y="5308"/>
                    <a:pt x="15019" y="5249"/>
                  </a:cubicBezTo>
                  <a:lnTo>
                    <a:pt x="15019" y="5219"/>
                  </a:lnTo>
                  <a:lnTo>
                    <a:pt x="13987" y="4718"/>
                  </a:lnTo>
                  <a:cubicBezTo>
                    <a:pt x="13839" y="4364"/>
                    <a:pt x="13603" y="4039"/>
                    <a:pt x="13337" y="3744"/>
                  </a:cubicBezTo>
                  <a:lnTo>
                    <a:pt x="14282" y="2741"/>
                  </a:lnTo>
                  <a:cubicBezTo>
                    <a:pt x="14341" y="2652"/>
                    <a:pt x="14400" y="2534"/>
                    <a:pt x="14370" y="2416"/>
                  </a:cubicBezTo>
                  <a:cubicBezTo>
                    <a:pt x="14370" y="2269"/>
                    <a:pt x="14311" y="2180"/>
                    <a:pt x="14223" y="2092"/>
                  </a:cubicBezTo>
                  <a:cubicBezTo>
                    <a:pt x="13754" y="1757"/>
                    <a:pt x="13213" y="1592"/>
                    <a:pt x="12675" y="1592"/>
                  </a:cubicBezTo>
                  <a:cubicBezTo>
                    <a:pt x="12029" y="1592"/>
                    <a:pt x="11388" y="1831"/>
                    <a:pt x="10888" y="2298"/>
                  </a:cubicBezTo>
                  <a:lnTo>
                    <a:pt x="10328" y="2298"/>
                  </a:lnTo>
                  <a:cubicBezTo>
                    <a:pt x="10225" y="768"/>
                    <a:pt x="9042" y="0"/>
                    <a:pt x="7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 name="Google Shape;3623;p74"/>
          <p:cNvGrpSpPr/>
          <p:nvPr/>
        </p:nvGrpSpPr>
        <p:grpSpPr>
          <a:xfrm>
            <a:off x="6705778" y="1659925"/>
            <a:ext cx="365580" cy="398247"/>
            <a:chOff x="6705778" y="1659925"/>
            <a:chExt cx="365580" cy="398247"/>
          </a:xfrm>
        </p:grpSpPr>
        <p:sp>
          <p:nvSpPr>
            <p:cNvPr id="3624" name="Google Shape;3624;p74"/>
            <p:cNvSpPr/>
            <p:nvPr/>
          </p:nvSpPr>
          <p:spPr>
            <a:xfrm>
              <a:off x="6818083" y="1844689"/>
              <a:ext cx="66126" cy="77792"/>
            </a:xfrm>
            <a:custGeom>
              <a:avLst/>
              <a:gdLst/>
              <a:ahLst/>
              <a:cxnLst/>
              <a:rect l="l" t="t" r="r" b="b"/>
              <a:pathLst>
                <a:path w="2450" h="2882" extrusionOk="0">
                  <a:moveTo>
                    <a:pt x="1240" y="1004"/>
                  </a:moveTo>
                  <a:lnTo>
                    <a:pt x="1505" y="1742"/>
                  </a:lnTo>
                  <a:lnTo>
                    <a:pt x="945" y="1742"/>
                  </a:lnTo>
                  <a:lnTo>
                    <a:pt x="1240" y="1004"/>
                  </a:lnTo>
                  <a:close/>
                  <a:moveTo>
                    <a:pt x="1240" y="1"/>
                  </a:moveTo>
                  <a:cubicBezTo>
                    <a:pt x="1092" y="1"/>
                    <a:pt x="974" y="89"/>
                    <a:pt x="915" y="207"/>
                  </a:cubicBezTo>
                  <a:lnTo>
                    <a:pt x="59" y="2479"/>
                  </a:lnTo>
                  <a:cubicBezTo>
                    <a:pt x="0" y="2627"/>
                    <a:pt x="59" y="2804"/>
                    <a:pt x="207" y="2863"/>
                  </a:cubicBezTo>
                  <a:cubicBezTo>
                    <a:pt x="239" y="2876"/>
                    <a:pt x="271" y="2881"/>
                    <a:pt x="304" y="2881"/>
                  </a:cubicBezTo>
                  <a:cubicBezTo>
                    <a:pt x="425" y="2881"/>
                    <a:pt x="544" y="2802"/>
                    <a:pt x="591" y="2686"/>
                  </a:cubicBezTo>
                  <a:lnTo>
                    <a:pt x="738" y="2332"/>
                  </a:lnTo>
                  <a:lnTo>
                    <a:pt x="1712" y="2332"/>
                  </a:lnTo>
                  <a:lnTo>
                    <a:pt x="1859" y="2686"/>
                  </a:lnTo>
                  <a:cubicBezTo>
                    <a:pt x="1906" y="2802"/>
                    <a:pt x="2007" y="2881"/>
                    <a:pt x="2134" y="2881"/>
                  </a:cubicBezTo>
                  <a:cubicBezTo>
                    <a:pt x="2169" y="2881"/>
                    <a:pt x="2205" y="2876"/>
                    <a:pt x="2243" y="2863"/>
                  </a:cubicBezTo>
                  <a:cubicBezTo>
                    <a:pt x="2391" y="2804"/>
                    <a:pt x="2450" y="2627"/>
                    <a:pt x="2391" y="2479"/>
                  </a:cubicBezTo>
                  <a:lnTo>
                    <a:pt x="1535" y="207"/>
                  </a:lnTo>
                  <a:cubicBezTo>
                    <a:pt x="1505" y="89"/>
                    <a:pt x="1358" y="1"/>
                    <a:pt x="1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4"/>
            <p:cNvSpPr/>
            <p:nvPr/>
          </p:nvSpPr>
          <p:spPr>
            <a:xfrm>
              <a:off x="6889256" y="1844257"/>
              <a:ext cx="68824" cy="78521"/>
            </a:xfrm>
            <a:custGeom>
              <a:avLst/>
              <a:gdLst/>
              <a:ahLst/>
              <a:cxnLst/>
              <a:rect l="l" t="t" r="r" b="b"/>
              <a:pathLst>
                <a:path w="2550" h="2909" extrusionOk="0">
                  <a:moveTo>
                    <a:pt x="512" y="0"/>
                  </a:moveTo>
                  <a:cubicBezTo>
                    <a:pt x="305" y="0"/>
                    <a:pt x="118" y="230"/>
                    <a:pt x="285" y="459"/>
                  </a:cubicBezTo>
                  <a:lnTo>
                    <a:pt x="904" y="1345"/>
                  </a:lnTo>
                  <a:lnTo>
                    <a:pt x="167" y="2436"/>
                  </a:lnTo>
                  <a:cubicBezTo>
                    <a:pt x="0" y="2665"/>
                    <a:pt x="200" y="2908"/>
                    <a:pt x="405" y="2908"/>
                  </a:cubicBezTo>
                  <a:cubicBezTo>
                    <a:pt x="491" y="2908"/>
                    <a:pt x="578" y="2866"/>
                    <a:pt x="639" y="2761"/>
                  </a:cubicBezTo>
                  <a:lnTo>
                    <a:pt x="1288" y="1876"/>
                  </a:lnTo>
                  <a:lnTo>
                    <a:pt x="1908" y="2761"/>
                  </a:lnTo>
                  <a:cubicBezTo>
                    <a:pt x="1974" y="2853"/>
                    <a:pt x="2060" y="2890"/>
                    <a:pt x="2143" y="2890"/>
                  </a:cubicBezTo>
                  <a:cubicBezTo>
                    <a:pt x="2354" y="2890"/>
                    <a:pt x="2549" y="2648"/>
                    <a:pt x="2380" y="2436"/>
                  </a:cubicBezTo>
                  <a:lnTo>
                    <a:pt x="1612" y="1345"/>
                  </a:lnTo>
                  <a:lnTo>
                    <a:pt x="2262" y="459"/>
                  </a:lnTo>
                  <a:cubicBezTo>
                    <a:pt x="2408" y="230"/>
                    <a:pt x="2214" y="0"/>
                    <a:pt x="2016" y="0"/>
                  </a:cubicBezTo>
                  <a:cubicBezTo>
                    <a:pt x="1933" y="0"/>
                    <a:pt x="1850" y="40"/>
                    <a:pt x="1790" y="135"/>
                  </a:cubicBezTo>
                  <a:lnTo>
                    <a:pt x="1258" y="872"/>
                  </a:lnTo>
                  <a:lnTo>
                    <a:pt x="757" y="135"/>
                  </a:lnTo>
                  <a:cubicBezTo>
                    <a:pt x="688" y="40"/>
                    <a:pt x="59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4"/>
            <p:cNvSpPr/>
            <p:nvPr/>
          </p:nvSpPr>
          <p:spPr>
            <a:xfrm>
              <a:off x="6757544" y="1844689"/>
              <a:ext cx="55788" cy="76497"/>
            </a:xfrm>
            <a:custGeom>
              <a:avLst/>
              <a:gdLst/>
              <a:ahLst/>
              <a:cxnLst/>
              <a:rect l="l" t="t" r="r" b="b"/>
              <a:pathLst>
                <a:path w="2067" h="2834" extrusionOk="0">
                  <a:moveTo>
                    <a:pt x="384" y="1"/>
                  </a:moveTo>
                  <a:cubicBezTo>
                    <a:pt x="1" y="1"/>
                    <a:pt x="1" y="561"/>
                    <a:pt x="384" y="561"/>
                  </a:cubicBezTo>
                  <a:lnTo>
                    <a:pt x="739" y="561"/>
                  </a:lnTo>
                  <a:lnTo>
                    <a:pt x="739" y="2568"/>
                  </a:lnTo>
                  <a:cubicBezTo>
                    <a:pt x="753" y="2745"/>
                    <a:pt x="886" y="2833"/>
                    <a:pt x="1023" y="2833"/>
                  </a:cubicBezTo>
                  <a:cubicBezTo>
                    <a:pt x="1159" y="2833"/>
                    <a:pt x="1299" y="2745"/>
                    <a:pt x="1329" y="2568"/>
                  </a:cubicBezTo>
                  <a:lnTo>
                    <a:pt x="1329" y="561"/>
                  </a:lnTo>
                  <a:lnTo>
                    <a:pt x="1683" y="561"/>
                  </a:lnTo>
                  <a:cubicBezTo>
                    <a:pt x="2066" y="561"/>
                    <a:pt x="2066" y="1"/>
                    <a:pt x="16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4"/>
            <p:cNvSpPr/>
            <p:nvPr/>
          </p:nvSpPr>
          <p:spPr>
            <a:xfrm>
              <a:off x="6749582" y="1706892"/>
              <a:ext cx="137811" cy="23133"/>
            </a:xfrm>
            <a:custGeom>
              <a:avLst/>
              <a:gdLst/>
              <a:ahLst/>
              <a:cxnLst/>
              <a:rect l="l" t="t" r="r" b="b"/>
              <a:pathLst>
                <a:path w="5106" h="857" extrusionOk="0">
                  <a:moveTo>
                    <a:pt x="532" y="1"/>
                  </a:moveTo>
                  <a:cubicBezTo>
                    <a:pt x="1" y="30"/>
                    <a:pt x="1" y="798"/>
                    <a:pt x="532" y="857"/>
                  </a:cubicBezTo>
                  <a:lnTo>
                    <a:pt x="4574" y="857"/>
                  </a:lnTo>
                  <a:cubicBezTo>
                    <a:pt x="5106" y="798"/>
                    <a:pt x="5106" y="30"/>
                    <a:pt x="4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4"/>
            <p:cNvSpPr/>
            <p:nvPr/>
          </p:nvSpPr>
          <p:spPr>
            <a:xfrm>
              <a:off x="6748800" y="1753103"/>
              <a:ext cx="139403" cy="23915"/>
            </a:xfrm>
            <a:custGeom>
              <a:avLst/>
              <a:gdLst/>
              <a:ahLst/>
              <a:cxnLst/>
              <a:rect l="l" t="t" r="r" b="b"/>
              <a:pathLst>
                <a:path w="5165" h="886" extrusionOk="0">
                  <a:moveTo>
                    <a:pt x="561" y="0"/>
                  </a:moveTo>
                  <a:cubicBezTo>
                    <a:pt x="0" y="0"/>
                    <a:pt x="0" y="856"/>
                    <a:pt x="561" y="886"/>
                  </a:cubicBezTo>
                  <a:lnTo>
                    <a:pt x="4603" y="886"/>
                  </a:lnTo>
                  <a:cubicBezTo>
                    <a:pt x="5164" y="856"/>
                    <a:pt x="5164" y="0"/>
                    <a:pt x="46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4"/>
            <p:cNvSpPr/>
            <p:nvPr/>
          </p:nvSpPr>
          <p:spPr>
            <a:xfrm>
              <a:off x="6749582" y="1988073"/>
              <a:ext cx="215056" cy="23106"/>
            </a:xfrm>
            <a:custGeom>
              <a:avLst/>
              <a:gdLst/>
              <a:ahLst/>
              <a:cxnLst/>
              <a:rect l="l" t="t" r="r" b="b"/>
              <a:pathLst>
                <a:path w="7968" h="856" extrusionOk="0">
                  <a:moveTo>
                    <a:pt x="532" y="0"/>
                  </a:moveTo>
                  <a:cubicBezTo>
                    <a:pt x="1" y="59"/>
                    <a:pt x="1" y="826"/>
                    <a:pt x="532" y="856"/>
                  </a:cubicBezTo>
                  <a:lnTo>
                    <a:pt x="7466" y="856"/>
                  </a:lnTo>
                  <a:cubicBezTo>
                    <a:pt x="7968" y="826"/>
                    <a:pt x="7968" y="59"/>
                    <a:pt x="74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4"/>
            <p:cNvSpPr/>
            <p:nvPr/>
          </p:nvSpPr>
          <p:spPr>
            <a:xfrm>
              <a:off x="6705778" y="1659925"/>
              <a:ext cx="365580" cy="398247"/>
            </a:xfrm>
            <a:custGeom>
              <a:avLst/>
              <a:gdLst/>
              <a:ahLst/>
              <a:cxnLst/>
              <a:rect l="l" t="t" r="r" b="b"/>
              <a:pathLst>
                <a:path w="13545" h="14754" extrusionOk="0">
                  <a:moveTo>
                    <a:pt x="8351" y="915"/>
                  </a:moveTo>
                  <a:cubicBezTo>
                    <a:pt x="9355" y="1092"/>
                    <a:pt x="10151" y="1888"/>
                    <a:pt x="10328" y="2892"/>
                  </a:cubicBezTo>
                  <a:lnTo>
                    <a:pt x="8351" y="2892"/>
                  </a:lnTo>
                  <a:lnTo>
                    <a:pt x="8351" y="915"/>
                  </a:lnTo>
                  <a:close/>
                  <a:moveTo>
                    <a:pt x="7496" y="856"/>
                  </a:moveTo>
                  <a:lnTo>
                    <a:pt x="7496" y="3305"/>
                  </a:lnTo>
                  <a:cubicBezTo>
                    <a:pt x="7496" y="3541"/>
                    <a:pt x="7702" y="3747"/>
                    <a:pt x="7938" y="3747"/>
                  </a:cubicBezTo>
                  <a:lnTo>
                    <a:pt x="10387" y="3747"/>
                  </a:lnTo>
                  <a:lnTo>
                    <a:pt x="10387" y="5252"/>
                  </a:lnTo>
                  <a:lnTo>
                    <a:pt x="857" y="5252"/>
                  </a:lnTo>
                  <a:lnTo>
                    <a:pt x="857" y="856"/>
                  </a:lnTo>
                  <a:close/>
                  <a:moveTo>
                    <a:pt x="10387" y="6108"/>
                  </a:moveTo>
                  <a:lnTo>
                    <a:pt x="10387" y="10446"/>
                  </a:lnTo>
                  <a:lnTo>
                    <a:pt x="857" y="10446"/>
                  </a:lnTo>
                  <a:lnTo>
                    <a:pt x="857" y="6108"/>
                  </a:lnTo>
                  <a:close/>
                  <a:moveTo>
                    <a:pt x="12689" y="9000"/>
                  </a:moveTo>
                  <a:lnTo>
                    <a:pt x="12689" y="13160"/>
                  </a:lnTo>
                  <a:cubicBezTo>
                    <a:pt x="12615" y="13559"/>
                    <a:pt x="12298" y="13758"/>
                    <a:pt x="11977" y="13758"/>
                  </a:cubicBezTo>
                  <a:cubicBezTo>
                    <a:pt x="11656" y="13758"/>
                    <a:pt x="11332" y="13559"/>
                    <a:pt x="11243" y="13160"/>
                  </a:cubicBezTo>
                  <a:lnTo>
                    <a:pt x="11243" y="9000"/>
                  </a:lnTo>
                  <a:close/>
                  <a:moveTo>
                    <a:pt x="10387" y="11301"/>
                  </a:moveTo>
                  <a:lnTo>
                    <a:pt x="10387" y="13160"/>
                  </a:lnTo>
                  <a:cubicBezTo>
                    <a:pt x="10358" y="13426"/>
                    <a:pt x="10447" y="13662"/>
                    <a:pt x="10535" y="13898"/>
                  </a:cubicBezTo>
                  <a:lnTo>
                    <a:pt x="1594" y="13898"/>
                  </a:lnTo>
                  <a:cubicBezTo>
                    <a:pt x="1211" y="13898"/>
                    <a:pt x="886" y="13573"/>
                    <a:pt x="857" y="13160"/>
                  </a:cubicBezTo>
                  <a:lnTo>
                    <a:pt x="857" y="11301"/>
                  </a:lnTo>
                  <a:close/>
                  <a:moveTo>
                    <a:pt x="443" y="0"/>
                  </a:moveTo>
                  <a:cubicBezTo>
                    <a:pt x="207" y="30"/>
                    <a:pt x="1" y="207"/>
                    <a:pt x="1" y="443"/>
                  </a:cubicBezTo>
                  <a:lnTo>
                    <a:pt x="1" y="13160"/>
                  </a:lnTo>
                  <a:cubicBezTo>
                    <a:pt x="1" y="14046"/>
                    <a:pt x="709" y="14754"/>
                    <a:pt x="1594" y="14754"/>
                  </a:cubicBezTo>
                  <a:lnTo>
                    <a:pt x="11951" y="14754"/>
                  </a:lnTo>
                  <a:cubicBezTo>
                    <a:pt x="12837" y="14754"/>
                    <a:pt x="13545" y="14046"/>
                    <a:pt x="13545" y="13160"/>
                  </a:cubicBezTo>
                  <a:lnTo>
                    <a:pt x="13545" y="8557"/>
                  </a:lnTo>
                  <a:cubicBezTo>
                    <a:pt x="13545" y="8321"/>
                    <a:pt x="13338" y="8115"/>
                    <a:pt x="13102" y="8115"/>
                  </a:cubicBezTo>
                  <a:lnTo>
                    <a:pt x="11243" y="8115"/>
                  </a:lnTo>
                  <a:lnTo>
                    <a:pt x="11243" y="3334"/>
                  </a:lnTo>
                  <a:cubicBezTo>
                    <a:pt x="11243" y="1505"/>
                    <a:pt x="9738" y="0"/>
                    <a:pt x="7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74"/>
          <p:cNvGrpSpPr/>
          <p:nvPr/>
        </p:nvGrpSpPr>
        <p:grpSpPr>
          <a:xfrm>
            <a:off x="7378746" y="1659925"/>
            <a:ext cx="396645" cy="398247"/>
            <a:chOff x="7378746" y="1659925"/>
            <a:chExt cx="396645" cy="398247"/>
          </a:xfrm>
        </p:grpSpPr>
        <p:sp>
          <p:nvSpPr>
            <p:cNvPr id="3632" name="Google Shape;3632;p74"/>
            <p:cNvSpPr/>
            <p:nvPr/>
          </p:nvSpPr>
          <p:spPr>
            <a:xfrm>
              <a:off x="7378746" y="1659925"/>
              <a:ext cx="396645" cy="398247"/>
            </a:xfrm>
            <a:custGeom>
              <a:avLst/>
              <a:gdLst/>
              <a:ahLst/>
              <a:cxnLst/>
              <a:rect l="l" t="t" r="r" b="b"/>
              <a:pathLst>
                <a:path w="14696" h="14754" extrusionOk="0">
                  <a:moveTo>
                    <a:pt x="3099" y="856"/>
                  </a:moveTo>
                  <a:cubicBezTo>
                    <a:pt x="2951" y="1210"/>
                    <a:pt x="2686" y="1505"/>
                    <a:pt x="2302" y="1652"/>
                  </a:cubicBezTo>
                  <a:lnTo>
                    <a:pt x="2302" y="856"/>
                  </a:lnTo>
                  <a:close/>
                  <a:moveTo>
                    <a:pt x="12394" y="856"/>
                  </a:moveTo>
                  <a:lnTo>
                    <a:pt x="12394" y="1652"/>
                  </a:lnTo>
                  <a:cubicBezTo>
                    <a:pt x="12010" y="1505"/>
                    <a:pt x="11745" y="1210"/>
                    <a:pt x="11597" y="856"/>
                  </a:cubicBezTo>
                  <a:close/>
                  <a:moveTo>
                    <a:pt x="2302" y="4367"/>
                  </a:moveTo>
                  <a:cubicBezTo>
                    <a:pt x="2686" y="4515"/>
                    <a:pt x="2951" y="4810"/>
                    <a:pt x="3099" y="5164"/>
                  </a:cubicBezTo>
                  <a:lnTo>
                    <a:pt x="2302" y="5164"/>
                  </a:lnTo>
                  <a:lnTo>
                    <a:pt x="2302" y="4367"/>
                  </a:lnTo>
                  <a:close/>
                  <a:moveTo>
                    <a:pt x="10712" y="856"/>
                  </a:moveTo>
                  <a:cubicBezTo>
                    <a:pt x="10889" y="1711"/>
                    <a:pt x="11538" y="2361"/>
                    <a:pt x="12394" y="2538"/>
                  </a:cubicBezTo>
                  <a:lnTo>
                    <a:pt x="12394" y="3482"/>
                  </a:lnTo>
                  <a:cubicBezTo>
                    <a:pt x="11538" y="3659"/>
                    <a:pt x="10889" y="4338"/>
                    <a:pt x="10712" y="5164"/>
                  </a:cubicBezTo>
                  <a:lnTo>
                    <a:pt x="3984" y="5164"/>
                  </a:lnTo>
                  <a:cubicBezTo>
                    <a:pt x="3807" y="4338"/>
                    <a:pt x="3158" y="3659"/>
                    <a:pt x="2302" y="3482"/>
                  </a:cubicBezTo>
                  <a:lnTo>
                    <a:pt x="2302" y="2538"/>
                  </a:lnTo>
                  <a:cubicBezTo>
                    <a:pt x="3158" y="2361"/>
                    <a:pt x="3807" y="1711"/>
                    <a:pt x="3984" y="856"/>
                  </a:cubicBezTo>
                  <a:close/>
                  <a:moveTo>
                    <a:pt x="12394" y="4397"/>
                  </a:moveTo>
                  <a:lnTo>
                    <a:pt x="12394" y="5193"/>
                  </a:lnTo>
                  <a:lnTo>
                    <a:pt x="11597" y="5193"/>
                  </a:lnTo>
                  <a:cubicBezTo>
                    <a:pt x="11745" y="4810"/>
                    <a:pt x="12010" y="4515"/>
                    <a:pt x="12394" y="4397"/>
                  </a:cubicBezTo>
                  <a:close/>
                  <a:moveTo>
                    <a:pt x="2745" y="9560"/>
                  </a:moveTo>
                  <a:cubicBezTo>
                    <a:pt x="3512" y="9560"/>
                    <a:pt x="3896" y="10475"/>
                    <a:pt x="3365" y="11036"/>
                  </a:cubicBezTo>
                  <a:cubicBezTo>
                    <a:pt x="3185" y="11206"/>
                    <a:pt x="2966" y="11282"/>
                    <a:pt x="2752" y="11282"/>
                  </a:cubicBezTo>
                  <a:cubicBezTo>
                    <a:pt x="2296" y="11282"/>
                    <a:pt x="1860" y="10938"/>
                    <a:pt x="1860" y="10416"/>
                  </a:cubicBezTo>
                  <a:cubicBezTo>
                    <a:pt x="1889" y="9944"/>
                    <a:pt x="2273" y="9560"/>
                    <a:pt x="2745" y="9560"/>
                  </a:cubicBezTo>
                  <a:close/>
                  <a:moveTo>
                    <a:pt x="7348" y="9560"/>
                  </a:moveTo>
                  <a:cubicBezTo>
                    <a:pt x="8115" y="9560"/>
                    <a:pt x="8499" y="10475"/>
                    <a:pt x="7968" y="11036"/>
                  </a:cubicBezTo>
                  <a:cubicBezTo>
                    <a:pt x="7793" y="11210"/>
                    <a:pt x="7577" y="11289"/>
                    <a:pt x="7364" y="11289"/>
                  </a:cubicBezTo>
                  <a:cubicBezTo>
                    <a:pt x="6931" y="11289"/>
                    <a:pt x="6512" y="10961"/>
                    <a:pt x="6492" y="10446"/>
                  </a:cubicBezTo>
                  <a:cubicBezTo>
                    <a:pt x="6492" y="9974"/>
                    <a:pt x="6876" y="9560"/>
                    <a:pt x="7348" y="9560"/>
                  </a:cubicBezTo>
                  <a:close/>
                  <a:moveTo>
                    <a:pt x="12028" y="9588"/>
                  </a:moveTo>
                  <a:cubicBezTo>
                    <a:pt x="12478" y="9588"/>
                    <a:pt x="12836" y="9989"/>
                    <a:pt x="12836" y="10446"/>
                  </a:cubicBezTo>
                  <a:cubicBezTo>
                    <a:pt x="12836" y="10967"/>
                    <a:pt x="12400" y="11312"/>
                    <a:pt x="11953" y="11312"/>
                  </a:cubicBezTo>
                  <a:cubicBezTo>
                    <a:pt x="11743" y="11312"/>
                    <a:pt x="11531" y="11235"/>
                    <a:pt x="11361" y="11065"/>
                  </a:cubicBezTo>
                  <a:cubicBezTo>
                    <a:pt x="10809" y="10513"/>
                    <a:pt x="11172" y="9589"/>
                    <a:pt x="11944" y="9589"/>
                  </a:cubicBezTo>
                  <a:cubicBezTo>
                    <a:pt x="11956" y="9589"/>
                    <a:pt x="11968" y="9589"/>
                    <a:pt x="11981" y="9590"/>
                  </a:cubicBezTo>
                  <a:cubicBezTo>
                    <a:pt x="11997" y="9589"/>
                    <a:pt x="12013" y="9588"/>
                    <a:pt x="12028" y="9588"/>
                  </a:cubicBezTo>
                  <a:close/>
                  <a:moveTo>
                    <a:pt x="6935" y="7819"/>
                  </a:moveTo>
                  <a:lnTo>
                    <a:pt x="6935" y="8734"/>
                  </a:lnTo>
                  <a:cubicBezTo>
                    <a:pt x="6168" y="8941"/>
                    <a:pt x="5637" y="9619"/>
                    <a:pt x="5637" y="10416"/>
                  </a:cubicBezTo>
                  <a:cubicBezTo>
                    <a:pt x="5637" y="10859"/>
                    <a:pt x="5784" y="11272"/>
                    <a:pt x="6079" y="11596"/>
                  </a:cubicBezTo>
                  <a:cubicBezTo>
                    <a:pt x="5666" y="11832"/>
                    <a:pt x="5312" y="12157"/>
                    <a:pt x="5046" y="12570"/>
                  </a:cubicBezTo>
                  <a:lnTo>
                    <a:pt x="5046" y="12541"/>
                  </a:lnTo>
                  <a:cubicBezTo>
                    <a:pt x="4781" y="12157"/>
                    <a:pt x="4427" y="11803"/>
                    <a:pt x="4014" y="11596"/>
                  </a:cubicBezTo>
                  <a:cubicBezTo>
                    <a:pt x="4309" y="11272"/>
                    <a:pt x="4456" y="10859"/>
                    <a:pt x="4456" y="10416"/>
                  </a:cubicBezTo>
                  <a:cubicBezTo>
                    <a:pt x="4456" y="9619"/>
                    <a:pt x="3925" y="8941"/>
                    <a:pt x="3158" y="8734"/>
                  </a:cubicBezTo>
                  <a:lnTo>
                    <a:pt x="3158" y="8262"/>
                  </a:lnTo>
                  <a:cubicBezTo>
                    <a:pt x="3158" y="8026"/>
                    <a:pt x="3365" y="7819"/>
                    <a:pt x="3601" y="7819"/>
                  </a:cubicBezTo>
                  <a:close/>
                  <a:moveTo>
                    <a:pt x="11095" y="7849"/>
                  </a:moveTo>
                  <a:cubicBezTo>
                    <a:pt x="11332" y="7849"/>
                    <a:pt x="11538" y="8026"/>
                    <a:pt x="11538" y="8292"/>
                  </a:cubicBezTo>
                  <a:lnTo>
                    <a:pt x="11538" y="8764"/>
                  </a:lnTo>
                  <a:cubicBezTo>
                    <a:pt x="10771" y="8970"/>
                    <a:pt x="10240" y="9649"/>
                    <a:pt x="10240" y="10446"/>
                  </a:cubicBezTo>
                  <a:cubicBezTo>
                    <a:pt x="10240" y="10888"/>
                    <a:pt x="10387" y="11301"/>
                    <a:pt x="10682" y="11626"/>
                  </a:cubicBezTo>
                  <a:cubicBezTo>
                    <a:pt x="10269" y="11832"/>
                    <a:pt x="9915" y="12157"/>
                    <a:pt x="9679" y="12570"/>
                  </a:cubicBezTo>
                  <a:lnTo>
                    <a:pt x="9650" y="12541"/>
                  </a:lnTo>
                  <a:cubicBezTo>
                    <a:pt x="9384" y="12157"/>
                    <a:pt x="9030" y="11803"/>
                    <a:pt x="8617" y="11596"/>
                  </a:cubicBezTo>
                  <a:cubicBezTo>
                    <a:pt x="8912" y="11272"/>
                    <a:pt x="9059" y="10859"/>
                    <a:pt x="9059" y="10446"/>
                  </a:cubicBezTo>
                  <a:cubicBezTo>
                    <a:pt x="9059" y="9649"/>
                    <a:pt x="8528" y="8970"/>
                    <a:pt x="7791" y="8764"/>
                  </a:cubicBezTo>
                  <a:lnTo>
                    <a:pt x="7791" y="7849"/>
                  </a:lnTo>
                  <a:close/>
                  <a:moveTo>
                    <a:pt x="2730" y="12142"/>
                  </a:moveTo>
                  <a:cubicBezTo>
                    <a:pt x="3623" y="12142"/>
                    <a:pt x="4515" y="12718"/>
                    <a:pt x="4604" y="13868"/>
                  </a:cubicBezTo>
                  <a:lnTo>
                    <a:pt x="856" y="13868"/>
                  </a:lnTo>
                  <a:cubicBezTo>
                    <a:pt x="945" y="12718"/>
                    <a:pt x="1837" y="12142"/>
                    <a:pt x="2730" y="12142"/>
                  </a:cubicBezTo>
                  <a:close/>
                  <a:moveTo>
                    <a:pt x="7348" y="12142"/>
                  </a:moveTo>
                  <a:cubicBezTo>
                    <a:pt x="8233" y="12142"/>
                    <a:pt x="9118" y="12718"/>
                    <a:pt x="9207" y="13868"/>
                  </a:cubicBezTo>
                  <a:lnTo>
                    <a:pt x="5489" y="13868"/>
                  </a:lnTo>
                  <a:cubicBezTo>
                    <a:pt x="5578" y="12718"/>
                    <a:pt x="6463" y="12142"/>
                    <a:pt x="7348" y="12142"/>
                  </a:cubicBezTo>
                  <a:close/>
                  <a:moveTo>
                    <a:pt x="11955" y="12142"/>
                  </a:moveTo>
                  <a:cubicBezTo>
                    <a:pt x="12844" y="12142"/>
                    <a:pt x="13736" y="12718"/>
                    <a:pt x="13840" y="13868"/>
                  </a:cubicBezTo>
                  <a:lnTo>
                    <a:pt x="10092" y="13868"/>
                  </a:lnTo>
                  <a:cubicBezTo>
                    <a:pt x="10181" y="12718"/>
                    <a:pt x="11066" y="12142"/>
                    <a:pt x="11955" y="12142"/>
                  </a:cubicBezTo>
                  <a:close/>
                  <a:moveTo>
                    <a:pt x="1889" y="0"/>
                  </a:moveTo>
                  <a:cubicBezTo>
                    <a:pt x="1653" y="0"/>
                    <a:pt x="1447" y="207"/>
                    <a:pt x="1447" y="443"/>
                  </a:cubicBezTo>
                  <a:lnTo>
                    <a:pt x="1447" y="5636"/>
                  </a:lnTo>
                  <a:cubicBezTo>
                    <a:pt x="1447" y="5872"/>
                    <a:pt x="1653" y="6049"/>
                    <a:pt x="1889" y="6049"/>
                  </a:cubicBezTo>
                  <a:lnTo>
                    <a:pt x="6935" y="6049"/>
                  </a:lnTo>
                  <a:lnTo>
                    <a:pt x="6935" y="6964"/>
                  </a:lnTo>
                  <a:lnTo>
                    <a:pt x="3601" y="6964"/>
                  </a:lnTo>
                  <a:cubicBezTo>
                    <a:pt x="2892" y="6964"/>
                    <a:pt x="2302" y="7554"/>
                    <a:pt x="2302" y="8262"/>
                  </a:cubicBezTo>
                  <a:lnTo>
                    <a:pt x="2302" y="8764"/>
                  </a:lnTo>
                  <a:cubicBezTo>
                    <a:pt x="1535" y="8970"/>
                    <a:pt x="1004" y="9649"/>
                    <a:pt x="1004" y="10446"/>
                  </a:cubicBezTo>
                  <a:cubicBezTo>
                    <a:pt x="1004" y="10859"/>
                    <a:pt x="1181" y="11301"/>
                    <a:pt x="1476" y="11596"/>
                  </a:cubicBezTo>
                  <a:cubicBezTo>
                    <a:pt x="561" y="12069"/>
                    <a:pt x="1" y="13013"/>
                    <a:pt x="1" y="14046"/>
                  </a:cubicBezTo>
                  <a:lnTo>
                    <a:pt x="1" y="14311"/>
                  </a:lnTo>
                  <a:cubicBezTo>
                    <a:pt x="1" y="14577"/>
                    <a:pt x="178" y="14754"/>
                    <a:pt x="443" y="14754"/>
                  </a:cubicBezTo>
                  <a:lnTo>
                    <a:pt x="14253" y="14754"/>
                  </a:lnTo>
                  <a:cubicBezTo>
                    <a:pt x="14489" y="14754"/>
                    <a:pt x="14695" y="14547"/>
                    <a:pt x="14695" y="14311"/>
                  </a:cubicBezTo>
                  <a:lnTo>
                    <a:pt x="14695" y="14046"/>
                  </a:lnTo>
                  <a:cubicBezTo>
                    <a:pt x="14695" y="13013"/>
                    <a:pt x="14135" y="12069"/>
                    <a:pt x="13220" y="11596"/>
                  </a:cubicBezTo>
                  <a:cubicBezTo>
                    <a:pt x="13545" y="11301"/>
                    <a:pt x="13692" y="10859"/>
                    <a:pt x="13692" y="10446"/>
                  </a:cubicBezTo>
                  <a:cubicBezTo>
                    <a:pt x="13692" y="9649"/>
                    <a:pt x="13161" y="8970"/>
                    <a:pt x="12394" y="8764"/>
                  </a:cubicBezTo>
                  <a:lnTo>
                    <a:pt x="12394" y="8262"/>
                  </a:lnTo>
                  <a:cubicBezTo>
                    <a:pt x="12394" y="7554"/>
                    <a:pt x="11833" y="6964"/>
                    <a:pt x="11095" y="6964"/>
                  </a:cubicBezTo>
                  <a:lnTo>
                    <a:pt x="7791" y="6964"/>
                  </a:lnTo>
                  <a:lnTo>
                    <a:pt x="7791" y="6049"/>
                  </a:lnTo>
                  <a:lnTo>
                    <a:pt x="12836" y="6049"/>
                  </a:lnTo>
                  <a:cubicBezTo>
                    <a:pt x="13072" y="6049"/>
                    <a:pt x="13279" y="5872"/>
                    <a:pt x="13279" y="5636"/>
                  </a:cubicBezTo>
                  <a:lnTo>
                    <a:pt x="13279" y="443"/>
                  </a:lnTo>
                  <a:cubicBezTo>
                    <a:pt x="13279" y="207"/>
                    <a:pt x="13072" y="0"/>
                    <a:pt x="12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4"/>
            <p:cNvSpPr/>
            <p:nvPr/>
          </p:nvSpPr>
          <p:spPr>
            <a:xfrm>
              <a:off x="7519715" y="1698929"/>
              <a:ext cx="100376" cy="85998"/>
            </a:xfrm>
            <a:custGeom>
              <a:avLst/>
              <a:gdLst/>
              <a:ahLst/>
              <a:cxnLst/>
              <a:rect l="l" t="t" r="r" b="b"/>
              <a:pathLst>
                <a:path w="3719" h="3186" extrusionOk="0">
                  <a:moveTo>
                    <a:pt x="2103" y="818"/>
                  </a:moveTo>
                  <a:cubicBezTo>
                    <a:pt x="2490" y="818"/>
                    <a:pt x="2863" y="1130"/>
                    <a:pt x="2863" y="1594"/>
                  </a:cubicBezTo>
                  <a:cubicBezTo>
                    <a:pt x="2833" y="1978"/>
                    <a:pt x="2538" y="2302"/>
                    <a:pt x="2125" y="2302"/>
                  </a:cubicBezTo>
                  <a:cubicBezTo>
                    <a:pt x="2114" y="2303"/>
                    <a:pt x="2102" y="2303"/>
                    <a:pt x="2091" y="2303"/>
                  </a:cubicBezTo>
                  <a:cubicBezTo>
                    <a:pt x="1464" y="2303"/>
                    <a:pt x="1130" y="1498"/>
                    <a:pt x="1594" y="1034"/>
                  </a:cubicBezTo>
                  <a:cubicBezTo>
                    <a:pt x="1743" y="884"/>
                    <a:pt x="1925" y="818"/>
                    <a:pt x="2103" y="818"/>
                  </a:cubicBezTo>
                  <a:close/>
                  <a:moveTo>
                    <a:pt x="2125" y="1"/>
                  </a:moveTo>
                  <a:cubicBezTo>
                    <a:pt x="709" y="1"/>
                    <a:pt x="0" y="1712"/>
                    <a:pt x="1004" y="2716"/>
                  </a:cubicBezTo>
                  <a:cubicBezTo>
                    <a:pt x="1329" y="3040"/>
                    <a:pt x="1728" y="3186"/>
                    <a:pt x="2119" y="3186"/>
                  </a:cubicBezTo>
                  <a:cubicBezTo>
                    <a:pt x="2936" y="3186"/>
                    <a:pt x="3718" y="2552"/>
                    <a:pt x="3718" y="1594"/>
                  </a:cubicBezTo>
                  <a:cubicBezTo>
                    <a:pt x="3718" y="709"/>
                    <a:pt x="3010" y="1"/>
                    <a:pt x="2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4"/>
            <p:cNvSpPr/>
            <p:nvPr/>
          </p:nvSpPr>
          <p:spPr>
            <a:xfrm>
              <a:off x="7460769" y="1729998"/>
              <a:ext cx="46234" cy="23133"/>
            </a:xfrm>
            <a:custGeom>
              <a:avLst/>
              <a:gdLst/>
              <a:ahLst/>
              <a:cxnLst/>
              <a:rect l="l" t="t" r="r" b="b"/>
              <a:pathLst>
                <a:path w="1713" h="857" extrusionOk="0">
                  <a:moveTo>
                    <a:pt x="562" y="1"/>
                  </a:moveTo>
                  <a:cubicBezTo>
                    <a:pt x="1" y="1"/>
                    <a:pt x="1" y="856"/>
                    <a:pt x="562" y="856"/>
                  </a:cubicBezTo>
                  <a:lnTo>
                    <a:pt x="1152" y="856"/>
                  </a:lnTo>
                  <a:cubicBezTo>
                    <a:pt x="1712" y="856"/>
                    <a:pt x="1712" y="1"/>
                    <a:pt x="1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4"/>
            <p:cNvSpPr/>
            <p:nvPr/>
          </p:nvSpPr>
          <p:spPr>
            <a:xfrm>
              <a:off x="7647945" y="1729998"/>
              <a:ext cx="42239" cy="23133"/>
            </a:xfrm>
            <a:custGeom>
              <a:avLst/>
              <a:gdLst/>
              <a:ahLst/>
              <a:cxnLst/>
              <a:rect l="l" t="t" r="r" b="b"/>
              <a:pathLst>
                <a:path w="1565" h="857" extrusionOk="0">
                  <a:moveTo>
                    <a:pt x="561" y="1"/>
                  </a:moveTo>
                  <a:cubicBezTo>
                    <a:pt x="0" y="1"/>
                    <a:pt x="0" y="856"/>
                    <a:pt x="561" y="856"/>
                  </a:cubicBezTo>
                  <a:lnTo>
                    <a:pt x="1151" y="856"/>
                  </a:lnTo>
                  <a:cubicBezTo>
                    <a:pt x="1387" y="856"/>
                    <a:pt x="1564" y="650"/>
                    <a:pt x="1564" y="443"/>
                  </a:cubicBezTo>
                  <a:cubicBezTo>
                    <a:pt x="1564" y="207"/>
                    <a:pt x="1358" y="1"/>
                    <a:pt x="1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6" name="Google Shape;3636;p74"/>
          <p:cNvGrpSpPr/>
          <p:nvPr/>
        </p:nvGrpSpPr>
        <p:grpSpPr>
          <a:xfrm>
            <a:off x="8022242" y="1659925"/>
            <a:ext cx="396645" cy="398247"/>
            <a:chOff x="8022242" y="1659925"/>
            <a:chExt cx="396645" cy="398247"/>
          </a:xfrm>
        </p:grpSpPr>
        <p:sp>
          <p:nvSpPr>
            <p:cNvPr id="3637" name="Google Shape;3637;p74"/>
            <p:cNvSpPr/>
            <p:nvPr/>
          </p:nvSpPr>
          <p:spPr>
            <a:xfrm>
              <a:off x="8069231" y="1809572"/>
              <a:ext cx="116300" cy="70207"/>
            </a:xfrm>
            <a:custGeom>
              <a:avLst/>
              <a:gdLst/>
              <a:ahLst/>
              <a:cxnLst/>
              <a:rect l="l" t="t" r="r" b="b"/>
              <a:pathLst>
                <a:path w="4309" h="2601" extrusionOk="0">
                  <a:moveTo>
                    <a:pt x="3453" y="830"/>
                  </a:moveTo>
                  <a:lnTo>
                    <a:pt x="3453" y="1715"/>
                  </a:lnTo>
                  <a:lnTo>
                    <a:pt x="856" y="1715"/>
                  </a:lnTo>
                  <a:lnTo>
                    <a:pt x="856" y="830"/>
                  </a:lnTo>
                  <a:close/>
                  <a:moveTo>
                    <a:pt x="369" y="1"/>
                  </a:moveTo>
                  <a:cubicBezTo>
                    <a:pt x="156" y="1"/>
                    <a:pt x="1" y="196"/>
                    <a:pt x="1" y="417"/>
                  </a:cubicBezTo>
                  <a:lnTo>
                    <a:pt x="1" y="2157"/>
                  </a:lnTo>
                  <a:cubicBezTo>
                    <a:pt x="1" y="2393"/>
                    <a:pt x="178" y="2600"/>
                    <a:pt x="414" y="2600"/>
                  </a:cubicBezTo>
                  <a:lnTo>
                    <a:pt x="3866" y="2600"/>
                  </a:lnTo>
                  <a:cubicBezTo>
                    <a:pt x="4132" y="2600"/>
                    <a:pt x="4309" y="2393"/>
                    <a:pt x="4309" y="2157"/>
                  </a:cubicBezTo>
                  <a:lnTo>
                    <a:pt x="4309" y="417"/>
                  </a:lnTo>
                  <a:cubicBezTo>
                    <a:pt x="4309" y="196"/>
                    <a:pt x="4154" y="1"/>
                    <a:pt x="3916" y="1"/>
                  </a:cubicBezTo>
                  <a:cubicBezTo>
                    <a:pt x="3900" y="1"/>
                    <a:pt x="3883" y="1"/>
                    <a:pt x="3866" y="3"/>
                  </a:cubicBezTo>
                  <a:lnTo>
                    <a:pt x="414" y="3"/>
                  </a:lnTo>
                  <a:cubicBezTo>
                    <a:pt x="399" y="1"/>
                    <a:pt x="384" y="1"/>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4"/>
            <p:cNvSpPr/>
            <p:nvPr/>
          </p:nvSpPr>
          <p:spPr>
            <a:xfrm>
              <a:off x="8069231" y="1941862"/>
              <a:ext cx="23130" cy="23133"/>
            </a:xfrm>
            <a:custGeom>
              <a:avLst/>
              <a:gdLst/>
              <a:ahLst/>
              <a:cxnLst/>
              <a:rect l="l" t="t" r="r" b="b"/>
              <a:pathLst>
                <a:path w="857" h="857" extrusionOk="0">
                  <a:moveTo>
                    <a:pt x="414" y="1"/>
                  </a:moveTo>
                  <a:cubicBezTo>
                    <a:pt x="178" y="1"/>
                    <a:pt x="1" y="178"/>
                    <a:pt x="1" y="414"/>
                  </a:cubicBezTo>
                  <a:cubicBezTo>
                    <a:pt x="1" y="650"/>
                    <a:pt x="178" y="856"/>
                    <a:pt x="414" y="856"/>
                  </a:cubicBezTo>
                  <a:cubicBezTo>
                    <a:pt x="650" y="856"/>
                    <a:pt x="856" y="650"/>
                    <a:pt x="856" y="414"/>
                  </a:cubicBezTo>
                  <a:cubicBezTo>
                    <a:pt x="856" y="178"/>
                    <a:pt x="65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4"/>
            <p:cNvSpPr/>
            <p:nvPr/>
          </p:nvSpPr>
          <p:spPr>
            <a:xfrm>
              <a:off x="8115438" y="1941862"/>
              <a:ext cx="23103" cy="23133"/>
            </a:xfrm>
            <a:custGeom>
              <a:avLst/>
              <a:gdLst/>
              <a:ahLst/>
              <a:cxnLst/>
              <a:rect l="l" t="t" r="r" b="b"/>
              <a:pathLst>
                <a:path w="856" h="857" extrusionOk="0">
                  <a:moveTo>
                    <a:pt x="443" y="1"/>
                  </a:moveTo>
                  <a:cubicBezTo>
                    <a:pt x="207" y="1"/>
                    <a:pt x="0" y="178"/>
                    <a:pt x="0" y="414"/>
                  </a:cubicBezTo>
                  <a:cubicBezTo>
                    <a:pt x="0" y="650"/>
                    <a:pt x="207" y="856"/>
                    <a:pt x="443" y="856"/>
                  </a:cubicBezTo>
                  <a:cubicBezTo>
                    <a:pt x="679" y="856"/>
                    <a:pt x="856" y="650"/>
                    <a:pt x="856" y="414"/>
                  </a:cubicBezTo>
                  <a:cubicBezTo>
                    <a:pt x="856" y="178"/>
                    <a:pt x="679" y="1"/>
                    <a:pt x="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4"/>
            <p:cNvSpPr/>
            <p:nvPr/>
          </p:nvSpPr>
          <p:spPr>
            <a:xfrm>
              <a:off x="8069231" y="1898863"/>
              <a:ext cx="23130" cy="23106"/>
            </a:xfrm>
            <a:custGeom>
              <a:avLst/>
              <a:gdLst/>
              <a:ahLst/>
              <a:cxnLst/>
              <a:rect l="l" t="t" r="r" b="b"/>
              <a:pathLst>
                <a:path w="857" h="856" extrusionOk="0">
                  <a:moveTo>
                    <a:pt x="414" y="0"/>
                  </a:moveTo>
                  <a:cubicBezTo>
                    <a:pt x="178" y="0"/>
                    <a:pt x="1" y="177"/>
                    <a:pt x="1" y="413"/>
                  </a:cubicBezTo>
                  <a:cubicBezTo>
                    <a:pt x="1" y="679"/>
                    <a:pt x="178" y="856"/>
                    <a:pt x="414" y="856"/>
                  </a:cubicBezTo>
                  <a:cubicBezTo>
                    <a:pt x="650" y="856"/>
                    <a:pt x="856" y="679"/>
                    <a:pt x="856" y="413"/>
                  </a:cubicBezTo>
                  <a:cubicBezTo>
                    <a:pt x="856" y="177"/>
                    <a:pt x="65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4"/>
            <p:cNvSpPr/>
            <p:nvPr/>
          </p:nvSpPr>
          <p:spPr>
            <a:xfrm>
              <a:off x="8115438" y="1898863"/>
              <a:ext cx="23103" cy="23106"/>
            </a:xfrm>
            <a:custGeom>
              <a:avLst/>
              <a:gdLst/>
              <a:ahLst/>
              <a:cxnLst/>
              <a:rect l="l" t="t" r="r" b="b"/>
              <a:pathLst>
                <a:path w="856" h="856" extrusionOk="0">
                  <a:moveTo>
                    <a:pt x="443" y="0"/>
                  </a:moveTo>
                  <a:cubicBezTo>
                    <a:pt x="207" y="0"/>
                    <a:pt x="0" y="177"/>
                    <a:pt x="0" y="413"/>
                  </a:cubicBezTo>
                  <a:cubicBezTo>
                    <a:pt x="0" y="679"/>
                    <a:pt x="207" y="856"/>
                    <a:pt x="443" y="856"/>
                  </a:cubicBezTo>
                  <a:cubicBezTo>
                    <a:pt x="679" y="856"/>
                    <a:pt x="856" y="679"/>
                    <a:pt x="856" y="413"/>
                  </a:cubicBezTo>
                  <a:cubicBezTo>
                    <a:pt x="856" y="177"/>
                    <a:pt x="679"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4"/>
            <p:cNvSpPr/>
            <p:nvPr/>
          </p:nvSpPr>
          <p:spPr>
            <a:xfrm>
              <a:off x="8162401" y="1898863"/>
              <a:ext cx="23130" cy="23106"/>
            </a:xfrm>
            <a:custGeom>
              <a:avLst/>
              <a:gdLst/>
              <a:ahLst/>
              <a:cxnLst/>
              <a:rect l="l" t="t" r="r" b="b"/>
              <a:pathLst>
                <a:path w="857" h="856" extrusionOk="0">
                  <a:moveTo>
                    <a:pt x="414" y="0"/>
                  </a:moveTo>
                  <a:cubicBezTo>
                    <a:pt x="178" y="0"/>
                    <a:pt x="1" y="177"/>
                    <a:pt x="1" y="413"/>
                  </a:cubicBezTo>
                  <a:cubicBezTo>
                    <a:pt x="1" y="679"/>
                    <a:pt x="178" y="856"/>
                    <a:pt x="414" y="856"/>
                  </a:cubicBezTo>
                  <a:cubicBezTo>
                    <a:pt x="680" y="856"/>
                    <a:pt x="857" y="679"/>
                    <a:pt x="857" y="413"/>
                  </a:cubicBezTo>
                  <a:cubicBezTo>
                    <a:pt x="857" y="177"/>
                    <a:pt x="68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4"/>
            <p:cNvSpPr/>
            <p:nvPr/>
          </p:nvSpPr>
          <p:spPr>
            <a:xfrm>
              <a:off x="8069231" y="1988073"/>
              <a:ext cx="23130" cy="23106"/>
            </a:xfrm>
            <a:custGeom>
              <a:avLst/>
              <a:gdLst/>
              <a:ahLst/>
              <a:cxnLst/>
              <a:rect l="l" t="t" r="r" b="b"/>
              <a:pathLst>
                <a:path w="857" h="856" extrusionOk="0">
                  <a:moveTo>
                    <a:pt x="414" y="0"/>
                  </a:moveTo>
                  <a:cubicBezTo>
                    <a:pt x="178" y="0"/>
                    <a:pt x="1" y="207"/>
                    <a:pt x="1" y="443"/>
                  </a:cubicBezTo>
                  <a:cubicBezTo>
                    <a:pt x="1" y="679"/>
                    <a:pt x="178" y="856"/>
                    <a:pt x="414" y="856"/>
                  </a:cubicBezTo>
                  <a:cubicBezTo>
                    <a:pt x="650" y="856"/>
                    <a:pt x="856" y="679"/>
                    <a:pt x="856" y="443"/>
                  </a:cubicBezTo>
                  <a:cubicBezTo>
                    <a:pt x="856" y="207"/>
                    <a:pt x="65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4"/>
            <p:cNvSpPr/>
            <p:nvPr/>
          </p:nvSpPr>
          <p:spPr>
            <a:xfrm>
              <a:off x="8115438" y="1988073"/>
              <a:ext cx="23103" cy="23106"/>
            </a:xfrm>
            <a:custGeom>
              <a:avLst/>
              <a:gdLst/>
              <a:ahLst/>
              <a:cxnLst/>
              <a:rect l="l" t="t" r="r" b="b"/>
              <a:pathLst>
                <a:path w="856" h="856" extrusionOk="0">
                  <a:moveTo>
                    <a:pt x="443" y="0"/>
                  </a:moveTo>
                  <a:cubicBezTo>
                    <a:pt x="207" y="0"/>
                    <a:pt x="0" y="207"/>
                    <a:pt x="0" y="443"/>
                  </a:cubicBezTo>
                  <a:cubicBezTo>
                    <a:pt x="0" y="679"/>
                    <a:pt x="207" y="856"/>
                    <a:pt x="443" y="856"/>
                  </a:cubicBezTo>
                  <a:cubicBezTo>
                    <a:pt x="679" y="856"/>
                    <a:pt x="856" y="679"/>
                    <a:pt x="856" y="443"/>
                  </a:cubicBezTo>
                  <a:cubicBezTo>
                    <a:pt x="856" y="207"/>
                    <a:pt x="679"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4"/>
            <p:cNvSpPr/>
            <p:nvPr/>
          </p:nvSpPr>
          <p:spPr>
            <a:xfrm>
              <a:off x="8162401" y="1941862"/>
              <a:ext cx="23130" cy="70127"/>
            </a:xfrm>
            <a:custGeom>
              <a:avLst/>
              <a:gdLst/>
              <a:ahLst/>
              <a:cxnLst/>
              <a:rect l="l" t="t" r="r" b="b"/>
              <a:pathLst>
                <a:path w="857" h="2598" extrusionOk="0">
                  <a:moveTo>
                    <a:pt x="414" y="1"/>
                  </a:moveTo>
                  <a:cubicBezTo>
                    <a:pt x="178" y="1"/>
                    <a:pt x="1" y="178"/>
                    <a:pt x="1" y="414"/>
                  </a:cubicBezTo>
                  <a:lnTo>
                    <a:pt x="1" y="2155"/>
                  </a:lnTo>
                  <a:cubicBezTo>
                    <a:pt x="1" y="2450"/>
                    <a:pt x="215" y="2597"/>
                    <a:pt x="429" y="2597"/>
                  </a:cubicBezTo>
                  <a:cubicBezTo>
                    <a:pt x="643" y="2597"/>
                    <a:pt x="857" y="2450"/>
                    <a:pt x="857" y="2155"/>
                  </a:cubicBezTo>
                  <a:lnTo>
                    <a:pt x="857" y="414"/>
                  </a:lnTo>
                  <a:cubicBezTo>
                    <a:pt x="857" y="178"/>
                    <a:pt x="65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4"/>
            <p:cNvSpPr/>
            <p:nvPr/>
          </p:nvSpPr>
          <p:spPr>
            <a:xfrm>
              <a:off x="8022242" y="1659925"/>
              <a:ext cx="396645" cy="398247"/>
            </a:xfrm>
            <a:custGeom>
              <a:avLst/>
              <a:gdLst/>
              <a:ahLst/>
              <a:cxnLst/>
              <a:rect l="l" t="t" r="r" b="b"/>
              <a:pathLst>
                <a:path w="14696" h="14754" extrusionOk="0">
                  <a:moveTo>
                    <a:pt x="11804" y="915"/>
                  </a:moveTo>
                  <a:cubicBezTo>
                    <a:pt x="12836" y="1092"/>
                    <a:pt x="13604" y="1888"/>
                    <a:pt x="13781" y="2892"/>
                  </a:cubicBezTo>
                  <a:lnTo>
                    <a:pt x="11804" y="2892"/>
                  </a:lnTo>
                  <a:lnTo>
                    <a:pt x="11804" y="915"/>
                  </a:lnTo>
                  <a:close/>
                  <a:moveTo>
                    <a:pt x="6492" y="4662"/>
                  </a:moveTo>
                  <a:cubicBezTo>
                    <a:pt x="6728" y="4662"/>
                    <a:pt x="6905" y="4869"/>
                    <a:pt x="6905" y="5105"/>
                  </a:cubicBezTo>
                  <a:lnTo>
                    <a:pt x="6905" y="13455"/>
                  </a:lnTo>
                  <a:cubicBezTo>
                    <a:pt x="6905" y="13691"/>
                    <a:pt x="6728" y="13868"/>
                    <a:pt x="6492" y="13868"/>
                  </a:cubicBezTo>
                  <a:lnTo>
                    <a:pt x="1299" y="13868"/>
                  </a:lnTo>
                  <a:cubicBezTo>
                    <a:pt x="1063" y="13868"/>
                    <a:pt x="856" y="13691"/>
                    <a:pt x="856" y="13455"/>
                  </a:cubicBezTo>
                  <a:lnTo>
                    <a:pt x="856" y="5105"/>
                  </a:lnTo>
                  <a:cubicBezTo>
                    <a:pt x="856" y="4869"/>
                    <a:pt x="1063" y="4662"/>
                    <a:pt x="1299" y="4662"/>
                  </a:cubicBezTo>
                  <a:close/>
                  <a:moveTo>
                    <a:pt x="10948" y="826"/>
                  </a:moveTo>
                  <a:lnTo>
                    <a:pt x="10948" y="3275"/>
                  </a:lnTo>
                  <a:cubicBezTo>
                    <a:pt x="10948" y="3541"/>
                    <a:pt x="11154" y="3718"/>
                    <a:pt x="11391" y="3718"/>
                  </a:cubicBezTo>
                  <a:lnTo>
                    <a:pt x="13840" y="3718"/>
                  </a:lnTo>
                  <a:lnTo>
                    <a:pt x="13840" y="13868"/>
                  </a:lnTo>
                  <a:lnTo>
                    <a:pt x="7702" y="13868"/>
                  </a:lnTo>
                  <a:cubicBezTo>
                    <a:pt x="7761" y="13750"/>
                    <a:pt x="7791" y="13603"/>
                    <a:pt x="7791" y="13455"/>
                  </a:cubicBezTo>
                  <a:lnTo>
                    <a:pt x="7791" y="12423"/>
                  </a:lnTo>
                  <a:lnTo>
                    <a:pt x="12512" y="12423"/>
                  </a:lnTo>
                  <a:cubicBezTo>
                    <a:pt x="13102" y="12423"/>
                    <a:pt x="13102" y="11567"/>
                    <a:pt x="12512" y="11567"/>
                  </a:cubicBezTo>
                  <a:lnTo>
                    <a:pt x="7791" y="11567"/>
                  </a:lnTo>
                  <a:lnTo>
                    <a:pt x="7791" y="10711"/>
                  </a:lnTo>
                  <a:lnTo>
                    <a:pt x="9089" y="10711"/>
                  </a:lnTo>
                  <a:cubicBezTo>
                    <a:pt x="9591" y="10652"/>
                    <a:pt x="9591" y="9885"/>
                    <a:pt x="9089" y="9826"/>
                  </a:cubicBezTo>
                  <a:lnTo>
                    <a:pt x="7791" y="9826"/>
                  </a:lnTo>
                  <a:lnTo>
                    <a:pt x="7791" y="8970"/>
                  </a:lnTo>
                  <a:lnTo>
                    <a:pt x="9089" y="8970"/>
                  </a:lnTo>
                  <a:cubicBezTo>
                    <a:pt x="9650" y="8970"/>
                    <a:pt x="9650" y="8115"/>
                    <a:pt x="9089" y="8115"/>
                  </a:cubicBezTo>
                  <a:lnTo>
                    <a:pt x="7791" y="8115"/>
                  </a:lnTo>
                  <a:lnTo>
                    <a:pt x="7791" y="7259"/>
                  </a:lnTo>
                  <a:lnTo>
                    <a:pt x="9089" y="7259"/>
                  </a:lnTo>
                  <a:cubicBezTo>
                    <a:pt x="9650" y="7259"/>
                    <a:pt x="9650" y="6374"/>
                    <a:pt x="9089" y="6374"/>
                  </a:cubicBezTo>
                  <a:lnTo>
                    <a:pt x="7791" y="6374"/>
                  </a:lnTo>
                  <a:lnTo>
                    <a:pt x="7791" y="5518"/>
                  </a:lnTo>
                  <a:lnTo>
                    <a:pt x="9089" y="5518"/>
                  </a:lnTo>
                  <a:cubicBezTo>
                    <a:pt x="9650" y="5518"/>
                    <a:pt x="9650" y="4662"/>
                    <a:pt x="9089" y="4662"/>
                  </a:cubicBezTo>
                  <a:lnTo>
                    <a:pt x="7702" y="4662"/>
                  </a:lnTo>
                  <a:cubicBezTo>
                    <a:pt x="7525" y="4131"/>
                    <a:pt x="7023" y="3806"/>
                    <a:pt x="6492" y="3777"/>
                  </a:cubicBezTo>
                  <a:lnTo>
                    <a:pt x="4899" y="3777"/>
                  </a:lnTo>
                  <a:lnTo>
                    <a:pt x="4899" y="826"/>
                  </a:lnTo>
                  <a:close/>
                  <a:moveTo>
                    <a:pt x="4456" y="0"/>
                  </a:moveTo>
                  <a:cubicBezTo>
                    <a:pt x="4220" y="0"/>
                    <a:pt x="4043" y="207"/>
                    <a:pt x="4043" y="443"/>
                  </a:cubicBezTo>
                  <a:lnTo>
                    <a:pt x="4043" y="3806"/>
                  </a:lnTo>
                  <a:lnTo>
                    <a:pt x="1299" y="3806"/>
                  </a:lnTo>
                  <a:cubicBezTo>
                    <a:pt x="591" y="3806"/>
                    <a:pt x="1" y="4397"/>
                    <a:pt x="1" y="5105"/>
                  </a:cubicBezTo>
                  <a:lnTo>
                    <a:pt x="1" y="13455"/>
                  </a:lnTo>
                  <a:cubicBezTo>
                    <a:pt x="1" y="14164"/>
                    <a:pt x="591" y="14754"/>
                    <a:pt x="1299" y="14754"/>
                  </a:cubicBezTo>
                  <a:lnTo>
                    <a:pt x="14253" y="14754"/>
                  </a:lnTo>
                  <a:cubicBezTo>
                    <a:pt x="14489" y="14754"/>
                    <a:pt x="14695" y="14547"/>
                    <a:pt x="14695" y="14311"/>
                  </a:cubicBezTo>
                  <a:lnTo>
                    <a:pt x="14695" y="3305"/>
                  </a:lnTo>
                  <a:cubicBezTo>
                    <a:pt x="14695" y="1475"/>
                    <a:pt x="13220" y="0"/>
                    <a:pt x="1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4"/>
            <p:cNvSpPr/>
            <p:nvPr/>
          </p:nvSpPr>
          <p:spPr>
            <a:xfrm>
              <a:off x="8173251" y="1706838"/>
              <a:ext cx="123776" cy="23268"/>
            </a:xfrm>
            <a:custGeom>
              <a:avLst/>
              <a:gdLst/>
              <a:ahLst/>
              <a:cxnLst/>
              <a:rect l="l" t="t" r="r" b="b"/>
              <a:pathLst>
                <a:path w="4586" h="862" extrusionOk="0">
                  <a:moveTo>
                    <a:pt x="549" y="0"/>
                  </a:moveTo>
                  <a:cubicBezTo>
                    <a:pt x="0" y="0"/>
                    <a:pt x="0" y="861"/>
                    <a:pt x="549" y="861"/>
                  </a:cubicBezTo>
                  <a:cubicBezTo>
                    <a:pt x="566" y="861"/>
                    <a:pt x="584" y="860"/>
                    <a:pt x="602" y="859"/>
                  </a:cubicBezTo>
                  <a:lnTo>
                    <a:pt x="4055" y="859"/>
                  </a:lnTo>
                  <a:cubicBezTo>
                    <a:pt x="4586" y="800"/>
                    <a:pt x="4586" y="32"/>
                    <a:pt x="4055" y="3"/>
                  </a:cubicBezTo>
                  <a:lnTo>
                    <a:pt x="602" y="3"/>
                  </a:lnTo>
                  <a:cubicBezTo>
                    <a:pt x="584" y="1"/>
                    <a:pt x="566"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4"/>
            <p:cNvSpPr/>
            <p:nvPr/>
          </p:nvSpPr>
          <p:spPr>
            <a:xfrm>
              <a:off x="8301777" y="1782768"/>
              <a:ext cx="71712" cy="139011"/>
            </a:xfrm>
            <a:custGeom>
              <a:avLst/>
              <a:gdLst/>
              <a:ahLst/>
              <a:cxnLst/>
              <a:rect l="l" t="t" r="r" b="b"/>
              <a:pathLst>
                <a:path w="2657" h="5150" extrusionOk="0">
                  <a:moveTo>
                    <a:pt x="1034" y="1144"/>
                  </a:moveTo>
                  <a:lnTo>
                    <a:pt x="1034" y="2000"/>
                  </a:lnTo>
                  <a:cubicBezTo>
                    <a:pt x="975" y="1970"/>
                    <a:pt x="916" y="1911"/>
                    <a:pt x="856" y="1882"/>
                  </a:cubicBezTo>
                  <a:cubicBezTo>
                    <a:pt x="738" y="1793"/>
                    <a:pt x="709" y="1646"/>
                    <a:pt x="738" y="1498"/>
                  </a:cubicBezTo>
                  <a:cubicBezTo>
                    <a:pt x="768" y="1350"/>
                    <a:pt x="886" y="1203"/>
                    <a:pt x="1034" y="1144"/>
                  </a:cubicBezTo>
                  <a:close/>
                  <a:moveTo>
                    <a:pt x="1594" y="2855"/>
                  </a:moveTo>
                  <a:cubicBezTo>
                    <a:pt x="1860" y="2944"/>
                    <a:pt x="2037" y="3209"/>
                    <a:pt x="1978" y="3505"/>
                  </a:cubicBezTo>
                  <a:cubicBezTo>
                    <a:pt x="1948" y="3711"/>
                    <a:pt x="1801" y="3918"/>
                    <a:pt x="1594" y="4036"/>
                  </a:cubicBezTo>
                  <a:lnTo>
                    <a:pt x="1594" y="2855"/>
                  </a:lnTo>
                  <a:close/>
                  <a:moveTo>
                    <a:pt x="1314" y="1"/>
                  </a:moveTo>
                  <a:cubicBezTo>
                    <a:pt x="1174" y="1"/>
                    <a:pt x="1034" y="96"/>
                    <a:pt x="1034" y="288"/>
                  </a:cubicBezTo>
                  <a:lnTo>
                    <a:pt x="1034" y="524"/>
                  </a:lnTo>
                  <a:lnTo>
                    <a:pt x="916" y="554"/>
                  </a:lnTo>
                  <a:cubicBezTo>
                    <a:pt x="532" y="672"/>
                    <a:pt x="237" y="996"/>
                    <a:pt x="178" y="1380"/>
                  </a:cubicBezTo>
                  <a:cubicBezTo>
                    <a:pt x="89" y="1734"/>
                    <a:pt x="207" y="2088"/>
                    <a:pt x="473" y="2324"/>
                  </a:cubicBezTo>
                  <a:cubicBezTo>
                    <a:pt x="650" y="2442"/>
                    <a:pt x="827" y="2531"/>
                    <a:pt x="1034" y="2619"/>
                  </a:cubicBezTo>
                  <a:lnTo>
                    <a:pt x="1034" y="4065"/>
                  </a:lnTo>
                  <a:cubicBezTo>
                    <a:pt x="827" y="4065"/>
                    <a:pt x="650" y="4006"/>
                    <a:pt x="502" y="3888"/>
                  </a:cubicBezTo>
                  <a:cubicBezTo>
                    <a:pt x="444" y="3853"/>
                    <a:pt x="381" y="3837"/>
                    <a:pt x="321" y="3837"/>
                  </a:cubicBezTo>
                  <a:cubicBezTo>
                    <a:pt x="229" y="3837"/>
                    <a:pt x="143" y="3876"/>
                    <a:pt x="89" y="3947"/>
                  </a:cubicBezTo>
                  <a:cubicBezTo>
                    <a:pt x="1" y="4095"/>
                    <a:pt x="60" y="4272"/>
                    <a:pt x="178" y="4360"/>
                  </a:cubicBezTo>
                  <a:cubicBezTo>
                    <a:pt x="414" y="4537"/>
                    <a:pt x="709" y="4626"/>
                    <a:pt x="1034" y="4655"/>
                  </a:cubicBezTo>
                  <a:lnTo>
                    <a:pt x="1034" y="4862"/>
                  </a:lnTo>
                  <a:cubicBezTo>
                    <a:pt x="1019" y="5054"/>
                    <a:pt x="1159" y="5150"/>
                    <a:pt x="1303" y="5150"/>
                  </a:cubicBezTo>
                  <a:cubicBezTo>
                    <a:pt x="1447" y="5150"/>
                    <a:pt x="1594" y="5054"/>
                    <a:pt x="1594" y="4862"/>
                  </a:cubicBezTo>
                  <a:lnTo>
                    <a:pt x="1594" y="4626"/>
                  </a:lnTo>
                  <a:cubicBezTo>
                    <a:pt x="2096" y="4508"/>
                    <a:pt x="2450" y="4095"/>
                    <a:pt x="2538" y="3593"/>
                  </a:cubicBezTo>
                  <a:cubicBezTo>
                    <a:pt x="2656" y="3032"/>
                    <a:pt x="2332" y="2472"/>
                    <a:pt x="1771" y="2295"/>
                  </a:cubicBezTo>
                  <a:lnTo>
                    <a:pt x="1594" y="2236"/>
                  </a:lnTo>
                  <a:lnTo>
                    <a:pt x="1594" y="1085"/>
                  </a:lnTo>
                  <a:cubicBezTo>
                    <a:pt x="1683" y="1114"/>
                    <a:pt x="1742" y="1144"/>
                    <a:pt x="1801" y="1203"/>
                  </a:cubicBezTo>
                  <a:cubicBezTo>
                    <a:pt x="1863" y="1252"/>
                    <a:pt x="1929" y="1272"/>
                    <a:pt x="1991" y="1272"/>
                  </a:cubicBezTo>
                  <a:cubicBezTo>
                    <a:pt x="2193" y="1272"/>
                    <a:pt x="2356" y="1052"/>
                    <a:pt x="2243" y="849"/>
                  </a:cubicBezTo>
                  <a:cubicBezTo>
                    <a:pt x="2066" y="672"/>
                    <a:pt x="1830" y="554"/>
                    <a:pt x="1594" y="524"/>
                  </a:cubicBezTo>
                  <a:lnTo>
                    <a:pt x="1594" y="288"/>
                  </a:lnTo>
                  <a:cubicBezTo>
                    <a:pt x="1594" y="96"/>
                    <a:pt x="1454" y="1"/>
                    <a:pt x="1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74"/>
          <p:cNvGrpSpPr/>
          <p:nvPr/>
        </p:nvGrpSpPr>
        <p:grpSpPr>
          <a:xfrm>
            <a:off x="729571" y="2262047"/>
            <a:ext cx="400613" cy="398679"/>
            <a:chOff x="729571" y="2262047"/>
            <a:chExt cx="400613" cy="398679"/>
          </a:xfrm>
        </p:grpSpPr>
        <p:sp>
          <p:nvSpPr>
            <p:cNvPr id="3650" name="Google Shape;3650;p74"/>
            <p:cNvSpPr/>
            <p:nvPr/>
          </p:nvSpPr>
          <p:spPr>
            <a:xfrm>
              <a:off x="729571" y="2262047"/>
              <a:ext cx="400613" cy="398679"/>
            </a:xfrm>
            <a:custGeom>
              <a:avLst/>
              <a:gdLst/>
              <a:ahLst/>
              <a:cxnLst/>
              <a:rect l="l" t="t" r="r" b="b"/>
              <a:pathLst>
                <a:path w="14843" h="14770" extrusionOk="0">
                  <a:moveTo>
                    <a:pt x="2272" y="886"/>
                  </a:moveTo>
                  <a:cubicBezTo>
                    <a:pt x="2095" y="1564"/>
                    <a:pt x="1564" y="2096"/>
                    <a:pt x="885" y="2273"/>
                  </a:cubicBezTo>
                  <a:lnTo>
                    <a:pt x="885" y="886"/>
                  </a:lnTo>
                  <a:close/>
                  <a:moveTo>
                    <a:pt x="13957" y="886"/>
                  </a:moveTo>
                  <a:lnTo>
                    <a:pt x="13957" y="2273"/>
                  </a:lnTo>
                  <a:cubicBezTo>
                    <a:pt x="13249" y="2096"/>
                    <a:pt x="12718" y="1564"/>
                    <a:pt x="12570" y="886"/>
                  </a:cubicBezTo>
                  <a:close/>
                  <a:moveTo>
                    <a:pt x="885" y="5548"/>
                  </a:moveTo>
                  <a:cubicBezTo>
                    <a:pt x="1564" y="5725"/>
                    <a:pt x="2095" y="6256"/>
                    <a:pt x="2272" y="6935"/>
                  </a:cubicBezTo>
                  <a:lnTo>
                    <a:pt x="885" y="6935"/>
                  </a:lnTo>
                  <a:lnTo>
                    <a:pt x="885" y="5548"/>
                  </a:lnTo>
                  <a:close/>
                  <a:moveTo>
                    <a:pt x="11656" y="886"/>
                  </a:moveTo>
                  <a:cubicBezTo>
                    <a:pt x="11833" y="2037"/>
                    <a:pt x="12777" y="2981"/>
                    <a:pt x="13928" y="3158"/>
                  </a:cubicBezTo>
                  <a:lnTo>
                    <a:pt x="13928" y="4663"/>
                  </a:lnTo>
                  <a:lnTo>
                    <a:pt x="13957" y="4663"/>
                  </a:lnTo>
                  <a:cubicBezTo>
                    <a:pt x="12777" y="4869"/>
                    <a:pt x="11862" y="5784"/>
                    <a:pt x="11685" y="6964"/>
                  </a:cubicBezTo>
                  <a:lnTo>
                    <a:pt x="3128" y="6964"/>
                  </a:lnTo>
                  <a:cubicBezTo>
                    <a:pt x="2951" y="5784"/>
                    <a:pt x="2036" y="4869"/>
                    <a:pt x="856" y="4663"/>
                  </a:cubicBezTo>
                  <a:lnTo>
                    <a:pt x="856" y="3158"/>
                  </a:lnTo>
                  <a:cubicBezTo>
                    <a:pt x="2036" y="2981"/>
                    <a:pt x="2951" y="2037"/>
                    <a:pt x="3128" y="886"/>
                  </a:cubicBezTo>
                  <a:close/>
                  <a:moveTo>
                    <a:pt x="13957" y="5548"/>
                  </a:moveTo>
                  <a:lnTo>
                    <a:pt x="13957" y="6964"/>
                  </a:lnTo>
                  <a:lnTo>
                    <a:pt x="12570" y="6964"/>
                  </a:lnTo>
                  <a:cubicBezTo>
                    <a:pt x="12718" y="6256"/>
                    <a:pt x="13249" y="5725"/>
                    <a:pt x="13957" y="5548"/>
                  </a:cubicBezTo>
                  <a:close/>
                  <a:moveTo>
                    <a:pt x="8587" y="7820"/>
                  </a:moveTo>
                  <a:lnTo>
                    <a:pt x="7288" y="8676"/>
                  </a:lnTo>
                  <a:lnTo>
                    <a:pt x="885" y="8676"/>
                  </a:lnTo>
                  <a:lnTo>
                    <a:pt x="885" y="7820"/>
                  </a:lnTo>
                  <a:close/>
                  <a:moveTo>
                    <a:pt x="13957" y="7820"/>
                  </a:moveTo>
                  <a:lnTo>
                    <a:pt x="13957" y="8676"/>
                  </a:lnTo>
                  <a:lnTo>
                    <a:pt x="12747" y="8676"/>
                  </a:lnTo>
                  <a:lnTo>
                    <a:pt x="11449" y="7820"/>
                  </a:lnTo>
                  <a:close/>
                  <a:moveTo>
                    <a:pt x="6993" y="9561"/>
                  </a:moveTo>
                  <a:lnTo>
                    <a:pt x="6993" y="10417"/>
                  </a:lnTo>
                  <a:lnTo>
                    <a:pt x="885" y="10417"/>
                  </a:lnTo>
                  <a:lnTo>
                    <a:pt x="885" y="9561"/>
                  </a:lnTo>
                  <a:close/>
                  <a:moveTo>
                    <a:pt x="13957" y="9561"/>
                  </a:moveTo>
                  <a:lnTo>
                    <a:pt x="13957" y="10417"/>
                  </a:lnTo>
                  <a:lnTo>
                    <a:pt x="13042" y="10417"/>
                  </a:lnTo>
                  <a:lnTo>
                    <a:pt x="13042" y="9561"/>
                  </a:lnTo>
                  <a:close/>
                  <a:moveTo>
                    <a:pt x="10003" y="7909"/>
                  </a:moveTo>
                  <a:lnTo>
                    <a:pt x="12187" y="9354"/>
                  </a:lnTo>
                  <a:lnTo>
                    <a:pt x="12187" y="10328"/>
                  </a:lnTo>
                  <a:cubicBezTo>
                    <a:pt x="12187" y="11804"/>
                    <a:pt x="11331" y="13161"/>
                    <a:pt x="10003" y="13840"/>
                  </a:cubicBezTo>
                  <a:cubicBezTo>
                    <a:pt x="8675" y="13161"/>
                    <a:pt x="7849" y="11804"/>
                    <a:pt x="7849" y="10328"/>
                  </a:cubicBezTo>
                  <a:lnTo>
                    <a:pt x="7849" y="9354"/>
                  </a:lnTo>
                  <a:lnTo>
                    <a:pt x="10003" y="7909"/>
                  </a:lnTo>
                  <a:close/>
                  <a:moveTo>
                    <a:pt x="443" y="1"/>
                  </a:moveTo>
                  <a:cubicBezTo>
                    <a:pt x="207" y="1"/>
                    <a:pt x="0" y="207"/>
                    <a:pt x="0" y="443"/>
                  </a:cubicBezTo>
                  <a:lnTo>
                    <a:pt x="0" y="10859"/>
                  </a:lnTo>
                  <a:cubicBezTo>
                    <a:pt x="0" y="11095"/>
                    <a:pt x="207" y="11302"/>
                    <a:pt x="443" y="11302"/>
                  </a:cubicBezTo>
                  <a:lnTo>
                    <a:pt x="7082" y="11302"/>
                  </a:lnTo>
                  <a:cubicBezTo>
                    <a:pt x="7377" y="12807"/>
                    <a:pt x="8410" y="14105"/>
                    <a:pt x="9856" y="14725"/>
                  </a:cubicBezTo>
                  <a:cubicBezTo>
                    <a:pt x="9900" y="14754"/>
                    <a:pt x="9959" y="14769"/>
                    <a:pt x="10022" y="14769"/>
                  </a:cubicBezTo>
                  <a:cubicBezTo>
                    <a:pt x="10084" y="14769"/>
                    <a:pt x="10151" y="14754"/>
                    <a:pt x="10210" y="14725"/>
                  </a:cubicBezTo>
                  <a:cubicBezTo>
                    <a:pt x="11626" y="14105"/>
                    <a:pt x="12659" y="12807"/>
                    <a:pt x="12983" y="11302"/>
                  </a:cubicBezTo>
                  <a:lnTo>
                    <a:pt x="14400" y="11302"/>
                  </a:lnTo>
                  <a:cubicBezTo>
                    <a:pt x="14636" y="11302"/>
                    <a:pt x="14842" y="11095"/>
                    <a:pt x="14842" y="10859"/>
                  </a:cubicBezTo>
                  <a:lnTo>
                    <a:pt x="14842" y="443"/>
                  </a:lnTo>
                  <a:cubicBezTo>
                    <a:pt x="14842" y="207"/>
                    <a:pt x="14636" y="1"/>
                    <a:pt x="144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4"/>
            <p:cNvSpPr/>
            <p:nvPr/>
          </p:nvSpPr>
          <p:spPr>
            <a:xfrm>
              <a:off x="772566" y="2356035"/>
              <a:ext cx="54979" cy="23133"/>
            </a:xfrm>
            <a:custGeom>
              <a:avLst/>
              <a:gdLst/>
              <a:ahLst/>
              <a:cxnLst/>
              <a:rect l="l" t="t" r="r" b="b"/>
              <a:pathLst>
                <a:path w="2037" h="857" extrusionOk="0">
                  <a:moveTo>
                    <a:pt x="591" y="0"/>
                  </a:moveTo>
                  <a:cubicBezTo>
                    <a:pt x="0" y="0"/>
                    <a:pt x="0" y="856"/>
                    <a:pt x="591" y="856"/>
                  </a:cubicBezTo>
                  <a:lnTo>
                    <a:pt x="1446" y="856"/>
                  </a:lnTo>
                  <a:cubicBezTo>
                    <a:pt x="2036" y="856"/>
                    <a:pt x="2036"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4"/>
            <p:cNvSpPr/>
            <p:nvPr/>
          </p:nvSpPr>
          <p:spPr>
            <a:xfrm>
              <a:off x="1036177" y="2356035"/>
              <a:ext cx="50201" cy="23133"/>
            </a:xfrm>
            <a:custGeom>
              <a:avLst/>
              <a:gdLst/>
              <a:ahLst/>
              <a:cxnLst/>
              <a:rect l="l" t="t" r="r" b="b"/>
              <a:pathLst>
                <a:path w="1860" h="857" extrusionOk="0">
                  <a:moveTo>
                    <a:pt x="414" y="0"/>
                  </a:moveTo>
                  <a:cubicBezTo>
                    <a:pt x="177" y="0"/>
                    <a:pt x="0" y="178"/>
                    <a:pt x="0" y="443"/>
                  </a:cubicBezTo>
                  <a:cubicBezTo>
                    <a:pt x="0" y="679"/>
                    <a:pt x="177" y="856"/>
                    <a:pt x="414" y="856"/>
                  </a:cubicBezTo>
                  <a:lnTo>
                    <a:pt x="1299" y="856"/>
                  </a:lnTo>
                  <a:cubicBezTo>
                    <a:pt x="1859" y="856"/>
                    <a:pt x="1859"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4"/>
            <p:cNvSpPr/>
            <p:nvPr/>
          </p:nvSpPr>
          <p:spPr>
            <a:xfrm>
              <a:off x="894426" y="2297893"/>
              <a:ext cx="71685" cy="141198"/>
            </a:xfrm>
            <a:custGeom>
              <a:avLst/>
              <a:gdLst/>
              <a:ahLst/>
              <a:cxnLst/>
              <a:rect l="l" t="t" r="r" b="b"/>
              <a:pathLst>
                <a:path w="2656" h="5231" extrusionOk="0">
                  <a:moveTo>
                    <a:pt x="1003" y="1151"/>
                  </a:moveTo>
                  <a:lnTo>
                    <a:pt x="1003" y="2007"/>
                  </a:lnTo>
                  <a:cubicBezTo>
                    <a:pt x="944" y="1948"/>
                    <a:pt x="885" y="1918"/>
                    <a:pt x="826" y="1889"/>
                  </a:cubicBezTo>
                  <a:cubicBezTo>
                    <a:pt x="738" y="1771"/>
                    <a:pt x="708" y="1653"/>
                    <a:pt x="738" y="1505"/>
                  </a:cubicBezTo>
                  <a:cubicBezTo>
                    <a:pt x="767" y="1358"/>
                    <a:pt x="856" y="1210"/>
                    <a:pt x="1003" y="1151"/>
                  </a:cubicBezTo>
                  <a:close/>
                  <a:moveTo>
                    <a:pt x="1623" y="2863"/>
                  </a:moveTo>
                  <a:cubicBezTo>
                    <a:pt x="1889" y="2951"/>
                    <a:pt x="2036" y="3246"/>
                    <a:pt x="1977" y="3512"/>
                  </a:cubicBezTo>
                  <a:cubicBezTo>
                    <a:pt x="1948" y="3748"/>
                    <a:pt x="1800" y="3925"/>
                    <a:pt x="1623" y="4043"/>
                  </a:cubicBezTo>
                  <a:lnTo>
                    <a:pt x="1623" y="2863"/>
                  </a:lnTo>
                  <a:close/>
                  <a:moveTo>
                    <a:pt x="1310" y="0"/>
                  </a:moveTo>
                  <a:cubicBezTo>
                    <a:pt x="1173" y="0"/>
                    <a:pt x="1033" y="89"/>
                    <a:pt x="1003" y="266"/>
                  </a:cubicBezTo>
                  <a:lnTo>
                    <a:pt x="1003" y="532"/>
                  </a:lnTo>
                  <a:lnTo>
                    <a:pt x="885" y="561"/>
                  </a:lnTo>
                  <a:cubicBezTo>
                    <a:pt x="502" y="679"/>
                    <a:pt x="236" y="1004"/>
                    <a:pt x="148" y="1387"/>
                  </a:cubicBezTo>
                  <a:cubicBezTo>
                    <a:pt x="89" y="1741"/>
                    <a:pt x="207" y="2095"/>
                    <a:pt x="472" y="2332"/>
                  </a:cubicBezTo>
                  <a:cubicBezTo>
                    <a:pt x="649" y="2450"/>
                    <a:pt x="826" y="2568"/>
                    <a:pt x="1003" y="2656"/>
                  </a:cubicBezTo>
                  <a:lnTo>
                    <a:pt x="1003" y="4131"/>
                  </a:lnTo>
                  <a:cubicBezTo>
                    <a:pt x="826" y="4102"/>
                    <a:pt x="649" y="4043"/>
                    <a:pt x="472" y="3925"/>
                  </a:cubicBezTo>
                  <a:cubicBezTo>
                    <a:pt x="428" y="3892"/>
                    <a:pt x="375" y="3875"/>
                    <a:pt x="322" y="3875"/>
                  </a:cubicBezTo>
                  <a:cubicBezTo>
                    <a:pt x="234" y="3875"/>
                    <a:pt x="144" y="3921"/>
                    <a:pt x="89" y="4013"/>
                  </a:cubicBezTo>
                  <a:cubicBezTo>
                    <a:pt x="0" y="4131"/>
                    <a:pt x="30" y="4309"/>
                    <a:pt x="177" y="4397"/>
                  </a:cubicBezTo>
                  <a:cubicBezTo>
                    <a:pt x="413" y="4574"/>
                    <a:pt x="708" y="4692"/>
                    <a:pt x="1003" y="4692"/>
                  </a:cubicBezTo>
                  <a:lnTo>
                    <a:pt x="1003" y="4899"/>
                  </a:lnTo>
                  <a:cubicBezTo>
                    <a:pt x="989" y="5120"/>
                    <a:pt x="1151" y="5231"/>
                    <a:pt x="1310" y="5231"/>
                  </a:cubicBezTo>
                  <a:cubicBezTo>
                    <a:pt x="1468" y="5231"/>
                    <a:pt x="1623" y="5120"/>
                    <a:pt x="1594" y="4899"/>
                  </a:cubicBezTo>
                  <a:lnTo>
                    <a:pt x="1594" y="4663"/>
                  </a:lnTo>
                  <a:cubicBezTo>
                    <a:pt x="2095" y="4545"/>
                    <a:pt x="2449" y="4131"/>
                    <a:pt x="2538" y="3630"/>
                  </a:cubicBezTo>
                  <a:cubicBezTo>
                    <a:pt x="2656" y="3069"/>
                    <a:pt x="2331" y="2509"/>
                    <a:pt x="1771" y="2332"/>
                  </a:cubicBezTo>
                  <a:lnTo>
                    <a:pt x="1594" y="2243"/>
                  </a:lnTo>
                  <a:lnTo>
                    <a:pt x="1594" y="1092"/>
                  </a:lnTo>
                  <a:cubicBezTo>
                    <a:pt x="1682" y="1122"/>
                    <a:pt x="1741" y="1151"/>
                    <a:pt x="1800" y="1210"/>
                  </a:cubicBezTo>
                  <a:cubicBezTo>
                    <a:pt x="1866" y="1277"/>
                    <a:pt x="1951" y="1315"/>
                    <a:pt x="2034" y="1315"/>
                  </a:cubicBezTo>
                  <a:cubicBezTo>
                    <a:pt x="2098" y="1315"/>
                    <a:pt x="2161" y="1292"/>
                    <a:pt x="2213" y="1240"/>
                  </a:cubicBezTo>
                  <a:cubicBezTo>
                    <a:pt x="2331" y="1122"/>
                    <a:pt x="2331" y="945"/>
                    <a:pt x="2243" y="827"/>
                  </a:cubicBezTo>
                  <a:cubicBezTo>
                    <a:pt x="2066" y="650"/>
                    <a:pt x="1830" y="532"/>
                    <a:pt x="1594" y="502"/>
                  </a:cubicBezTo>
                  <a:lnTo>
                    <a:pt x="1594" y="266"/>
                  </a:lnTo>
                  <a:cubicBezTo>
                    <a:pt x="1579" y="89"/>
                    <a:pt x="1446"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4"/>
            <p:cNvSpPr/>
            <p:nvPr/>
          </p:nvSpPr>
          <p:spPr>
            <a:xfrm>
              <a:off x="958338" y="2518908"/>
              <a:ext cx="79459" cy="56576"/>
            </a:xfrm>
            <a:custGeom>
              <a:avLst/>
              <a:gdLst/>
              <a:ahLst/>
              <a:cxnLst/>
              <a:rect l="l" t="t" r="r" b="b"/>
              <a:pathLst>
                <a:path w="2944" h="2096" extrusionOk="0">
                  <a:moveTo>
                    <a:pt x="2471" y="1"/>
                  </a:moveTo>
                  <a:cubicBezTo>
                    <a:pt x="2361" y="1"/>
                    <a:pt x="2250" y="45"/>
                    <a:pt x="2176" y="134"/>
                  </a:cubicBezTo>
                  <a:lnTo>
                    <a:pt x="1232" y="1048"/>
                  </a:lnTo>
                  <a:lnTo>
                    <a:pt x="937" y="753"/>
                  </a:lnTo>
                  <a:cubicBezTo>
                    <a:pt x="841" y="657"/>
                    <a:pt x="734" y="617"/>
                    <a:pt x="631" y="617"/>
                  </a:cubicBezTo>
                  <a:cubicBezTo>
                    <a:pt x="292" y="617"/>
                    <a:pt x="0" y="1056"/>
                    <a:pt x="317" y="1373"/>
                  </a:cubicBezTo>
                  <a:lnTo>
                    <a:pt x="937" y="1963"/>
                  </a:lnTo>
                  <a:cubicBezTo>
                    <a:pt x="1025" y="2052"/>
                    <a:pt x="1136" y="2096"/>
                    <a:pt x="1247" y="2096"/>
                  </a:cubicBezTo>
                  <a:cubicBezTo>
                    <a:pt x="1357" y="2096"/>
                    <a:pt x="1468" y="2052"/>
                    <a:pt x="1557" y="1963"/>
                  </a:cubicBezTo>
                  <a:lnTo>
                    <a:pt x="2766" y="753"/>
                  </a:lnTo>
                  <a:cubicBezTo>
                    <a:pt x="2943" y="576"/>
                    <a:pt x="2943" y="311"/>
                    <a:pt x="2766" y="134"/>
                  </a:cubicBezTo>
                  <a:cubicBezTo>
                    <a:pt x="2693" y="45"/>
                    <a:pt x="2582" y="1"/>
                    <a:pt x="24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5" name="Google Shape;3655;p74"/>
          <p:cNvGrpSpPr/>
          <p:nvPr/>
        </p:nvGrpSpPr>
        <p:grpSpPr>
          <a:xfrm>
            <a:off x="1373849" y="2262047"/>
            <a:ext cx="433270" cy="398895"/>
            <a:chOff x="1373849" y="2262047"/>
            <a:chExt cx="433270" cy="398895"/>
          </a:xfrm>
        </p:grpSpPr>
        <p:sp>
          <p:nvSpPr>
            <p:cNvPr id="3656" name="Google Shape;3656;p74"/>
            <p:cNvSpPr/>
            <p:nvPr/>
          </p:nvSpPr>
          <p:spPr>
            <a:xfrm>
              <a:off x="1561808" y="2450806"/>
              <a:ext cx="245312" cy="210137"/>
            </a:xfrm>
            <a:custGeom>
              <a:avLst/>
              <a:gdLst/>
              <a:ahLst/>
              <a:cxnLst/>
              <a:rect l="l" t="t" r="r" b="b"/>
              <a:pathLst>
                <a:path w="9089" h="7785" extrusionOk="0">
                  <a:moveTo>
                    <a:pt x="5183" y="843"/>
                  </a:moveTo>
                  <a:cubicBezTo>
                    <a:pt x="6736" y="843"/>
                    <a:pt x="8233" y="2051"/>
                    <a:pt x="8233" y="3866"/>
                  </a:cubicBezTo>
                  <a:cubicBezTo>
                    <a:pt x="8233" y="5548"/>
                    <a:pt x="6876" y="6906"/>
                    <a:pt x="5194" y="6906"/>
                  </a:cubicBezTo>
                  <a:cubicBezTo>
                    <a:pt x="2508" y="6906"/>
                    <a:pt x="1151" y="3630"/>
                    <a:pt x="3069" y="1742"/>
                  </a:cubicBezTo>
                  <a:cubicBezTo>
                    <a:pt x="3681" y="1120"/>
                    <a:pt x="4438" y="843"/>
                    <a:pt x="5183" y="843"/>
                  </a:cubicBezTo>
                  <a:close/>
                  <a:moveTo>
                    <a:pt x="5194" y="1"/>
                  </a:moveTo>
                  <a:cubicBezTo>
                    <a:pt x="1741" y="1"/>
                    <a:pt x="0" y="4191"/>
                    <a:pt x="2449" y="6640"/>
                  </a:cubicBezTo>
                  <a:cubicBezTo>
                    <a:pt x="3240" y="7430"/>
                    <a:pt x="4211" y="7784"/>
                    <a:pt x="5165" y="7784"/>
                  </a:cubicBezTo>
                  <a:cubicBezTo>
                    <a:pt x="7166" y="7784"/>
                    <a:pt x="9089" y="6225"/>
                    <a:pt x="9089" y="3866"/>
                  </a:cubicBezTo>
                  <a:cubicBezTo>
                    <a:pt x="9089" y="1742"/>
                    <a:pt x="7348" y="1"/>
                    <a:pt x="5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4"/>
            <p:cNvSpPr/>
            <p:nvPr/>
          </p:nvSpPr>
          <p:spPr>
            <a:xfrm>
              <a:off x="1669309" y="2484357"/>
              <a:ext cx="70120" cy="140118"/>
            </a:xfrm>
            <a:custGeom>
              <a:avLst/>
              <a:gdLst/>
              <a:ahLst/>
              <a:cxnLst/>
              <a:rect l="l" t="t" r="r" b="b"/>
              <a:pathLst>
                <a:path w="2598" h="5191" extrusionOk="0">
                  <a:moveTo>
                    <a:pt x="945" y="1177"/>
                  </a:moveTo>
                  <a:lnTo>
                    <a:pt x="945" y="2033"/>
                  </a:lnTo>
                  <a:cubicBezTo>
                    <a:pt x="886" y="2004"/>
                    <a:pt x="827" y="1974"/>
                    <a:pt x="768" y="1915"/>
                  </a:cubicBezTo>
                  <a:cubicBezTo>
                    <a:pt x="680" y="1827"/>
                    <a:pt x="621" y="1679"/>
                    <a:pt x="680" y="1561"/>
                  </a:cubicBezTo>
                  <a:cubicBezTo>
                    <a:pt x="709" y="1384"/>
                    <a:pt x="798" y="1266"/>
                    <a:pt x="945" y="1177"/>
                  </a:cubicBezTo>
                  <a:close/>
                  <a:moveTo>
                    <a:pt x="1535" y="2918"/>
                  </a:moveTo>
                  <a:cubicBezTo>
                    <a:pt x="1801" y="3007"/>
                    <a:pt x="1948" y="3302"/>
                    <a:pt x="1889" y="3568"/>
                  </a:cubicBezTo>
                  <a:lnTo>
                    <a:pt x="1919" y="3568"/>
                  </a:lnTo>
                  <a:cubicBezTo>
                    <a:pt x="1860" y="3774"/>
                    <a:pt x="1742" y="3981"/>
                    <a:pt x="1535" y="4069"/>
                  </a:cubicBezTo>
                  <a:lnTo>
                    <a:pt x="1535" y="2918"/>
                  </a:lnTo>
                  <a:close/>
                  <a:moveTo>
                    <a:pt x="1206" y="1"/>
                  </a:moveTo>
                  <a:cubicBezTo>
                    <a:pt x="1048" y="1"/>
                    <a:pt x="916" y="133"/>
                    <a:pt x="916" y="322"/>
                  </a:cubicBezTo>
                  <a:lnTo>
                    <a:pt x="916" y="587"/>
                  </a:lnTo>
                  <a:lnTo>
                    <a:pt x="827" y="617"/>
                  </a:lnTo>
                  <a:cubicBezTo>
                    <a:pt x="443" y="735"/>
                    <a:pt x="148" y="1059"/>
                    <a:pt x="89" y="1443"/>
                  </a:cubicBezTo>
                  <a:cubicBezTo>
                    <a:pt x="1" y="1797"/>
                    <a:pt x="119" y="2181"/>
                    <a:pt x="414" y="2387"/>
                  </a:cubicBezTo>
                  <a:cubicBezTo>
                    <a:pt x="591" y="2505"/>
                    <a:pt x="768" y="2623"/>
                    <a:pt x="945" y="2712"/>
                  </a:cubicBezTo>
                  <a:lnTo>
                    <a:pt x="945" y="4187"/>
                  </a:lnTo>
                  <a:cubicBezTo>
                    <a:pt x="768" y="4158"/>
                    <a:pt x="591" y="4099"/>
                    <a:pt x="473" y="3981"/>
                  </a:cubicBezTo>
                  <a:cubicBezTo>
                    <a:pt x="434" y="3961"/>
                    <a:pt x="388" y="3951"/>
                    <a:pt x="341" y="3951"/>
                  </a:cubicBezTo>
                  <a:cubicBezTo>
                    <a:pt x="247" y="3951"/>
                    <a:pt x="148" y="3991"/>
                    <a:pt x="89" y="4069"/>
                  </a:cubicBezTo>
                  <a:cubicBezTo>
                    <a:pt x="1" y="4187"/>
                    <a:pt x="30" y="4364"/>
                    <a:pt x="148" y="4453"/>
                  </a:cubicBezTo>
                  <a:cubicBezTo>
                    <a:pt x="384" y="4630"/>
                    <a:pt x="680" y="4718"/>
                    <a:pt x="945" y="4718"/>
                  </a:cubicBezTo>
                  <a:lnTo>
                    <a:pt x="945" y="4925"/>
                  </a:lnTo>
                  <a:cubicBezTo>
                    <a:pt x="945" y="5102"/>
                    <a:pt x="1085" y="5190"/>
                    <a:pt x="1225" y="5190"/>
                  </a:cubicBezTo>
                  <a:cubicBezTo>
                    <a:pt x="1366" y="5190"/>
                    <a:pt x="1506" y="5102"/>
                    <a:pt x="1506" y="4925"/>
                  </a:cubicBezTo>
                  <a:lnTo>
                    <a:pt x="1506" y="4689"/>
                  </a:lnTo>
                  <a:cubicBezTo>
                    <a:pt x="1506" y="4689"/>
                    <a:pt x="2391" y="4099"/>
                    <a:pt x="2479" y="3656"/>
                  </a:cubicBezTo>
                  <a:cubicBezTo>
                    <a:pt x="2598" y="3095"/>
                    <a:pt x="2243" y="2535"/>
                    <a:pt x="1712" y="2358"/>
                  </a:cubicBezTo>
                  <a:lnTo>
                    <a:pt x="1683" y="2358"/>
                  </a:lnTo>
                  <a:lnTo>
                    <a:pt x="1506" y="2299"/>
                  </a:lnTo>
                  <a:lnTo>
                    <a:pt x="1506" y="1177"/>
                  </a:lnTo>
                  <a:cubicBezTo>
                    <a:pt x="1594" y="1207"/>
                    <a:pt x="1683" y="1236"/>
                    <a:pt x="1742" y="1295"/>
                  </a:cubicBezTo>
                  <a:cubicBezTo>
                    <a:pt x="1809" y="1370"/>
                    <a:pt x="1888" y="1402"/>
                    <a:pt x="1964" y="1402"/>
                  </a:cubicBezTo>
                  <a:cubicBezTo>
                    <a:pt x="2186" y="1402"/>
                    <a:pt x="2383" y="1132"/>
                    <a:pt x="2184" y="912"/>
                  </a:cubicBezTo>
                  <a:cubicBezTo>
                    <a:pt x="2007" y="705"/>
                    <a:pt x="1771" y="587"/>
                    <a:pt x="1506" y="558"/>
                  </a:cubicBezTo>
                  <a:lnTo>
                    <a:pt x="1506" y="292"/>
                  </a:lnTo>
                  <a:cubicBezTo>
                    <a:pt x="1506" y="174"/>
                    <a:pt x="1447" y="86"/>
                    <a:pt x="1329" y="27"/>
                  </a:cubicBezTo>
                  <a:cubicBezTo>
                    <a:pt x="1287" y="9"/>
                    <a:pt x="1246" y="1"/>
                    <a:pt x="1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4"/>
            <p:cNvSpPr/>
            <p:nvPr/>
          </p:nvSpPr>
          <p:spPr>
            <a:xfrm>
              <a:off x="1373849" y="2262047"/>
              <a:ext cx="245312" cy="210326"/>
            </a:xfrm>
            <a:custGeom>
              <a:avLst/>
              <a:gdLst/>
              <a:ahLst/>
              <a:cxnLst/>
              <a:rect l="l" t="t" r="r" b="b"/>
              <a:pathLst>
                <a:path w="9089" h="7792" extrusionOk="0">
                  <a:moveTo>
                    <a:pt x="5155" y="863"/>
                  </a:moveTo>
                  <a:cubicBezTo>
                    <a:pt x="6722" y="863"/>
                    <a:pt x="8224" y="2074"/>
                    <a:pt x="8204" y="3896"/>
                  </a:cubicBezTo>
                  <a:cubicBezTo>
                    <a:pt x="8204" y="5578"/>
                    <a:pt x="6876" y="6935"/>
                    <a:pt x="5194" y="6935"/>
                  </a:cubicBezTo>
                  <a:cubicBezTo>
                    <a:pt x="2509" y="6935"/>
                    <a:pt x="1151" y="3660"/>
                    <a:pt x="3040" y="1742"/>
                  </a:cubicBezTo>
                  <a:cubicBezTo>
                    <a:pt x="3656" y="1135"/>
                    <a:pt x="4413" y="863"/>
                    <a:pt x="5155" y="863"/>
                  </a:cubicBezTo>
                  <a:close/>
                  <a:moveTo>
                    <a:pt x="5194" y="1"/>
                  </a:moveTo>
                  <a:cubicBezTo>
                    <a:pt x="1712" y="1"/>
                    <a:pt x="1" y="4191"/>
                    <a:pt x="2450" y="6640"/>
                  </a:cubicBezTo>
                  <a:cubicBezTo>
                    <a:pt x="3245" y="7435"/>
                    <a:pt x="4223" y="7791"/>
                    <a:pt x="5182" y="7791"/>
                  </a:cubicBezTo>
                  <a:cubicBezTo>
                    <a:pt x="7177" y="7791"/>
                    <a:pt x="9089" y="6247"/>
                    <a:pt x="9089" y="3896"/>
                  </a:cubicBezTo>
                  <a:cubicBezTo>
                    <a:pt x="9089" y="1742"/>
                    <a:pt x="7348" y="1"/>
                    <a:pt x="5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4"/>
            <p:cNvSpPr/>
            <p:nvPr/>
          </p:nvSpPr>
          <p:spPr>
            <a:xfrm>
              <a:off x="1471823" y="2313819"/>
              <a:ext cx="81240" cy="108348"/>
            </a:xfrm>
            <a:custGeom>
              <a:avLst/>
              <a:gdLst/>
              <a:ahLst/>
              <a:cxnLst/>
              <a:rect l="l" t="t" r="r" b="b"/>
              <a:pathLst>
                <a:path w="3010" h="4014" extrusionOk="0">
                  <a:moveTo>
                    <a:pt x="1667" y="1"/>
                  </a:moveTo>
                  <a:cubicBezTo>
                    <a:pt x="1431" y="1"/>
                    <a:pt x="1195" y="60"/>
                    <a:pt x="974" y="178"/>
                  </a:cubicBezTo>
                  <a:cubicBezTo>
                    <a:pt x="649" y="355"/>
                    <a:pt x="443" y="679"/>
                    <a:pt x="443" y="1063"/>
                  </a:cubicBezTo>
                  <a:cubicBezTo>
                    <a:pt x="472" y="1299"/>
                    <a:pt x="531" y="1564"/>
                    <a:pt x="649" y="1801"/>
                  </a:cubicBezTo>
                  <a:lnTo>
                    <a:pt x="354" y="1801"/>
                  </a:lnTo>
                  <a:cubicBezTo>
                    <a:pt x="295" y="1801"/>
                    <a:pt x="236" y="1830"/>
                    <a:pt x="207" y="1860"/>
                  </a:cubicBezTo>
                  <a:cubicBezTo>
                    <a:pt x="0" y="2066"/>
                    <a:pt x="148" y="2361"/>
                    <a:pt x="413" y="2361"/>
                  </a:cubicBezTo>
                  <a:lnTo>
                    <a:pt x="885" y="2361"/>
                  </a:lnTo>
                  <a:cubicBezTo>
                    <a:pt x="944" y="2656"/>
                    <a:pt x="826" y="2981"/>
                    <a:pt x="620" y="3187"/>
                  </a:cubicBezTo>
                  <a:lnTo>
                    <a:pt x="354" y="3541"/>
                  </a:lnTo>
                  <a:cubicBezTo>
                    <a:pt x="295" y="3600"/>
                    <a:pt x="266" y="3660"/>
                    <a:pt x="295" y="3748"/>
                  </a:cubicBezTo>
                  <a:cubicBezTo>
                    <a:pt x="295" y="3896"/>
                    <a:pt x="413" y="3984"/>
                    <a:pt x="561" y="3984"/>
                  </a:cubicBezTo>
                  <a:lnTo>
                    <a:pt x="2744" y="4014"/>
                  </a:lnTo>
                  <a:cubicBezTo>
                    <a:pt x="2892" y="4014"/>
                    <a:pt x="3010" y="3896"/>
                    <a:pt x="3010" y="3748"/>
                  </a:cubicBezTo>
                  <a:cubicBezTo>
                    <a:pt x="3010" y="3571"/>
                    <a:pt x="2892" y="3453"/>
                    <a:pt x="2744" y="3453"/>
                  </a:cubicBezTo>
                  <a:lnTo>
                    <a:pt x="2744" y="3423"/>
                  </a:lnTo>
                  <a:lnTo>
                    <a:pt x="1151" y="3423"/>
                  </a:lnTo>
                  <a:cubicBezTo>
                    <a:pt x="1387" y="3128"/>
                    <a:pt x="1505" y="2745"/>
                    <a:pt x="1446" y="2361"/>
                  </a:cubicBezTo>
                  <a:lnTo>
                    <a:pt x="1977" y="2361"/>
                  </a:lnTo>
                  <a:cubicBezTo>
                    <a:pt x="2036" y="2361"/>
                    <a:pt x="2095" y="2332"/>
                    <a:pt x="2125" y="2273"/>
                  </a:cubicBezTo>
                  <a:cubicBezTo>
                    <a:pt x="2302" y="2096"/>
                    <a:pt x="2154" y="1771"/>
                    <a:pt x="1918" y="1771"/>
                  </a:cubicBezTo>
                  <a:lnTo>
                    <a:pt x="1298" y="1771"/>
                  </a:lnTo>
                  <a:cubicBezTo>
                    <a:pt x="1151" y="1564"/>
                    <a:pt x="1062" y="1299"/>
                    <a:pt x="1033" y="1033"/>
                  </a:cubicBezTo>
                  <a:cubicBezTo>
                    <a:pt x="1033" y="886"/>
                    <a:pt x="1121" y="738"/>
                    <a:pt x="1239" y="679"/>
                  </a:cubicBezTo>
                  <a:cubicBezTo>
                    <a:pt x="1372" y="605"/>
                    <a:pt x="1512" y="569"/>
                    <a:pt x="1652" y="569"/>
                  </a:cubicBezTo>
                  <a:cubicBezTo>
                    <a:pt x="1793" y="569"/>
                    <a:pt x="1933" y="605"/>
                    <a:pt x="2066" y="679"/>
                  </a:cubicBezTo>
                  <a:cubicBezTo>
                    <a:pt x="2213" y="768"/>
                    <a:pt x="2331" y="886"/>
                    <a:pt x="2390" y="1033"/>
                  </a:cubicBezTo>
                  <a:cubicBezTo>
                    <a:pt x="2437" y="1185"/>
                    <a:pt x="2548" y="1249"/>
                    <a:pt x="2660" y="1249"/>
                  </a:cubicBezTo>
                  <a:cubicBezTo>
                    <a:pt x="2831" y="1249"/>
                    <a:pt x="3004" y="1100"/>
                    <a:pt x="2951" y="886"/>
                  </a:cubicBezTo>
                  <a:cubicBezTo>
                    <a:pt x="2833" y="591"/>
                    <a:pt x="2626" y="325"/>
                    <a:pt x="2361" y="178"/>
                  </a:cubicBezTo>
                  <a:cubicBezTo>
                    <a:pt x="2139" y="60"/>
                    <a:pt x="1903"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4"/>
            <p:cNvSpPr/>
            <p:nvPr/>
          </p:nvSpPr>
          <p:spPr>
            <a:xfrm>
              <a:off x="1454765" y="2493427"/>
              <a:ext cx="122993" cy="119901"/>
            </a:xfrm>
            <a:custGeom>
              <a:avLst/>
              <a:gdLst/>
              <a:ahLst/>
              <a:cxnLst/>
              <a:rect l="l" t="t" r="r" b="b"/>
              <a:pathLst>
                <a:path w="4557" h="4442" extrusionOk="0">
                  <a:moveTo>
                    <a:pt x="1359" y="1"/>
                  </a:moveTo>
                  <a:cubicBezTo>
                    <a:pt x="1325" y="1"/>
                    <a:pt x="1296" y="15"/>
                    <a:pt x="1281" y="45"/>
                  </a:cubicBezTo>
                  <a:lnTo>
                    <a:pt x="101" y="1225"/>
                  </a:lnTo>
                  <a:cubicBezTo>
                    <a:pt x="71" y="1255"/>
                    <a:pt x="42" y="1284"/>
                    <a:pt x="42" y="1314"/>
                  </a:cubicBezTo>
                  <a:cubicBezTo>
                    <a:pt x="0" y="1627"/>
                    <a:pt x="239" y="1851"/>
                    <a:pt x="497" y="1851"/>
                  </a:cubicBezTo>
                  <a:cubicBezTo>
                    <a:pt x="604" y="1851"/>
                    <a:pt x="714" y="1813"/>
                    <a:pt x="809" y="1727"/>
                  </a:cubicBezTo>
                  <a:lnTo>
                    <a:pt x="927" y="1609"/>
                  </a:lnTo>
                  <a:lnTo>
                    <a:pt x="927" y="4058"/>
                  </a:lnTo>
                  <a:cubicBezTo>
                    <a:pt x="927" y="4264"/>
                    <a:pt x="1104" y="4441"/>
                    <a:pt x="1340" y="4441"/>
                  </a:cubicBezTo>
                  <a:lnTo>
                    <a:pt x="4114" y="4441"/>
                  </a:lnTo>
                  <a:cubicBezTo>
                    <a:pt x="4143" y="4441"/>
                    <a:pt x="4173" y="4441"/>
                    <a:pt x="4202" y="4412"/>
                  </a:cubicBezTo>
                  <a:cubicBezTo>
                    <a:pt x="4556" y="4146"/>
                    <a:pt x="4409" y="3586"/>
                    <a:pt x="3966" y="3586"/>
                  </a:cubicBezTo>
                  <a:lnTo>
                    <a:pt x="1930" y="3586"/>
                  </a:lnTo>
                  <a:cubicBezTo>
                    <a:pt x="1871" y="3586"/>
                    <a:pt x="1783" y="3527"/>
                    <a:pt x="1783" y="3438"/>
                  </a:cubicBezTo>
                  <a:lnTo>
                    <a:pt x="1783" y="1609"/>
                  </a:lnTo>
                  <a:lnTo>
                    <a:pt x="2019" y="1845"/>
                  </a:lnTo>
                  <a:cubicBezTo>
                    <a:pt x="2048" y="1874"/>
                    <a:pt x="2078" y="1874"/>
                    <a:pt x="2137" y="1874"/>
                  </a:cubicBezTo>
                  <a:cubicBezTo>
                    <a:pt x="2168" y="1881"/>
                    <a:pt x="2198" y="1884"/>
                    <a:pt x="2228" y="1884"/>
                  </a:cubicBezTo>
                  <a:cubicBezTo>
                    <a:pt x="2591" y="1884"/>
                    <a:pt x="2821" y="1407"/>
                    <a:pt x="2520" y="1107"/>
                  </a:cubicBezTo>
                  <a:lnTo>
                    <a:pt x="1458" y="45"/>
                  </a:lnTo>
                  <a:cubicBezTo>
                    <a:pt x="1429" y="15"/>
                    <a:pt x="1392" y="1"/>
                    <a:pt x="13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4"/>
            <p:cNvSpPr/>
            <p:nvPr/>
          </p:nvSpPr>
          <p:spPr>
            <a:xfrm>
              <a:off x="1638270" y="2309851"/>
              <a:ext cx="123803" cy="120090"/>
            </a:xfrm>
            <a:custGeom>
              <a:avLst/>
              <a:gdLst/>
              <a:ahLst/>
              <a:cxnLst/>
              <a:rect l="l" t="t" r="r" b="b"/>
              <a:pathLst>
                <a:path w="4587" h="4449" extrusionOk="0">
                  <a:moveTo>
                    <a:pt x="443" y="0"/>
                  </a:moveTo>
                  <a:cubicBezTo>
                    <a:pt x="413" y="0"/>
                    <a:pt x="384" y="30"/>
                    <a:pt x="354" y="59"/>
                  </a:cubicBezTo>
                  <a:cubicBezTo>
                    <a:pt x="0" y="295"/>
                    <a:pt x="177" y="856"/>
                    <a:pt x="620" y="856"/>
                  </a:cubicBezTo>
                  <a:lnTo>
                    <a:pt x="620" y="885"/>
                  </a:lnTo>
                  <a:lnTo>
                    <a:pt x="2656" y="885"/>
                  </a:lnTo>
                  <a:cubicBezTo>
                    <a:pt x="2715" y="885"/>
                    <a:pt x="2774" y="944"/>
                    <a:pt x="2774" y="1003"/>
                  </a:cubicBezTo>
                  <a:lnTo>
                    <a:pt x="2774" y="2862"/>
                  </a:lnTo>
                  <a:lnTo>
                    <a:pt x="2538" y="2626"/>
                  </a:lnTo>
                  <a:cubicBezTo>
                    <a:pt x="2508" y="2597"/>
                    <a:pt x="2479" y="2567"/>
                    <a:pt x="2449" y="2567"/>
                  </a:cubicBezTo>
                  <a:cubicBezTo>
                    <a:pt x="2425" y="2564"/>
                    <a:pt x="2401" y="2562"/>
                    <a:pt x="2378" y="2562"/>
                  </a:cubicBezTo>
                  <a:cubicBezTo>
                    <a:pt x="1979" y="2562"/>
                    <a:pt x="1757" y="3028"/>
                    <a:pt x="2036" y="3334"/>
                  </a:cubicBezTo>
                  <a:lnTo>
                    <a:pt x="3128" y="4426"/>
                  </a:lnTo>
                  <a:cubicBezTo>
                    <a:pt x="3143" y="4441"/>
                    <a:pt x="3172" y="4448"/>
                    <a:pt x="3205" y="4448"/>
                  </a:cubicBezTo>
                  <a:cubicBezTo>
                    <a:pt x="3239" y="4448"/>
                    <a:pt x="3275" y="4441"/>
                    <a:pt x="3305" y="4426"/>
                  </a:cubicBezTo>
                  <a:lnTo>
                    <a:pt x="4485" y="3216"/>
                  </a:lnTo>
                  <a:cubicBezTo>
                    <a:pt x="4515" y="3216"/>
                    <a:pt x="4515" y="3157"/>
                    <a:pt x="4544" y="3128"/>
                  </a:cubicBezTo>
                  <a:cubicBezTo>
                    <a:pt x="4587" y="2831"/>
                    <a:pt x="4340" y="2595"/>
                    <a:pt x="4077" y="2595"/>
                  </a:cubicBezTo>
                  <a:cubicBezTo>
                    <a:pt x="3974" y="2595"/>
                    <a:pt x="3868" y="2632"/>
                    <a:pt x="3777" y="2715"/>
                  </a:cubicBezTo>
                  <a:lnTo>
                    <a:pt x="3629" y="2862"/>
                  </a:lnTo>
                  <a:lnTo>
                    <a:pt x="3629" y="413"/>
                  </a:lnTo>
                  <a:cubicBezTo>
                    <a:pt x="3629" y="177"/>
                    <a:pt x="3452" y="0"/>
                    <a:pt x="3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2" name="Google Shape;3662;p74"/>
          <p:cNvGrpSpPr/>
          <p:nvPr/>
        </p:nvGrpSpPr>
        <p:grpSpPr>
          <a:xfrm>
            <a:off x="6689854" y="2262047"/>
            <a:ext cx="399020" cy="398274"/>
            <a:chOff x="6689854" y="2262047"/>
            <a:chExt cx="399020" cy="398274"/>
          </a:xfrm>
        </p:grpSpPr>
        <p:sp>
          <p:nvSpPr>
            <p:cNvPr id="3663" name="Google Shape;3663;p74"/>
            <p:cNvSpPr/>
            <p:nvPr/>
          </p:nvSpPr>
          <p:spPr>
            <a:xfrm>
              <a:off x="6842779" y="2430507"/>
              <a:ext cx="91604" cy="36872"/>
            </a:xfrm>
            <a:custGeom>
              <a:avLst/>
              <a:gdLst/>
              <a:ahLst/>
              <a:cxnLst/>
              <a:rect l="l" t="t" r="r" b="b"/>
              <a:pathLst>
                <a:path w="3394" h="1366" extrusionOk="0">
                  <a:moveTo>
                    <a:pt x="458" y="0"/>
                  </a:moveTo>
                  <a:cubicBezTo>
                    <a:pt x="347" y="0"/>
                    <a:pt x="236" y="45"/>
                    <a:pt x="148" y="133"/>
                  </a:cubicBezTo>
                  <a:cubicBezTo>
                    <a:pt x="0" y="281"/>
                    <a:pt x="0" y="576"/>
                    <a:pt x="148" y="723"/>
                  </a:cubicBezTo>
                  <a:cubicBezTo>
                    <a:pt x="576" y="1151"/>
                    <a:pt x="1129" y="1365"/>
                    <a:pt x="1682" y="1365"/>
                  </a:cubicBezTo>
                  <a:cubicBezTo>
                    <a:pt x="2235" y="1365"/>
                    <a:pt x="2789" y="1151"/>
                    <a:pt x="3216" y="723"/>
                  </a:cubicBezTo>
                  <a:cubicBezTo>
                    <a:pt x="3394" y="576"/>
                    <a:pt x="3394" y="281"/>
                    <a:pt x="3216" y="133"/>
                  </a:cubicBezTo>
                  <a:cubicBezTo>
                    <a:pt x="3128" y="45"/>
                    <a:pt x="3017" y="0"/>
                    <a:pt x="2907" y="0"/>
                  </a:cubicBezTo>
                  <a:cubicBezTo>
                    <a:pt x="2796" y="0"/>
                    <a:pt x="2685" y="45"/>
                    <a:pt x="2597" y="133"/>
                  </a:cubicBezTo>
                  <a:cubicBezTo>
                    <a:pt x="2346" y="384"/>
                    <a:pt x="2014" y="509"/>
                    <a:pt x="1682" y="509"/>
                  </a:cubicBezTo>
                  <a:cubicBezTo>
                    <a:pt x="1350" y="509"/>
                    <a:pt x="1018" y="384"/>
                    <a:pt x="767" y="133"/>
                  </a:cubicBezTo>
                  <a:cubicBezTo>
                    <a:pt x="679" y="45"/>
                    <a:pt x="568" y="0"/>
                    <a:pt x="4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4"/>
            <p:cNvSpPr/>
            <p:nvPr/>
          </p:nvSpPr>
          <p:spPr>
            <a:xfrm>
              <a:off x="6838002" y="2379923"/>
              <a:ext cx="23103" cy="23133"/>
            </a:xfrm>
            <a:custGeom>
              <a:avLst/>
              <a:gdLst/>
              <a:ahLst/>
              <a:cxnLst/>
              <a:rect l="l" t="t" r="r" b="b"/>
              <a:pathLst>
                <a:path w="856" h="857" extrusionOk="0">
                  <a:moveTo>
                    <a:pt x="413" y="1"/>
                  </a:moveTo>
                  <a:cubicBezTo>
                    <a:pt x="177" y="1"/>
                    <a:pt x="0" y="178"/>
                    <a:pt x="0" y="414"/>
                  </a:cubicBezTo>
                  <a:cubicBezTo>
                    <a:pt x="0" y="650"/>
                    <a:pt x="177" y="856"/>
                    <a:pt x="413" y="856"/>
                  </a:cubicBezTo>
                  <a:cubicBezTo>
                    <a:pt x="649" y="856"/>
                    <a:pt x="856" y="650"/>
                    <a:pt x="856" y="414"/>
                  </a:cubicBezTo>
                  <a:cubicBezTo>
                    <a:pt x="856" y="178"/>
                    <a:pt x="649" y="1"/>
                    <a:pt x="4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4"/>
            <p:cNvSpPr/>
            <p:nvPr/>
          </p:nvSpPr>
          <p:spPr>
            <a:xfrm>
              <a:off x="6915247" y="2379923"/>
              <a:ext cx="23130" cy="23133"/>
            </a:xfrm>
            <a:custGeom>
              <a:avLst/>
              <a:gdLst/>
              <a:ahLst/>
              <a:cxnLst/>
              <a:rect l="l" t="t" r="r" b="b"/>
              <a:pathLst>
                <a:path w="857" h="857" extrusionOk="0">
                  <a:moveTo>
                    <a:pt x="443" y="1"/>
                  </a:moveTo>
                  <a:cubicBezTo>
                    <a:pt x="207" y="1"/>
                    <a:pt x="0" y="178"/>
                    <a:pt x="0" y="414"/>
                  </a:cubicBezTo>
                  <a:cubicBezTo>
                    <a:pt x="0" y="650"/>
                    <a:pt x="207" y="856"/>
                    <a:pt x="443" y="856"/>
                  </a:cubicBezTo>
                  <a:cubicBezTo>
                    <a:pt x="679" y="856"/>
                    <a:pt x="856" y="650"/>
                    <a:pt x="856" y="414"/>
                  </a:cubicBezTo>
                  <a:cubicBezTo>
                    <a:pt x="856" y="178"/>
                    <a:pt x="679" y="1"/>
                    <a:pt x="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4"/>
            <p:cNvSpPr/>
            <p:nvPr/>
          </p:nvSpPr>
          <p:spPr>
            <a:xfrm>
              <a:off x="6720082" y="2262047"/>
              <a:ext cx="321802" cy="257697"/>
            </a:xfrm>
            <a:custGeom>
              <a:avLst/>
              <a:gdLst/>
              <a:ahLst/>
              <a:cxnLst/>
              <a:rect l="l" t="t" r="r" b="b"/>
              <a:pathLst>
                <a:path w="11923" h="9547" extrusionOk="0">
                  <a:moveTo>
                    <a:pt x="5579" y="886"/>
                  </a:moveTo>
                  <a:cubicBezTo>
                    <a:pt x="6199" y="974"/>
                    <a:pt x="6671" y="1535"/>
                    <a:pt x="6671" y="2155"/>
                  </a:cubicBezTo>
                  <a:cubicBezTo>
                    <a:pt x="6671" y="2403"/>
                    <a:pt x="6464" y="2600"/>
                    <a:pt x="6244" y="2600"/>
                  </a:cubicBezTo>
                  <a:cubicBezTo>
                    <a:pt x="6229" y="2600"/>
                    <a:pt x="6214" y="2599"/>
                    <a:pt x="6199" y="2597"/>
                  </a:cubicBezTo>
                  <a:cubicBezTo>
                    <a:pt x="5963" y="2568"/>
                    <a:pt x="5815" y="2391"/>
                    <a:pt x="5815" y="2155"/>
                  </a:cubicBezTo>
                  <a:lnTo>
                    <a:pt x="5815" y="2096"/>
                  </a:lnTo>
                  <a:cubicBezTo>
                    <a:pt x="5815" y="1683"/>
                    <a:pt x="5726" y="1269"/>
                    <a:pt x="5579" y="886"/>
                  </a:cubicBezTo>
                  <a:close/>
                  <a:moveTo>
                    <a:pt x="2127" y="4633"/>
                  </a:moveTo>
                  <a:lnTo>
                    <a:pt x="2127" y="4633"/>
                  </a:lnTo>
                  <a:cubicBezTo>
                    <a:pt x="2097" y="4869"/>
                    <a:pt x="2068" y="5105"/>
                    <a:pt x="2068" y="5341"/>
                  </a:cubicBezTo>
                  <a:cubicBezTo>
                    <a:pt x="2068" y="5578"/>
                    <a:pt x="2097" y="5814"/>
                    <a:pt x="2127" y="6050"/>
                  </a:cubicBezTo>
                  <a:cubicBezTo>
                    <a:pt x="1389" y="5873"/>
                    <a:pt x="1389" y="4810"/>
                    <a:pt x="2127" y="4633"/>
                  </a:cubicBezTo>
                  <a:close/>
                  <a:moveTo>
                    <a:pt x="10359" y="4633"/>
                  </a:moveTo>
                  <a:lnTo>
                    <a:pt x="10359" y="4633"/>
                  </a:lnTo>
                  <a:cubicBezTo>
                    <a:pt x="10713" y="4663"/>
                    <a:pt x="10979" y="4987"/>
                    <a:pt x="10979" y="5341"/>
                  </a:cubicBezTo>
                  <a:cubicBezTo>
                    <a:pt x="10979" y="5696"/>
                    <a:pt x="10713" y="5991"/>
                    <a:pt x="10359" y="6050"/>
                  </a:cubicBezTo>
                  <a:cubicBezTo>
                    <a:pt x="10389" y="5814"/>
                    <a:pt x="10418" y="5578"/>
                    <a:pt x="10418" y="5341"/>
                  </a:cubicBezTo>
                  <a:cubicBezTo>
                    <a:pt x="10418" y="5105"/>
                    <a:pt x="10389" y="4869"/>
                    <a:pt x="10359" y="4633"/>
                  </a:cubicBezTo>
                  <a:close/>
                  <a:moveTo>
                    <a:pt x="7526" y="2273"/>
                  </a:moveTo>
                  <a:cubicBezTo>
                    <a:pt x="9976" y="3305"/>
                    <a:pt x="10271" y="6640"/>
                    <a:pt x="8058" y="8115"/>
                  </a:cubicBezTo>
                  <a:cubicBezTo>
                    <a:pt x="7476" y="8503"/>
                    <a:pt x="6842" y="8679"/>
                    <a:pt x="6226" y="8679"/>
                  </a:cubicBezTo>
                  <a:cubicBezTo>
                    <a:pt x="4499" y="8679"/>
                    <a:pt x="2901" y="7299"/>
                    <a:pt x="2923" y="5341"/>
                  </a:cubicBezTo>
                  <a:cubicBezTo>
                    <a:pt x="2923" y="4014"/>
                    <a:pt x="3720" y="2804"/>
                    <a:pt x="4930" y="2273"/>
                  </a:cubicBezTo>
                  <a:cubicBezTo>
                    <a:pt x="4989" y="3084"/>
                    <a:pt x="5608" y="3490"/>
                    <a:pt x="6228" y="3490"/>
                  </a:cubicBezTo>
                  <a:cubicBezTo>
                    <a:pt x="6848" y="3490"/>
                    <a:pt x="7467" y="3084"/>
                    <a:pt x="7526" y="2273"/>
                  </a:cubicBezTo>
                  <a:close/>
                  <a:moveTo>
                    <a:pt x="4782" y="1"/>
                  </a:moveTo>
                  <a:cubicBezTo>
                    <a:pt x="4428" y="1"/>
                    <a:pt x="4222" y="414"/>
                    <a:pt x="4458" y="709"/>
                  </a:cubicBezTo>
                  <a:cubicBezTo>
                    <a:pt x="4605" y="915"/>
                    <a:pt x="4753" y="1151"/>
                    <a:pt x="4812" y="1387"/>
                  </a:cubicBezTo>
                  <a:cubicBezTo>
                    <a:pt x="4074" y="1653"/>
                    <a:pt x="3454" y="2125"/>
                    <a:pt x="2953" y="2745"/>
                  </a:cubicBezTo>
                  <a:cubicBezTo>
                    <a:pt x="2717" y="3040"/>
                    <a:pt x="2510" y="3394"/>
                    <a:pt x="2363" y="3748"/>
                  </a:cubicBezTo>
                  <a:lnTo>
                    <a:pt x="2186" y="3748"/>
                  </a:lnTo>
                  <a:cubicBezTo>
                    <a:pt x="2157" y="3747"/>
                    <a:pt x="2128" y="3746"/>
                    <a:pt x="2100" y="3746"/>
                  </a:cubicBezTo>
                  <a:cubicBezTo>
                    <a:pt x="1" y="3746"/>
                    <a:pt x="1" y="6937"/>
                    <a:pt x="2100" y="6937"/>
                  </a:cubicBezTo>
                  <a:cubicBezTo>
                    <a:pt x="2128" y="6937"/>
                    <a:pt x="2157" y="6936"/>
                    <a:pt x="2186" y="6935"/>
                  </a:cubicBezTo>
                  <a:lnTo>
                    <a:pt x="2363" y="6935"/>
                  </a:lnTo>
                  <a:cubicBezTo>
                    <a:pt x="3071" y="8676"/>
                    <a:pt x="4657" y="9546"/>
                    <a:pt x="6239" y="9546"/>
                  </a:cubicBezTo>
                  <a:cubicBezTo>
                    <a:pt x="7821" y="9546"/>
                    <a:pt x="9400" y="8676"/>
                    <a:pt x="10094" y="6935"/>
                  </a:cubicBezTo>
                  <a:lnTo>
                    <a:pt x="10271" y="6935"/>
                  </a:lnTo>
                  <a:cubicBezTo>
                    <a:pt x="10289" y="6935"/>
                    <a:pt x="10307" y="6936"/>
                    <a:pt x="10326" y="6936"/>
                  </a:cubicBezTo>
                  <a:cubicBezTo>
                    <a:pt x="11215" y="6936"/>
                    <a:pt x="11923" y="6238"/>
                    <a:pt x="11923" y="5341"/>
                  </a:cubicBezTo>
                  <a:cubicBezTo>
                    <a:pt x="11923" y="4445"/>
                    <a:pt x="11215" y="3747"/>
                    <a:pt x="10326" y="3747"/>
                  </a:cubicBezTo>
                  <a:cubicBezTo>
                    <a:pt x="10307" y="3747"/>
                    <a:pt x="10289" y="3747"/>
                    <a:pt x="10271" y="3748"/>
                  </a:cubicBezTo>
                  <a:lnTo>
                    <a:pt x="10094" y="3748"/>
                  </a:lnTo>
                  <a:cubicBezTo>
                    <a:pt x="9621" y="2568"/>
                    <a:pt x="8589" y="1653"/>
                    <a:pt x="7349" y="1299"/>
                  </a:cubicBezTo>
                  <a:cubicBezTo>
                    <a:pt x="7025" y="502"/>
                    <a:pt x="6228" y="1"/>
                    <a:pt x="5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4"/>
            <p:cNvSpPr/>
            <p:nvPr/>
          </p:nvSpPr>
          <p:spPr>
            <a:xfrm>
              <a:off x="6689854" y="2501470"/>
              <a:ext cx="399020" cy="158851"/>
            </a:xfrm>
            <a:custGeom>
              <a:avLst/>
              <a:gdLst/>
              <a:ahLst/>
              <a:cxnLst/>
              <a:rect l="l" t="t" r="r" b="b"/>
              <a:pathLst>
                <a:path w="14784" h="5885" extrusionOk="0">
                  <a:moveTo>
                    <a:pt x="1771" y="1281"/>
                  </a:moveTo>
                  <a:lnTo>
                    <a:pt x="1771" y="5029"/>
                  </a:lnTo>
                  <a:lnTo>
                    <a:pt x="856" y="5029"/>
                  </a:lnTo>
                  <a:lnTo>
                    <a:pt x="856" y="1281"/>
                  </a:lnTo>
                  <a:close/>
                  <a:moveTo>
                    <a:pt x="13497" y="828"/>
                  </a:moveTo>
                  <a:cubicBezTo>
                    <a:pt x="13688" y="828"/>
                    <a:pt x="13869" y="978"/>
                    <a:pt x="13869" y="1193"/>
                  </a:cubicBezTo>
                  <a:cubicBezTo>
                    <a:pt x="13869" y="1311"/>
                    <a:pt x="13840" y="1399"/>
                    <a:pt x="13751" y="1488"/>
                  </a:cubicBezTo>
                  <a:lnTo>
                    <a:pt x="13781" y="1517"/>
                  </a:lnTo>
                  <a:lnTo>
                    <a:pt x="11391" y="4202"/>
                  </a:lnTo>
                  <a:cubicBezTo>
                    <a:pt x="10918" y="4734"/>
                    <a:pt x="10269" y="5029"/>
                    <a:pt x="9561" y="5029"/>
                  </a:cubicBezTo>
                  <a:lnTo>
                    <a:pt x="4810" y="5029"/>
                  </a:lnTo>
                  <a:cubicBezTo>
                    <a:pt x="4014" y="5029"/>
                    <a:pt x="3276" y="4793"/>
                    <a:pt x="2627" y="4379"/>
                  </a:cubicBezTo>
                  <a:lnTo>
                    <a:pt x="2627" y="1960"/>
                  </a:lnTo>
                  <a:cubicBezTo>
                    <a:pt x="2627" y="1960"/>
                    <a:pt x="3583" y="1709"/>
                    <a:pt x="4537" y="1709"/>
                  </a:cubicBezTo>
                  <a:cubicBezTo>
                    <a:pt x="5082" y="1709"/>
                    <a:pt x="5626" y="1791"/>
                    <a:pt x="5991" y="2048"/>
                  </a:cubicBezTo>
                  <a:cubicBezTo>
                    <a:pt x="6050" y="2107"/>
                    <a:pt x="6138" y="2137"/>
                    <a:pt x="6227" y="2137"/>
                  </a:cubicBezTo>
                  <a:lnTo>
                    <a:pt x="8823" y="2166"/>
                  </a:lnTo>
                  <a:cubicBezTo>
                    <a:pt x="8882" y="2166"/>
                    <a:pt x="8941" y="2196"/>
                    <a:pt x="9000" y="2225"/>
                  </a:cubicBezTo>
                  <a:cubicBezTo>
                    <a:pt x="9178" y="2314"/>
                    <a:pt x="9266" y="2491"/>
                    <a:pt x="9207" y="2668"/>
                  </a:cubicBezTo>
                  <a:cubicBezTo>
                    <a:pt x="9178" y="2875"/>
                    <a:pt x="9000" y="2993"/>
                    <a:pt x="8794" y="2993"/>
                  </a:cubicBezTo>
                  <a:lnTo>
                    <a:pt x="5961" y="2993"/>
                  </a:lnTo>
                  <a:cubicBezTo>
                    <a:pt x="5725" y="2993"/>
                    <a:pt x="5548" y="3170"/>
                    <a:pt x="5519" y="3376"/>
                  </a:cubicBezTo>
                  <a:cubicBezTo>
                    <a:pt x="5489" y="3642"/>
                    <a:pt x="5696" y="3848"/>
                    <a:pt x="5932" y="3848"/>
                  </a:cubicBezTo>
                  <a:lnTo>
                    <a:pt x="8941" y="3848"/>
                  </a:lnTo>
                  <a:cubicBezTo>
                    <a:pt x="9532" y="3848"/>
                    <a:pt x="10122" y="3642"/>
                    <a:pt x="10564" y="3258"/>
                  </a:cubicBezTo>
                  <a:lnTo>
                    <a:pt x="13220" y="957"/>
                  </a:lnTo>
                  <a:cubicBezTo>
                    <a:pt x="13300" y="867"/>
                    <a:pt x="13400" y="828"/>
                    <a:pt x="13497" y="828"/>
                  </a:cubicBezTo>
                  <a:close/>
                  <a:moveTo>
                    <a:pt x="13507" y="0"/>
                  </a:moveTo>
                  <a:cubicBezTo>
                    <a:pt x="13210" y="0"/>
                    <a:pt x="12910" y="104"/>
                    <a:pt x="12659" y="307"/>
                  </a:cubicBezTo>
                  <a:lnTo>
                    <a:pt x="10122" y="2520"/>
                  </a:lnTo>
                  <a:cubicBezTo>
                    <a:pt x="10122" y="2196"/>
                    <a:pt x="9974" y="1901"/>
                    <a:pt x="9768" y="1665"/>
                  </a:cubicBezTo>
                  <a:cubicBezTo>
                    <a:pt x="9502" y="1429"/>
                    <a:pt x="9178" y="1311"/>
                    <a:pt x="8823" y="1311"/>
                  </a:cubicBezTo>
                  <a:lnTo>
                    <a:pt x="6404" y="1311"/>
                  </a:lnTo>
                  <a:cubicBezTo>
                    <a:pt x="5746" y="878"/>
                    <a:pt x="4986" y="658"/>
                    <a:pt x="4226" y="658"/>
                  </a:cubicBezTo>
                  <a:cubicBezTo>
                    <a:pt x="3691" y="658"/>
                    <a:pt x="3156" y="767"/>
                    <a:pt x="2656" y="986"/>
                  </a:cubicBezTo>
                  <a:lnTo>
                    <a:pt x="2656" y="868"/>
                  </a:lnTo>
                  <a:cubicBezTo>
                    <a:pt x="2656" y="632"/>
                    <a:pt x="2450" y="425"/>
                    <a:pt x="2214" y="425"/>
                  </a:cubicBezTo>
                  <a:lnTo>
                    <a:pt x="414" y="425"/>
                  </a:lnTo>
                  <a:cubicBezTo>
                    <a:pt x="178" y="425"/>
                    <a:pt x="1" y="632"/>
                    <a:pt x="1" y="868"/>
                  </a:cubicBezTo>
                  <a:lnTo>
                    <a:pt x="1" y="5442"/>
                  </a:lnTo>
                  <a:cubicBezTo>
                    <a:pt x="1" y="5678"/>
                    <a:pt x="178" y="5884"/>
                    <a:pt x="414" y="5884"/>
                  </a:cubicBezTo>
                  <a:lnTo>
                    <a:pt x="2214" y="5884"/>
                  </a:lnTo>
                  <a:cubicBezTo>
                    <a:pt x="2450" y="5884"/>
                    <a:pt x="2656" y="5678"/>
                    <a:pt x="2656" y="5442"/>
                  </a:cubicBezTo>
                  <a:lnTo>
                    <a:pt x="2656" y="5353"/>
                  </a:lnTo>
                  <a:cubicBezTo>
                    <a:pt x="3306" y="5707"/>
                    <a:pt x="4043" y="5884"/>
                    <a:pt x="4810" y="5884"/>
                  </a:cubicBezTo>
                  <a:lnTo>
                    <a:pt x="9561" y="5884"/>
                  </a:lnTo>
                  <a:cubicBezTo>
                    <a:pt x="10505" y="5884"/>
                    <a:pt x="11420" y="5471"/>
                    <a:pt x="12069" y="4793"/>
                  </a:cubicBezTo>
                  <a:lnTo>
                    <a:pt x="14430" y="2078"/>
                  </a:lnTo>
                  <a:cubicBezTo>
                    <a:pt x="14666" y="1812"/>
                    <a:pt x="14784" y="1488"/>
                    <a:pt x="14754" y="1134"/>
                  </a:cubicBezTo>
                  <a:lnTo>
                    <a:pt x="14725" y="1134"/>
                  </a:lnTo>
                  <a:cubicBezTo>
                    <a:pt x="14695" y="780"/>
                    <a:pt x="14518" y="484"/>
                    <a:pt x="14253" y="248"/>
                  </a:cubicBezTo>
                  <a:cubicBezTo>
                    <a:pt x="14031" y="82"/>
                    <a:pt x="13770" y="0"/>
                    <a:pt x="13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68" name="Google Shape;3668;p74"/>
          <p:cNvSpPr/>
          <p:nvPr/>
        </p:nvSpPr>
        <p:spPr>
          <a:xfrm>
            <a:off x="5456222" y="2433287"/>
            <a:ext cx="39864" cy="23133"/>
          </a:xfrm>
          <a:custGeom>
            <a:avLst/>
            <a:gdLst/>
            <a:ahLst/>
            <a:cxnLst/>
            <a:rect l="l" t="t" r="r" b="b"/>
            <a:pathLst>
              <a:path w="1477" h="857" extrusionOk="0">
                <a:moveTo>
                  <a:pt x="473" y="1"/>
                </a:moveTo>
                <a:cubicBezTo>
                  <a:pt x="237" y="1"/>
                  <a:pt x="60" y="148"/>
                  <a:pt x="30" y="384"/>
                </a:cubicBezTo>
                <a:cubicBezTo>
                  <a:pt x="1" y="620"/>
                  <a:pt x="207" y="856"/>
                  <a:pt x="443" y="856"/>
                </a:cubicBezTo>
                <a:lnTo>
                  <a:pt x="1004" y="856"/>
                </a:lnTo>
                <a:cubicBezTo>
                  <a:pt x="1240" y="856"/>
                  <a:pt x="1417" y="709"/>
                  <a:pt x="1447" y="473"/>
                </a:cubicBezTo>
                <a:cubicBezTo>
                  <a:pt x="1476" y="237"/>
                  <a:pt x="1299" y="1"/>
                  <a:pt x="1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4"/>
          <p:cNvSpPr/>
          <p:nvPr/>
        </p:nvSpPr>
        <p:spPr>
          <a:xfrm>
            <a:off x="5518353" y="2433287"/>
            <a:ext cx="39837" cy="23133"/>
          </a:xfrm>
          <a:custGeom>
            <a:avLst/>
            <a:gdLst/>
            <a:ahLst/>
            <a:cxnLst/>
            <a:rect l="l" t="t" r="r" b="b"/>
            <a:pathLst>
              <a:path w="1476" h="857" extrusionOk="0">
                <a:moveTo>
                  <a:pt x="472" y="1"/>
                </a:moveTo>
                <a:cubicBezTo>
                  <a:pt x="236" y="1"/>
                  <a:pt x="59" y="148"/>
                  <a:pt x="30" y="384"/>
                </a:cubicBezTo>
                <a:cubicBezTo>
                  <a:pt x="0" y="620"/>
                  <a:pt x="207" y="856"/>
                  <a:pt x="443" y="856"/>
                </a:cubicBezTo>
                <a:lnTo>
                  <a:pt x="1033" y="856"/>
                </a:lnTo>
                <a:cubicBezTo>
                  <a:pt x="1240" y="856"/>
                  <a:pt x="1417" y="709"/>
                  <a:pt x="1446" y="473"/>
                </a:cubicBezTo>
                <a:cubicBezTo>
                  <a:pt x="1476" y="237"/>
                  <a:pt x="1299" y="1"/>
                  <a:pt x="10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4"/>
          <p:cNvSpPr/>
          <p:nvPr/>
        </p:nvSpPr>
        <p:spPr>
          <a:xfrm>
            <a:off x="5580457" y="2433287"/>
            <a:ext cx="40647" cy="23133"/>
          </a:xfrm>
          <a:custGeom>
            <a:avLst/>
            <a:gdLst/>
            <a:ahLst/>
            <a:cxnLst/>
            <a:rect l="l" t="t" r="r" b="b"/>
            <a:pathLst>
              <a:path w="1506" h="857" extrusionOk="0">
                <a:moveTo>
                  <a:pt x="473" y="1"/>
                </a:moveTo>
                <a:cubicBezTo>
                  <a:pt x="266" y="1"/>
                  <a:pt x="60" y="148"/>
                  <a:pt x="30" y="384"/>
                </a:cubicBezTo>
                <a:cubicBezTo>
                  <a:pt x="1" y="620"/>
                  <a:pt x="207" y="856"/>
                  <a:pt x="473" y="856"/>
                </a:cubicBezTo>
                <a:lnTo>
                  <a:pt x="1034" y="856"/>
                </a:lnTo>
                <a:cubicBezTo>
                  <a:pt x="1240" y="856"/>
                  <a:pt x="1417" y="709"/>
                  <a:pt x="1476" y="473"/>
                </a:cubicBezTo>
                <a:cubicBezTo>
                  <a:pt x="1506" y="237"/>
                  <a:pt x="1299"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4"/>
          <p:cNvSpPr/>
          <p:nvPr/>
        </p:nvSpPr>
        <p:spPr>
          <a:xfrm>
            <a:off x="5385346" y="2262047"/>
            <a:ext cx="398237" cy="398274"/>
          </a:xfrm>
          <a:custGeom>
            <a:avLst/>
            <a:gdLst/>
            <a:ahLst/>
            <a:cxnLst/>
            <a:rect l="l" t="t" r="r" b="b"/>
            <a:pathLst>
              <a:path w="14755" h="14755" extrusionOk="0">
                <a:moveTo>
                  <a:pt x="4309" y="886"/>
                </a:moveTo>
                <a:lnTo>
                  <a:pt x="4486" y="1742"/>
                </a:lnTo>
                <a:lnTo>
                  <a:pt x="3423" y="1742"/>
                </a:lnTo>
                <a:lnTo>
                  <a:pt x="3571" y="886"/>
                </a:lnTo>
                <a:close/>
                <a:moveTo>
                  <a:pt x="4633" y="2597"/>
                </a:moveTo>
                <a:lnTo>
                  <a:pt x="4987" y="4633"/>
                </a:lnTo>
                <a:lnTo>
                  <a:pt x="2892" y="4633"/>
                </a:lnTo>
                <a:lnTo>
                  <a:pt x="3246" y="2597"/>
                </a:lnTo>
                <a:close/>
                <a:moveTo>
                  <a:pt x="7850" y="3217"/>
                </a:moveTo>
                <a:lnTo>
                  <a:pt x="9000" y="3866"/>
                </a:lnTo>
                <a:lnTo>
                  <a:pt x="9000" y="4633"/>
                </a:lnTo>
                <a:lnTo>
                  <a:pt x="7850" y="4633"/>
                </a:lnTo>
                <a:lnTo>
                  <a:pt x="7850" y="3217"/>
                </a:lnTo>
                <a:close/>
                <a:moveTo>
                  <a:pt x="9856" y="3217"/>
                </a:moveTo>
                <a:lnTo>
                  <a:pt x="11007" y="3866"/>
                </a:lnTo>
                <a:lnTo>
                  <a:pt x="11007" y="4633"/>
                </a:lnTo>
                <a:lnTo>
                  <a:pt x="9856" y="4633"/>
                </a:lnTo>
                <a:lnTo>
                  <a:pt x="9856" y="3217"/>
                </a:lnTo>
                <a:close/>
                <a:moveTo>
                  <a:pt x="11863" y="3217"/>
                </a:moveTo>
                <a:lnTo>
                  <a:pt x="13013" y="3866"/>
                </a:lnTo>
                <a:lnTo>
                  <a:pt x="13013" y="4633"/>
                </a:lnTo>
                <a:lnTo>
                  <a:pt x="11863" y="4633"/>
                </a:lnTo>
                <a:lnTo>
                  <a:pt x="11863" y="3217"/>
                </a:lnTo>
                <a:close/>
                <a:moveTo>
                  <a:pt x="11302" y="7200"/>
                </a:moveTo>
                <a:lnTo>
                  <a:pt x="11302" y="8086"/>
                </a:lnTo>
                <a:lnTo>
                  <a:pt x="10417" y="8086"/>
                </a:lnTo>
                <a:lnTo>
                  <a:pt x="10417" y="7200"/>
                </a:lnTo>
                <a:close/>
                <a:moveTo>
                  <a:pt x="13013" y="5489"/>
                </a:moveTo>
                <a:lnTo>
                  <a:pt x="13013" y="8086"/>
                </a:lnTo>
                <a:lnTo>
                  <a:pt x="12158" y="8086"/>
                </a:lnTo>
                <a:lnTo>
                  <a:pt x="12158" y="6787"/>
                </a:lnTo>
                <a:cubicBezTo>
                  <a:pt x="12158" y="6551"/>
                  <a:pt x="11951" y="6345"/>
                  <a:pt x="11715" y="6345"/>
                </a:cubicBezTo>
                <a:lnTo>
                  <a:pt x="10004" y="6345"/>
                </a:lnTo>
                <a:cubicBezTo>
                  <a:pt x="9768" y="6345"/>
                  <a:pt x="9561" y="6551"/>
                  <a:pt x="9561" y="6787"/>
                </a:cubicBezTo>
                <a:lnTo>
                  <a:pt x="9561" y="8086"/>
                </a:lnTo>
                <a:lnTo>
                  <a:pt x="1771" y="8086"/>
                </a:lnTo>
                <a:lnTo>
                  <a:pt x="1771" y="5489"/>
                </a:lnTo>
                <a:close/>
                <a:moveTo>
                  <a:pt x="3364" y="12453"/>
                </a:moveTo>
                <a:cubicBezTo>
                  <a:pt x="3423" y="12453"/>
                  <a:pt x="3482" y="12512"/>
                  <a:pt x="3482" y="12600"/>
                </a:cubicBezTo>
                <a:lnTo>
                  <a:pt x="3482" y="13751"/>
                </a:lnTo>
                <a:cubicBezTo>
                  <a:pt x="3482" y="13840"/>
                  <a:pt x="3423" y="13899"/>
                  <a:pt x="3335" y="13899"/>
                </a:cubicBezTo>
                <a:lnTo>
                  <a:pt x="1033" y="13899"/>
                </a:lnTo>
                <a:cubicBezTo>
                  <a:pt x="974" y="13899"/>
                  <a:pt x="915" y="13840"/>
                  <a:pt x="915" y="13751"/>
                </a:cubicBezTo>
                <a:lnTo>
                  <a:pt x="915" y="12600"/>
                </a:lnTo>
                <a:cubicBezTo>
                  <a:pt x="915" y="12512"/>
                  <a:pt x="974" y="12453"/>
                  <a:pt x="1033" y="12453"/>
                </a:cubicBezTo>
                <a:close/>
                <a:moveTo>
                  <a:pt x="8558" y="12453"/>
                </a:moveTo>
                <a:cubicBezTo>
                  <a:pt x="8646" y="12453"/>
                  <a:pt x="8705" y="12512"/>
                  <a:pt x="8705" y="12600"/>
                </a:cubicBezTo>
                <a:lnTo>
                  <a:pt x="8705" y="13751"/>
                </a:lnTo>
                <a:cubicBezTo>
                  <a:pt x="8705" y="13840"/>
                  <a:pt x="8646" y="13899"/>
                  <a:pt x="8558" y="13899"/>
                </a:cubicBezTo>
                <a:lnTo>
                  <a:pt x="6256" y="13899"/>
                </a:lnTo>
                <a:cubicBezTo>
                  <a:pt x="6168" y="13899"/>
                  <a:pt x="6109" y="13840"/>
                  <a:pt x="6109" y="13751"/>
                </a:cubicBezTo>
                <a:lnTo>
                  <a:pt x="6109" y="12600"/>
                </a:lnTo>
                <a:cubicBezTo>
                  <a:pt x="6109" y="12512"/>
                  <a:pt x="6168" y="12453"/>
                  <a:pt x="6256" y="12453"/>
                </a:cubicBezTo>
                <a:close/>
                <a:moveTo>
                  <a:pt x="13781" y="12453"/>
                </a:moveTo>
                <a:cubicBezTo>
                  <a:pt x="13840" y="12453"/>
                  <a:pt x="13928" y="12512"/>
                  <a:pt x="13928" y="12600"/>
                </a:cubicBezTo>
                <a:lnTo>
                  <a:pt x="13928" y="13751"/>
                </a:lnTo>
                <a:cubicBezTo>
                  <a:pt x="13928" y="13840"/>
                  <a:pt x="13840" y="13899"/>
                  <a:pt x="13781" y="13899"/>
                </a:cubicBezTo>
                <a:lnTo>
                  <a:pt x="11479" y="13899"/>
                </a:lnTo>
                <a:cubicBezTo>
                  <a:pt x="11390" y="13899"/>
                  <a:pt x="11331" y="13840"/>
                  <a:pt x="11331" y="13751"/>
                </a:cubicBezTo>
                <a:lnTo>
                  <a:pt x="11331" y="12600"/>
                </a:lnTo>
                <a:cubicBezTo>
                  <a:pt x="11331" y="12512"/>
                  <a:pt x="11390" y="12453"/>
                  <a:pt x="11479" y="12453"/>
                </a:cubicBezTo>
                <a:close/>
                <a:moveTo>
                  <a:pt x="3246" y="1"/>
                </a:moveTo>
                <a:cubicBezTo>
                  <a:pt x="3010" y="1"/>
                  <a:pt x="2833" y="148"/>
                  <a:pt x="2804" y="355"/>
                </a:cubicBezTo>
                <a:lnTo>
                  <a:pt x="2007" y="4633"/>
                </a:lnTo>
                <a:lnTo>
                  <a:pt x="1358" y="4633"/>
                </a:lnTo>
                <a:cubicBezTo>
                  <a:pt x="1343" y="4631"/>
                  <a:pt x="1328" y="4630"/>
                  <a:pt x="1313" y="4630"/>
                </a:cubicBezTo>
                <a:cubicBezTo>
                  <a:pt x="1100" y="4630"/>
                  <a:pt x="945" y="4825"/>
                  <a:pt x="945" y="5046"/>
                </a:cubicBezTo>
                <a:lnTo>
                  <a:pt x="945" y="8499"/>
                </a:lnTo>
                <a:cubicBezTo>
                  <a:pt x="945" y="8735"/>
                  <a:pt x="1122" y="8941"/>
                  <a:pt x="1358" y="8941"/>
                </a:cubicBezTo>
                <a:lnTo>
                  <a:pt x="6994" y="8941"/>
                </a:lnTo>
                <a:lnTo>
                  <a:pt x="6994" y="9856"/>
                </a:lnTo>
                <a:lnTo>
                  <a:pt x="3040" y="9856"/>
                </a:lnTo>
                <a:cubicBezTo>
                  <a:pt x="2332" y="9856"/>
                  <a:pt x="1771" y="10446"/>
                  <a:pt x="1771" y="11154"/>
                </a:cubicBezTo>
                <a:lnTo>
                  <a:pt x="1771" y="11597"/>
                </a:lnTo>
                <a:lnTo>
                  <a:pt x="1033" y="11597"/>
                </a:lnTo>
                <a:cubicBezTo>
                  <a:pt x="473" y="11597"/>
                  <a:pt x="1" y="12040"/>
                  <a:pt x="1" y="12600"/>
                </a:cubicBezTo>
                <a:lnTo>
                  <a:pt x="1" y="13751"/>
                </a:lnTo>
                <a:cubicBezTo>
                  <a:pt x="1" y="14312"/>
                  <a:pt x="473" y="14754"/>
                  <a:pt x="1033" y="14754"/>
                </a:cubicBezTo>
                <a:lnTo>
                  <a:pt x="3335" y="14754"/>
                </a:lnTo>
                <a:cubicBezTo>
                  <a:pt x="3866" y="14754"/>
                  <a:pt x="4338" y="14312"/>
                  <a:pt x="4338" y="13751"/>
                </a:cubicBezTo>
                <a:lnTo>
                  <a:pt x="4338" y="12600"/>
                </a:lnTo>
                <a:cubicBezTo>
                  <a:pt x="4338" y="12040"/>
                  <a:pt x="3866" y="11597"/>
                  <a:pt x="3335" y="11597"/>
                </a:cubicBezTo>
                <a:lnTo>
                  <a:pt x="2597" y="11597"/>
                </a:lnTo>
                <a:lnTo>
                  <a:pt x="2597" y="11154"/>
                </a:lnTo>
                <a:cubicBezTo>
                  <a:pt x="2597" y="10918"/>
                  <a:pt x="2774" y="10741"/>
                  <a:pt x="3010" y="10741"/>
                </a:cubicBezTo>
                <a:lnTo>
                  <a:pt x="6935" y="10741"/>
                </a:lnTo>
                <a:lnTo>
                  <a:pt x="6935" y="11597"/>
                </a:lnTo>
                <a:lnTo>
                  <a:pt x="6197" y="11597"/>
                </a:lnTo>
                <a:cubicBezTo>
                  <a:pt x="5636" y="11597"/>
                  <a:pt x="5194" y="12040"/>
                  <a:pt x="5194" y="12600"/>
                </a:cubicBezTo>
                <a:lnTo>
                  <a:pt x="5194" y="13751"/>
                </a:lnTo>
                <a:cubicBezTo>
                  <a:pt x="5194" y="14312"/>
                  <a:pt x="5636" y="14754"/>
                  <a:pt x="6197" y="14754"/>
                </a:cubicBezTo>
                <a:lnTo>
                  <a:pt x="8499" y="14754"/>
                </a:lnTo>
                <a:cubicBezTo>
                  <a:pt x="9059" y="14754"/>
                  <a:pt x="9502" y="14312"/>
                  <a:pt x="9531" y="13751"/>
                </a:cubicBezTo>
                <a:lnTo>
                  <a:pt x="9531" y="12600"/>
                </a:lnTo>
                <a:cubicBezTo>
                  <a:pt x="9502" y="12040"/>
                  <a:pt x="9059" y="11597"/>
                  <a:pt x="8499" y="11597"/>
                </a:cubicBezTo>
                <a:lnTo>
                  <a:pt x="7761" y="11597"/>
                </a:lnTo>
                <a:lnTo>
                  <a:pt x="7761" y="10741"/>
                </a:lnTo>
                <a:lnTo>
                  <a:pt x="11745" y="10741"/>
                </a:lnTo>
                <a:cubicBezTo>
                  <a:pt x="11760" y="10739"/>
                  <a:pt x="11775" y="10738"/>
                  <a:pt x="11790" y="10738"/>
                </a:cubicBezTo>
                <a:cubicBezTo>
                  <a:pt x="12006" y="10738"/>
                  <a:pt x="12187" y="10934"/>
                  <a:pt x="12187" y="11154"/>
                </a:cubicBezTo>
                <a:lnTo>
                  <a:pt x="12187" y="11597"/>
                </a:lnTo>
                <a:lnTo>
                  <a:pt x="11449" y="11597"/>
                </a:lnTo>
                <a:cubicBezTo>
                  <a:pt x="10889" y="11597"/>
                  <a:pt x="10417" y="12040"/>
                  <a:pt x="10417" y="12600"/>
                </a:cubicBezTo>
                <a:lnTo>
                  <a:pt x="10417" y="13751"/>
                </a:lnTo>
                <a:cubicBezTo>
                  <a:pt x="10417" y="14312"/>
                  <a:pt x="10889" y="14754"/>
                  <a:pt x="11449" y="14754"/>
                </a:cubicBezTo>
                <a:lnTo>
                  <a:pt x="13751" y="14754"/>
                </a:lnTo>
                <a:cubicBezTo>
                  <a:pt x="14312" y="14754"/>
                  <a:pt x="14754" y="14312"/>
                  <a:pt x="14754" y="13751"/>
                </a:cubicBezTo>
                <a:lnTo>
                  <a:pt x="14754" y="12600"/>
                </a:lnTo>
                <a:cubicBezTo>
                  <a:pt x="14754" y="12040"/>
                  <a:pt x="14312" y="11597"/>
                  <a:pt x="13781" y="11597"/>
                </a:cubicBezTo>
                <a:lnTo>
                  <a:pt x="13043" y="11597"/>
                </a:lnTo>
                <a:lnTo>
                  <a:pt x="13043" y="11154"/>
                </a:lnTo>
                <a:cubicBezTo>
                  <a:pt x="13043" y="10446"/>
                  <a:pt x="12453" y="9856"/>
                  <a:pt x="11745" y="9856"/>
                </a:cubicBezTo>
                <a:lnTo>
                  <a:pt x="7850" y="9856"/>
                </a:lnTo>
                <a:lnTo>
                  <a:pt x="7850" y="8941"/>
                </a:lnTo>
                <a:lnTo>
                  <a:pt x="13456" y="8941"/>
                </a:lnTo>
                <a:cubicBezTo>
                  <a:pt x="13692" y="8941"/>
                  <a:pt x="13899" y="8735"/>
                  <a:pt x="13899" y="8499"/>
                </a:cubicBezTo>
                <a:lnTo>
                  <a:pt x="13899" y="3630"/>
                </a:lnTo>
                <a:cubicBezTo>
                  <a:pt x="13899" y="3482"/>
                  <a:pt x="13810" y="3335"/>
                  <a:pt x="13662" y="3246"/>
                </a:cubicBezTo>
                <a:lnTo>
                  <a:pt x="11656" y="2096"/>
                </a:lnTo>
                <a:cubicBezTo>
                  <a:pt x="11590" y="2062"/>
                  <a:pt x="11520" y="2047"/>
                  <a:pt x="11452" y="2047"/>
                </a:cubicBezTo>
                <a:cubicBezTo>
                  <a:pt x="11219" y="2047"/>
                  <a:pt x="11007" y="2228"/>
                  <a:pt x="11007" y="2479"/>
                </a:cubicBezTo>
                <a:lnTo>
                  <a:pt x="11007" y="2892"/>
                </a:lnTo>
                <a:lnTo>
                  <a:pt x="9620" y="2096"/>
                </a:lnTo>
                <a:cubicBezTo>
                  <a:pt x="9560" y="2062"/>
                  <a:pt x="9496" y="2047"/>
                  <a:pt x="9432" y="2047"/>
                </a:cubicBezTo>
                <a:cubicBezTo>
                  <a:pt x="9211" y="2047"/>
                  <a:pt x="8994" y="2228"/>
                  <a:pt x="8971" y="2479"/>
                </a:cubicBezTo>
                <a:lnTo>
                  <a:pt x="8971" y="2892"/>
                </a:lnTo>
                <a:lnTo>
                  <a:pt x="7613" y="2096"/>
                </a:lnTo>
                <a:cubicBezTo>
                  <a:pt x="7540" y="2051"/>
                  <a:pt x="7462" y="2031"/>
                  <a:pt x="7388" y="2031"/>
                </a:cubicBezTo>
                <a:cubicBezTo>
                  <a:pt x="7163" y="2031"/>
                  <a:pt x="6964" y="2214"/>
                  <a:pt x="6964" y="2479"/>
                </a:cubicBezTo>
                <a:lnTo>
                  <a:pt x="6964" y="4633"/>
                </a:lnTo>
                <a:lnTo>
                  <a:pt x="5873" y="4633"/>
                </a:lnTo>
                <a:lnTo>
                  <a:pt x="5105" y="355"/>
                </a:lnTo>
                <a:cubicBezTo>
                  <a:pt x="5076" y="148"/>
                  <a:pt x="4899" y="1"/>
                  <a:pt x="4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2" name="Google Shape;3672;p74"/>
          <p:cNvGrpSpPr/>
          <p:nvPr/>
        </p:nvGrpSpPr>
        <p:grpSpPr>
          <a:xfrm>
            <a:off x="4722741" y="2261966"/>
            <a:ext cx="417346" cy="398355"/>
            <a:chOff x="4722741" y="2261966"/>
            <a:chExt cx="417346" cy="398355"/>
          </a:xfrm>
        </p:grpSpPr>
        <p:sp>
          <p:nvSpPr>
            <p:cNvPr id="3673" name="Google Shape;3673;p74"/>
            <p:cNvSpPr/>
            <p:nvPr/>
          </p:nvSpPr>
          <p:spPr>
            <a:xfrm>
              <a:off x="4722741" y="2403812"/>
              <a:ext cx="398237" cy="256510"/>
            </a:xfrm>
            <a:custGeom>
              <a:avLst/>
              <a:gdLst/>
              <a:ahLst/>
              <a:cxnLst/>
              <a:rect l="l" t="t" r="r" b="b"/>
              <a:pathLst>
                <a:path w="14755" h="9503" extrusionOk="0">
                  <a:moveTo>
                    <a:pt x="2243" y="857"/>
                  </a:moveTo>
                  <a:cubicBezTo>
                    <a:pt x="2095" y="1565"/>
                    <a:pt x="1535" y="2096"/>
                    <a:pt x="856" y="2243"/>
                  </a:cubicBezTo>
                  <a:lnTo>
                    <a:pt x="856" y="857"/>
                  </a:lnTo>
                  <a:close/>
                  <a:moveTo>
                    <a:pt x="13869" y="857"/>
                  </a:moveTo>
                  <a:lnTo>
                    <a:pt x="13869" y="2243"/>
                  </a:lnTo>
                  <a:cubicBezTo>
                    <a:pt x="13190" y="2096"/>
                    <a:pt x="12659" y="1565"/>
                    <a:pt x="12482" y="857"/>
                  </a:cubicBezTo>
                  <a:close/>
                  <a:moveTo>
                    <a:pt x="856" y="5519"/>
                  </a:moveTo>
                  <a:cubicBezTo>
                    <a:pt x="1535" y="5696"/>
                    <a:pt x="2095" y="6227"/>
                    <a:pt x="2243" y="6906"/>
                  </a:cubicBezTo>
                  <a:lnTo>
                    <a:pt x="856" y="6906"/>
                  </a:lnTo>
                  <a:lnTo>
                    <a:pt x="856" y="5519"/>
                  </a:lnTo>
                  <a:close/>
                  <a:moveTo>
                    <a:pt x="11597" y="886"/>
                  </a:moveTo>
                  <a:cubicBezTo>
                    <a:pt x="11803" y="2037"/>
                    <a:pt x="12718" y="2952"/>
                    <a:pt x="13869" y="3129"/>
                  </a:cubicBezTo>
                  <a:lnTo>
                    <a:pt x="13869" y="4663"/>
                  </a:lnTo>
                  <a:cubicBezTo>
                    <a:pt x="12718" y="4840"/>
                    <a:pt x="11803" y="5755"/>
                    <a:pt x="11597" y="6906"/>
                  </a:cubicBezTo>
                  <a:lnTo>
                    <a:pt x="3128" y="6906"/>
                  </a:lnTo>
                  <a:cubicBezTo>
                    <a:pt x="2922" y="5755"/>
                    <a:pt x="2007" y="4840"/>
                    <a:pt x="856" y="4663"/>
                  </a:cubicBezTo>
                  <a:lnTo>
                    <a:pt x="856" y="3129"/>
                  </a:lnTo>
                  <a:cubicBezTo>
                    <a:pt x="2007" y="2952"/>
                    <a:pt x="2922" y="2037"/>
                    <a:pt x="3128" y="886"/>
                  </a:cubicBezTo>
                  <a:close/>
                  <a:moveTo>
                    <a:pt x="13869" y="5519"/>
                  </a:moveTo>
                  <a:lnTo>
                    <a:pt x="13869" y="6906"/>
                  </a:lnTo>
                  <a:lnTo>
                    <a:pt x="12482" y="6906"/>
                  </a:lnTo>
                  <a:cubicBezTo>
                    <a:pt x="12659" y="6227"/>
                    <a:pt x="13190" y="5696"/>
                    <a:pt x="13869" y="5519"/>
                  </a:cubicBezTo>
                  <a:close/>
                  <a:moveTo>
                    <a:pt x="13869" y="7791"/>
                  </a:moveTo>
                  <a:lnTo>
                    <a:pt x="13869" y="8647"/>
                  </a:lnTo>
                  <a:lnTo>
                    <a:pt x="856" y="8647"/>
                  </a:lnTo>
                  <a:lnTo>
                    <a:pt x="856" y="7791"/>
                  </a:lnTo>
                  <a:close/>
                  <a:moveTo>
                    <a:pt x="413" y="1"/>
                  </a:moveTo>
                  <a:cubicBezTo>
                    <a:pt x="177" y="1"/>
                    <a:pt x="0" y="207"/>
                    <a:pt x="0" y="444"/>
                  </a:cubicBezTo>
                  <a:lnTo>
                    <a:pt x="0" y="9060"/>
                  </a:lnTo>
                  <a:cubicBezTo>
                    <a:pt x="0" y="9296"/>
                    <a:pt x="177" y="9502"/>
                    <a:pt x="413" y="9502"/>
                  </a:cubicBezTo>
                  <a:lnTo>
                    <a:pt x="14311" y="9502"/>
                  </a:lnTo>
                  <a:cubicBezTo>
                    <a:pt x="14548" y="9502"/>
                    <a:pt x="14754" y="9325"/>
                    <a:pt x="14725" y="9060"/>
                  </a:cubicBezTo>
                  <a:lnTo>
                    <a:pt x="14725" y="444"/>
                  </a:lnTo>
                  <a:cubicBezTo>
                    <a:pt x="14754" y="207"/>
                    <a:pt x="14548" y="1"/>
                    <a:pt x="14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4"/>
            <p:cNvSpPr/>
            <p:nvPr/>
          </p:nvSpPr>
          <p:spPr>
            <a:xfrm>
              <a:off x="4768139" y="2497017"/>
              <a:ext cx="48609" cy="23106"/>
            </a:xfrm>
            <a:custGeom>
              <a:avLst/>
              <a:gdLst/>
              <a:ahLst/>
              <a:cxnLst/>
              <a:rect l="l" t="t" r="r" b="b"/>
              <a:pathLst>
                <a:path w="1801" h="856" extrusionOk="0">
                  <a:moveTo>
                    <a:pt x="472" y="0"/>
                  </a:moveTo>
                  <a:cubicBezTo>
                    <a:pt x="266" y="0"/>
                    <a:pt x="59" y="148"/>
                    <a:pt x="30" y="384"/>
                  </a:cubicBezTo>
                  <a:cubicBezTo>
                    <a:pt x="0" y="620"/>
                    <a:pt x="207" y="856"/>
                    <a:pt x="472" y="856"/>
                  </a:cubicBezTo>
                  <a:lnTo>
                    <a:pt x="1328" y="856"/>
                  </a:lnTo>
                  <a:cubicBezTo>
                    <a:pt x="1535" y="856"/>
                    <a:pt x="1712" y="708"/>
                    <a:pt x="1771" y="502"/>
                  </a:cubicBezTo>
                  <a:cubicBezTo>
                    <a:pt x="1800" y="236"/>
                    <a:pt x="1594"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4"/>
            <p:cNvSpPr/>
            <p:nvPr/>
          </p:nvSpPr>
          <p:spPr>
            <a:xfrm>
              <a:off x="5026163" y="2497799"/>
              <a:ext cx="48609" cy="23133"/>
            </a:xfrm>
            <a:custGeom>
              <a:avLst/>
              <a:gdLst/>
              <a:ahLst/>
              <a:cxnLst/>
              <a:rect l="l" t="t" r="r" b="b"/>
              <a:pathLst>
                <a:path w="1801" h="857" extrusionOk="0">
                  <a:moveTo>
                    <a:pt x="473" y="1"/>
                  </a:moveTo>
                  <a:cubicBezTo>
                    <a:pt x="207" y="1"/>
                    <a:pt x="1" y="207"/>
                    <a:pt x="30" y="473"/>
                  </a:cubicBezTo>
                  <a:cubicBezTo>
                    <a:pt x="60" y="679"/>
                    <a:pt x="266" y="857"/>
                    <a:pt x="473" y="857"/>
                  </a:cubicBezTo>
                  <a:lnTo>
                    <a:pt x="1329" y="857"/>
                  </a:lnTo>
                  <a:cubicBezTo>
                    <a:pt x="1535" y="857"/>
                    <a:pt x="1712" y="679"/>
                    <a:pt x="1771" y="473"/>
                  </a:cubicBezTo>
                  <a:cubicBezTo>
                    <a:pt x="1801" y="207"/>
                    <a:pt x="1594" y="1"/>
                    <a:pt x="13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4"/>
            <p:cNvSpPr/>
            <p:nvPr/>
          </p:nvSpPr>
          <p:spPr>
            <a:xfrm>
              <a:off x="4886787" y="2438767"/>
              <a:ext cx="71712" cy="139605"/>
            </a:xfrm>
            <a:custGeom>
              <a:avLst/>
              <a:gdLst/>
              <a:ahLst/>
              <a:cxnLst/>
              <a:rect l="l" t="t" r="r" b="b"/>
              <a:pathLst>
                <a:path w="2657" h="5172" extrusionOk="0">
                  <a:moveTo>
                    <a:pt x="1004" y="1126"/>
                  </a:moveTo>
                  <a:lnTo>
                    <a:pt x="1004" y="1981"/>
                  </a:lnTo>
                  <a:cubicBezTo>
                    <a:pt x="945" y="1952"/>
                    <a:pt x="886" y="1922"/>
                    <a:pt x="827" y="1893"/>
                  </a:cubicBezTo>
                  <a:cubicBezTo>
                    <a:pt x="739" y="1775"/>
                    <a:pt x="709" y="1627"/>
                    <a:pt x="739" y="1509"/>
                  </a:cubicBezTo>
                  <a:cubicBezTo>
                    <a:pt x="768" y="1362"/>
                    <a:pt x="857" y="1214"/>
                    <a:pt x="1004" y="1126"/>
                  </a:cubicBezTo>
                  <a:close/>
                  <a:moveTo>
                    <a:pt x="1594" y="2866"/>
                  </a:moveTo>
                  <a:cubicBezTo>
                    <a:pt x="1860" y="2955"/>
                    <a:pt x="2007" y="3250"/>
                    <a:pt x="1948" y="3516"/>
                  </a:cubicBezTo>
                  <a:lnTo>
                    <a:pt x="1978" y="3516"/>
                  </a:lnTo>
                  <a:cubicBezTo>
                    <a:pt x="1948" y="3722"/>
                    <a:pt x="1801" y="3929"/>
                    <a:pt x="1594" y="4047"/>
                  </a:cubicBezTo>
                  <a:lnTo>
                    <a:pt x="1594" y="2866"/>
                  </a:lnTo>
                  <a:close/>
                  <a:moveTo>
                    <a:pt x="1283" y="0"/>
                  </a:moveTo>
                  <a:cubicBezTo>
                    <a:pt x="1127" y="0"/>
                    <a:pt x="1004" y="135"/>
                    <a:pt x="1004" y="270"/>
                  </a:cubicBezTo>
                  <a:lnTo>
                    <a:pt x="1004" y="535"/>
                  </a:lnTo>
                  <a:cubicBezTo>
                    <a:pt x="975" y="535"/>
                    <a:pt x="916" y="565"/>
                    <a:pt x="886" y="565"/>
                  </a:cubicBezTo>
                  <a:cubicBezTo>
                    <a:pt x="503" y="683"/>
                    <a:pt x="207" y="1008"/>
                    <a:pt x="148" y="1421"/>
                  </a:cubicBezTo>
                  <a:cubicBezTo>
                    <a:pt x="60" y="1745"/>
                    <a:pt x="178" y="2099"/>
                    <a:pt x="473" y="2335"/>
                  </a:cubicBezTo>
                  <a:cubicBezTo>
                    <a:pt x="621" y="2453"/>
                    <a:pt x="798" y="2571"/>
                    <a:pt x="1004" y="2630"/>
                  </a:cubicBezTo>
                  <a:lnTo>
                    <a:pt x="1004" y="4076"/>
                  </a:lnTo>
                  <a:cubicBezTo>
                    <a:pt x="798" y="4076"/>
                    <a:pt x="621" y="4017"/>
                    <a:pt x="473" y="3899"/>
                  </a:cubicBezTo>
                  <a:cubicBezTo>
                    <a:pt x="424" y="3862"/>
                    <a:pt x="369" y="3846"/>
                    <a:pt x="316" y="3846"/>
                  </a:cubicBezTo>
                  <a:cubicBezTo>
                    <a:pt x="242" y="3846"/>
                    <a:pt x="170" y="3877"/>
                    <a:pt x="119" y="3929"/>
                  </a:cubicBezTo>
                  <a:cubicBezTo>
                    <a:pt x="1" y="4076"/>
                    <a:pt x="1" y="4283"/>
                    <a:pt x="178" y="4371"/>
                  </a:cubicBezTo>
                  <a:cubicBezTo>
                    <a:pt x="414" y="4548"/>
                    <a:pt x="709" y="4637"/>
                    <a:pt x="1004" y="4666"/>
                  </a:cubicBezTo>
                  <a:lnTo>
                    <a:pt x="1004" y="4873"/>
                  </a:lnTo>
                  <a:cubicBezTo>
                    <a:pt x="1004" y="5021"/>
                    <a:pt x="1093" y="5139"/>
                    <a:pt x="1240" y="5168"/>
                  </a:cubicBezTo>
                  <a:cubicBezTo>
                    <a:pt x="1256" y="5171"/>
                    <a:pt x="1271" y="5172"/>
                    <a:pt x="1285" y="5172"/>
                  </a:cubicBezTo>
                  <a:cubicBezTo>
                    <a:pt x="1442" y="5172"/>
                    <a:pt x="1567" y="5035"/>
                    <a:pt x="1594" y="4873"/>
                  </a:cubicBezTo>
                  <a:lnTo>
                    <a:pt x="1594" y="4637"/>
                  </a:lnTo>
                  <a:cubicBezTo>
                    <a:pt x="2066" y="4519"/>
                    <a:pt x="2450" y="4106"/>
                    <a:pt x="2539" y="3604"/>
                  </a:cubicBezTo>
                  <a:cubicBezTo>
                    <a:pt x="2657" y="3044"/>
                    <a:pt x="2302" y="2483"/>
                    <a:pt x="1771" y="2306"/>
                  </a:cubicBezTo>
                  <a:lnTo>
                    <a:pt x="1742" y="2306"/>
                  </a:lnTo>
                  <a:lnTo>
                    <a:pt x="1565" y="2247"/>
                  </a:lnTo>
                  <a:lnTo>
                    <a:pt x="1565" y="1096"/>
                  </a:lnTo>
                  <a:cubicBezTo>
                    <a:pt x="1653" y="1126"/>
                    <a:pt x="1712" y="1155"/>
                    <a:pt x="1801" y="1214"/>
                  </a:cubicBezTo>
                  <a:cubicBezTo>
                    <a:pt x="1851" y="1280"/>
                    <a:pt x="1928" y="1319"/>
                    <a:pt x="2008" y="1319"/>
                  </a:cubicBezTo>
                  <a:cubicBezTo>
                    <a:pt x="2070" y="1319"/>
                    <a:pt x="2133" y="1295"/>
                    <a:pt x="2184" y="1244"/>
                  </a:cubicBezTo>
                  <a:cubicBezTo>
                    <a:pt x="2302" y="1155"/>
                    <a:pt x="2332" y="948"/>
                    <a:pt x="2214" y="830"/>
                  </a:cubicBezTo>
                  <a:cubicBezTo>
                    <a:pt x="2037" y="653"/>
                    <a:pt x="1830" y="565"/>
                    <a:pt x="1565" y="506"/>
                  </a:cubicBezTo>
                  <a:lnTo>
                    <a:pt x="1565" y="299"/>
                  </a:lnTo>
                  <a:cubicBezTo>
                    <a:pt x="1565" y="152"/>
                    <a:pt x="1476" y="34"/>
                    <a:pt x="1329" y="4"/>
                  </a:cubicBezTo>
                  <a:cubicBezTo>
                    <a:pt x="1313" y="2"/>
                    <a:pt x="1298" y="0"/>
                    <a:pt x="1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4"/>
            <p:cNvSpPr/>
            <p:nvPr/>
          </p:nvSpPr>
          <p:spPr>
            <a:xfrm>
              <a:off x="4722741" y="2261966"/>
              <a:ext cx="136219" cy="117201"/>
            </a:xfrm>
            <a:custGeom>
              <a:avLst/>
              <a:gdLst/>
              <a:ahLst/>
              <a:cxnLst/>
              <a:rect l="l" t="t" r="r" b="b"/>
              <a:pathLst>
                <a:path w="5047" h="4342" extrusionOk="0">
                  <a:moveTo>
                    <a:pt x="2190" y="888"/>
                  </a:moveTo>
                  <a:cubicBezTo>
                    <a:pt x="3317" y="888"/>
                    <a:pt x="3887" y="2284"/>
                    <a:pt x="3069" y="3102"/>
                  </a:cubicBezTo>
                  <a:cubicBezTo>
                    <a:pt x="2802" y="3359"/>
                    <a:pt x="2477" y="3475"/>
                    <a:pt x="2159" y="3475"/>
                  </a:cubicBezTo>
                  <a:cubicBezTo>
                    <a:pt x="1492" y="3475"/>
                    <a:pt x="856" y="2966"/>
                    <a:pt x="856" y="2187"/>
                  </a:cubicBezTo>
                  <a:cubicBezTo>
                    <a:pt x="856" y="1449"/>
                    <a:pt x="1446" y="889"/>
                    <a:pt x="2154" y="889"/>
                  </a:cubicBezTo>
                  <a:cubicBezTo>
                    <a:pt x="2166" y="889"/>
                    <a:pt x="2178" y="888"/>
                    <a:pt x="2190" y="888"/>
                  </a:cubicBezTo>
                  <a:close/>
                  <a:moveTo>
                    <a:pt x="2159" y="1"/>
                  </a:moveTo>
                  <a:cubicBezTo>
                    <a:pt x="1050" y="1"/>
                    <a:pt x="0" y="872"/>
                    <a:pt x="0" y="2187"/>
                  </a:cubicBezTo>
                  <a:cubicBezTo>
                    <a:pt x="0" y="3367"/>
                    <a:pt x="945" y="4312"/>
                    <a:pt x="2154" y="4341"/>
                  </a:cubicBezTo>
                  <a:cubicBezTo>
                    <a:pt x="4072" y="4341"/>
                    <a:pt x="5046" y="2010"/>
                    <a:pt x="3689" y="653"/>
                  </a:cubicBezTo>
                  <a:cubicBezTo>
                    <a:pt x="3238" y="202"/>
                    <a:pt x="2692" y="1"/>
                    <a:pt x="2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4"/>
            <p:cNvSpPr/>
            <p:nvPr/>
          </p:nvSpPr>
          <p:spPr>
            <a:xfrm>
              <a:off x="4862900" y="2261966"/>
              <a:ext cx="136219" cy="117201"/>
            </a:xfrm>
            <a:custGeom>
              <a:avLst/>
              <a:gdLst/>
              <a:ahLst/>
              <a:cxnLst/>
              <a:rect l="l" t="t" r="r" b="b"/>
              <a:pathLst>
                <a:path w="5047" h="4342" extrusionOk="0">
                  <a:moveTo>
                    <a:pt x="2184" y="889"/>
                  </a:moveTo>
                  <a:cubicBezTo>
                    <a:pt x="3335" y="889"/>
                    <a:pt x="3896" y="2276"/>
                    <a:pt x="3099" y="3102"/>
                  </a:cubicBezTo>
                  <a:cubicBezTo>
                    <a:pt x="2832" y="3359"/>
                    <a:pt x="2507" y="3475"/>
                    <a:pt x="2189" y="3475"/>
                  </a:cubicBezTo>
                  <a:cubicBezTo>
                    <a:pt x="1522" y="3475"/>
                    <a:pt x="886" y="2966"/>
                    <a:pt x="886" y="2187"/>
                  </a:cubicBezTo>
                  <a:cubicBezTo>
                    <a:pt x="886" y="1449"/>
                    <a:pt x="1447" y="889"/>
                    <a:pt x="2184" y="889"/>
                  </a:cubicBezTo>
                  <a:close/>
                  <a:moveTo>
                    <a:pt x="2172" y="1"/>
                  </a:moveTo>
                  <a:cubicBezTo>
                    <a:pt x="1064" y="1"/>
                    <a:pt x="1" y="872"/>
                    <a:pt x="1" y="2187"/>
                  </a:cubicBezTo>
                  <a:cubicBezTo>
                    <a:pt x="1" y="3367"/>
                    <a:pt x="974" y="4341"/>
                    <a:pt x="2184" y="4341"/>
                  </a:cubicBezTo>
                  <a:cubicBezTo>
                    <a:pt x="4102" y="4341"/>
                    <a:pt x="5046" y="2010"/>
                    <a:pt x="3689" y="653"/>
                  </a:cubicBezTo>
                  <a:cubicBezTo>
                    <a:pt x="3248" y="202"/>
                    <a:pt x="2705" y="1"/>
                    <a:pt x="2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4"/>
            <p:cNvSpPr/>
            <p:nvPr/>
          </p:nvSpPr>
          <p:spPr>
            <a:xfrm>
              <a:off x="5003869" y="2261966"/>
              <a:ext cx="136219" cy="117201"/>
            </a:xfrm>
            <a:custGeom>
              <a:avLst/>
              <a:gdLst/>
              <a:ahLst/>
              <a:cxnLst/>
              <a:rect l="l" t="t" r="r" b="b"/>
              <a:pathLst>
                <a:path w="5047" h="4342" extrusionOk="0">
                  <a:moveTo>
                    <a:pt x="2155" y="889"/>
                  </a:moveTo>
                  <a:cubicBezTo>
                    <a:pt x="3305" y="889"/>
                    <a:pt x="3895" y="2276"/>
                    <a:pt x="3069" y="3102"/>
                  </a:cubicBezTo>
                  <a:cubicBezTo>
                    <a:pt x="2812" y="3359"/>
                    <a:pt x="2490" y="3475"/>
                    <a:pt x="2172" y="3475"/>
                  </a:cubicBezTo>
                  <a:cubicBezTo>
                    <a:pt x="1505" y="3475"/>
                    <a:pt x="856" y="2966"/>
                    <a:pt x="856" y="2187"/>
                  </a:cubicBezTo>
                  <a:cubicBezTo>
                    <a:pt x="856" y="1449"/>
                    <a:pt x="1446" y="889"/>
                    <a:pt x="2155" y="889"/>
                  </a:cubicBezTo>
                  <a:close/>
                  <a:moveTo>
                    <a:pt x="2172" y="1"/>
                  </a:moveTo>
                  <a:cubicBezTo>
                    <a:pt x="1063" y="1"/>
                    <a:pt x="0" y="872"/>
                    <a:pt x="0" y="2187"/>
                  </a:cubicBezTo>
                  <a:cubicBezTo>
                    <a:pt x="0" y="3367"/>
                    <a:pt x="974" y="4341"/>
                    <a:pt x="2155" y="4341"/>
                  </a:cubicBezTo>
                  <a:cubicBezTo>
                    <a:pt x="4073" y="4341"/>
                    <a:pt x="5046" y="2010"/>
                    <a:pt x="3689" y="653"/>
                  </a:cubicBezTo>
                  <a:cubicBezTo>
                    <a:pt x="3248" y="202"/>
                    <a:pt x="2705" y="1"/>
                    <a:pt x="2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0" name="Google Shape;3680;p74"/>
          <p:cNvGrpSpPr/>
          <p:nvPr/>
        </p:nvGrpSpPr>
        <p:grpSpPr>
          <a:xfrm>
            <a:off x="4056169" y="2261993"/>
            <a:ext cx="403770" cy="398328"/>
            <a:chOff x="4056169" y="2261993"/>
            <a:chExt cx="403770" cy="398328"/>
          </a:xfrm>
        </p:grpSpPr>
        <p:sp>
          <p:nvSpPr>
            <p:cNvPr id="3681" name="Google Shape;3681;p74"/>
            <p:cNvSpPr/>
            <p:nvPr/>
          </p:nvSpPr>
          <p:spPr>
            <a:xfrm>
              <a:off x="4056169" y="2261993"/>
              <a:ext cx="402988" cy="117228"/>
            </a:xfrm>
            <a:custGeom>
              <a:avLst/>
              <a:gdLst/>
              <a:ahLst/>
              <a:cxnLst/>
              <a:rect l="l" t="t" r="r" b="b"/>
              <a:pathLst>
                <a:path w="14931" h="4343" extrusionOk="0">
                  <a:moveTo>
                    <a:pt x="2278" y="886"/>
                  </a:moveTo>
                  <a:cubicBezTo>
                    <a:pt x="2814" y="886"/>
                    <a:pt x="3312" y="1233"/>
                    <a:pt x="3511" y="1744"/>
                  </a:cubicBezTo>
                  <a:lnTo>
                    <a:pt x="2272" y="1744"/>
                  </a:lnTo>
                  <a:cubicBezTo>
                    <a:pt x="1741" y="1744"/>
                    <a:pt x="1239" y="2098"/>
                    <a:pt x="1062" y="2629"/>
                  </a:cubicBezTo>
                  <a:cubicBezTo>
                    <a:pt x="1003" y="2452"/>
                    <a:pt x="973" y="2275"/>
                    <a:pt x="973" y="2098"/>
                  </a:cubicBezTo>
                  <a:cubicBezTo>
                    <a:pt x="1032" y="1448"/>
                    <a:pt x="1534" y="917"/>
                    <a:pt x="2183" y="888"/>
                  </a:cubicBezTo>
                  <a:lnTo>
                    <a:pt x="2213" y="888"/>
                  </a:lnTo>
                  <a:cubicBezTo>
                    <a:pt x="2234" y="887"/>
                    <a:pt x="2256" y="886"/>
                    <a:pt x="2278" y="886"/>
                  </a:cubicBezTo>
                  <a:close/>
                  <a:moveTo>
                    <a:pt x="3482" y="2629"/>
                  </a:moveTo>
                  <a:cubicBezTo>
                    <a:pt x="3304" y="3130"/>
                    <a:pt x="2803" y="3484"/>
                    <a:pt x="2272" y="3484"/>
                  </a:cubicBezTo>
                  <a:cubicBezTo>
                    <a:pt x="2006" y="3455"/>
                    <a:pt x="1800" y="3248"/>
                    <a:pt x="1829" y="2983"/>
                  </a:cubicBezTo>
                  <a:cubicBezTo>
                    <a:pt x="1859" y="2776"/>
                    <a:pt x="2065" y="2629"/>
                    <a:pt x="2272" y="2629"/>
                  </a:cubicBezTo>
                  <a:close/>
                  <a:moveTo>
                    <a:pt x="6314" y="888"/>
                  </a:moveTo>
                  <a:cubicBezTo>
                    <a:pt x="7022" y="888"/>
                    <a:pt x="7583" y="1419"/>
                    <a:pt x="7642" y="2098"/>
                  </a:cubicBezTo>
                  <a:cubicBezTo>
                    <a:pt x="7672" y="2865"/>
                    <a:pt x="7081" y="3484"/>
                    <a:pt x="6344" y="3484"/>
                  </a:cubicBezTo>
                  <a:lnTo>
                    <a:pt x="4013" y="3484"/>
                  </a:lnTo>
                  <a:cubicBezTo>
                    <a:pt x="4573" y="2717"/>
                    <a:pt x="4573" y="1655"/>
                    <a:pt x="4013" y="888"/>
                  </a:cubicBezTo>
                  <a:close/>
                  <a:moveTo>
                    <a:pt x="8616" y="888"/>
                  </a:moveTo>
                  <a:cubicBezTo>
                    <a:pt x="9294" y="888"/>
                    <a:pt x="9885" y="1419"/>
                    <a:pt x="9944" y="2098"/>
                  </a:cubicBezTo>
                  <a:cubicBezTo>
                    <a:pt x="9973" y="2865"/>
                    <a:pt x="9383" y="3484"/>
                    <a:pt x="8645" y="3484"/>
                  </a:cubicBezTo>
                  <a:lnTo>
                    <a:pt x="8055" y="3484"/>
                  </a:lnTo>
                  <a:cubicBezTo>
                    <a:pt x="8616" y="2717"/>
                    <a:pt x="8616" y="1655"/>
                    <a:pt x="8055" y="888"/>
                  </a:cubicBezTo>
                  <a:close/>
                  <a:moveTo>
                    <a:pt x="12658" y="888"/>
                  </a:moveTo>
                  <a:cubicBezTo>
                    <a:pt x="13367" y="888"/>
                    <a:pt x="13927" y="1419"/>
                    <a:pt x="13986" y="2098"/>
                  </a:cubicBezTo>
                  <a:cubicBezTo>
                    <a:pt x="14016" y="2865"/>
                    <a:pt x="13426" y="3484"/>
                    <a:pt x="12688" y="3484"/>
                  </a:cubicBezTo>
                  <a:lnTo>
                    <a:pt x="10357" y="3484"/>
                  </a:lnTo>
                  <a:cubicBezTo>
                    <a:pt x="10917" y="2717"/>
                    <a:pt x="10917" y="1655"/>
                    <a:pt x="10357" y="888"/>
                  </a:cubicBezTo>
                  <a:close/>
                  <a:moveTo>
                    <a:pt x="2194" y="0"/>
                  </a:moveTo>
                  <a:cubicBezTo>
                    <a:pt x="1003" y="0"/>
                    <a:pt x="29" y="953"/>
                    <a:pt x="29" y="2157"/>
                  </a:cubicBezTo>
                  <a:cubicBezTo>
                    <a:pt x="0" y="3378"/>
                    <a:pt x="1002" y="4341"/>
                    <a:pt x="2217" y="4341"/>
                  </a:cubicBezTo>
                  <a:cubicBezTo>
                    <a:pt x="2235" y="4341"/>
                    <a:pt x="2253" y="4341"/>
                    <a:pt x="2272" y="4340"/>
                  </a:cubicBezTo>
                  <a:lnTo>
                    <a:pt x="12658" y="4340"/>
                  </a:lnTo>
                  <a:cubicBezTo>
                    <a:pt x="12694" y="4342"/>
                    <a:pt x="12730" y="4343"/>
                    <a:pt x="12765" y="4343"/>
                  </a:cubicBezTo>
                  <a:cubicBezTo>
                    <a:pt x="13956" y="4343"/>
                    <a:pt x="14930" y="3390"/>
                    <a:pt x="14930" y="2186"/>
                  </a:cubicBezTo>
                  <a:cubicBezTo>
                    <a:pt x="14930" y="965"/>
                    <a:pt x="13957" y="2"/>
                    <a:pt x="12743" y="2"/>
                  </a:cubicBezTo>
                  <a:cubicBezTo>
                    <a:pt x="12724" y="2"/>
                    <a:pt x="12706" y="2"/>
                    <a:pt x="12688" y="3"/>
                  </a:cubicBezTo>
                  <a:lnTo>
                    <a:pt x="2301" y="3"/>
                  </a:lnTo>
                  <a:cubicBezTo>
                    <a:pt x="2265" y="1"/>
                    <a:pt x="2230" y="0"/>
                    <a:pt x="2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4"/>
            <p:cNvSpPr/>
            <p:nvPr/>
          </p:nvSpPr>
          <p:spPr>
            <a:xfrm>
              <a:off x="4059327" y="2403218"/>
              <a:ext cx="400613" cy="257104"/>
            </a:xfrm>
            <a:custGeom>
              <a:avLst/>
              <a:gdLst/>
              <a:ahLst/>
              <a:cxnLst/>
              <a:rect l="l" t="t" r="r" b="b"/>
              <a:pathLst>
                <a:path w="14843" h="9525" extrusionOk="0">
                  <a:moveTo>
                    <a:pt x="7348" y="938"/>
                  </a:moveTo>
                  <a:lnTo>
                    <a:pt x="12748" y="2502"/>
                  </a:lnTo>
                  <a:lnTo>
                    <a:pt x="7378" y="4065"/>
                  </a:lnTo>
                  <a:lnTo>
                    <a:pt x="3453" y="2915"/>
                  </a:lnTo>
                  <a:lnTo>
                    <a:pt x="7348" y="2915"/>
                  </a:lnTo>
                  <a:cubicBezTo>
                    <a:pt x="7584" y="2915"/>
                    <a:pt x="7761" y="2767"/>
                    <a:pt x="7791" y="2561"/>
                  </a:cubicBezTo>
                  <a:cubicBezTo>
                    <a:pt x="7820" y="2295"/>
                    <a:pt x="7614" y="2059"/>
                    <a:pt x="7348" y="2059"/>
                  </a:cubicBezTo>
                  <a:lnTo>
                    <a:pt x="3453" y="2059"/>
                  </a:lnTo>
                  <a:lnTo>
                    <a:pt x="7348" y="938"/>
                  </a:lnTo>
                  <a:close/>
                  <a:moveTo>
                    <a:pt x="11273" y="3829"/>
                  </a:moveTo>
                  <a:lnTo>
                    <a:pt x="11273" y="6219"/>
                  </a:lnTo>
                  <a:cubicBezTo>
                    <a:pt x="10018" y="6706"/>
                    <a:pt x="8698" y="6950"/>
                    <a:pt x="7378" y="6950"/>
                  </a:cubicBezTo>
                  <a:cubicBezTo>
                    <a:pt x="6057" y="6950"/>
                    <a:pt x="4737" y="6706"/>
                    <a:pt x="3483" y="6219"/>
                  </a:cubicBezTo>
                  <a:lnTo>
                    <a:pt x="3483" y="3829"/>
                  </a:lnTo>
                  <a:lnTo>
                    <a:pt x="7259" y="4921"/>
                  </a:lnTo>
                  <a:cubicBezTo>
                    <a:pt x="7289" y="4936"/>
                    <a:pt x="7326" y="4943"/>
                    <a:pt x="7366" y="4943"/>
                  </a:cubicBezTo>
                  <a:cubicBezTo>
                    <a:pt x="7407" y="4943"/>
                    <a:pt x="7451" y="4936"/>
                    <a:pt x="7496" y="4921"/>
                  </a:cubicBezTo>
                  <a:lnTo>
                    <a:pt x="11273" y="3829"/>
                  </a:lnTo>
                  <a:close/>
                  <a:moveTo>
                    <a:pt x="11273" y="7134"/>
                  </a:moveTo>
                  <a:lnTo>
                    <a:pt x="11273" y="7960"/>
                  </a:lnTo>
                  <a:cubicBezTo>
                    <a:pt x="10018" y="8433"/>
                    <a:pt x="8698" y="8669"/>
                    <a:pt x="7378" y="8669"/>
                  </a:cubicBezTo>
                  <a:cubicBezTo>
                    <a:pt x="6057" y="8669"/>
                    <a:pt x="4737" y="8433"/>
                    <a:pt x="3483" y="7960"/>
                  </a:cubicBezTo>
                  <a:lnTo>
                    <a:pt x="3483" y="7134"/>
                  </a:lnTo>
                  <a:cubicBezTo>
                    <a:pt x="4737" y="7592"/>
                    <a:pt x="6050" y="7820"/>
                    <a:pt x="7366" y="7820"/>
                  </a:cubicBezTo>
                  <a:cubicBezTo>
                    <a:pt x="8683" y="7820"/>
                    <a:pt x="10004" y="7592"/>
                    <a:pt x="11273" y="7134"/>
                  </a:cubicBezTo>
                  <a:close/>
                  <a:moveTo>
                    <a:pt x="7366" y="1"/>
                  </a:moveTo>
                  <a:cubicBezTo>
                    <a:pt x="7326" y="1"/>
                    <a:pt x="7289" y="8"/>
                    <a:pt x="7259" y="23"/>
                  </a:cubicBezTo>
                  <a:lnTo>
                    <a:pt x="296" y="2059"/>
                  </a:lnTo>
                  <a:cubicBezTo>
                    <a:pt x="119" y="2088"/>
                    <a:pt x="1" y="2265"/>
                    <a:pt x="1" y="2472"/>
                  </a:cubicBezTo>
                  <a:lnTo>
                    <a:pt x="1" y="5924"/>
                  </a:lnTo>
                  <a:cubicBezTo>
                    <a:pt x="1" y="6131"/>
                    <a:pt x="148" y="6308"/>
                    <a:pt x="355" y="6367"/>
                  </a:cubicBezTo>
                  <a:cubicBezTo>
                    <a:pt x="372" y="6369"/>
                    <a:pt x="389" y="6370"/>
                    <a:pt x="405" y="6370"/>
                  </a:cubicBezTo>
                  <a:cubicBezTo>
                    <a:pt x="646" y="6370"/>
                    <a:pt x="829" y="6173"/>
                    <a:pt x="856" y="5924"/>
                  </a:cubicBezTo>
                  <a:lnTo>
                    <a:pt x="856" y="3033"/>
                  </a:lnTo>
                  <a:lnTo>
                    <a:pt x="2597" y="3564"/>
                  </a:lnTo>
                  <a:lnTo>
                    <a:pt x="2597" y="8226"/>
                  </a:lnTo>
                  <a:cubicBezTo>
                    <a:pt x="2597" y="8403"/>
                    <a:pt x="2715" y="8580"/>
                    <a:pt x="2863" y="8639"/>
                  </a:cubicBezTo>
                  <a:cubicBezTo>
                    <a:pt x="4309" y="9229"/>
                    <a:pt x="5836" y="9524"/>
                    <a:pt x="7363" y="9524"/>
                  </a:cubicBezTo>
                  <a:cubicBezTo>
                    <a:pt x="8890" y="9524"/>
                    <a:pt x="10417" y="9229"/>
                    <a:pt x="11863" y="8639"/>
                  </a:cubicBezTo>
                  <a:cubicBezTo>
                    <a:pt x="12010" y="8551"/>
                    <a:pt x="12128" y="8403"/>
                    <a:pt x="12128" y="8226"/>
                  </a:cubicBezTo>
                  <a:lnTo>
                    <a:pt x="12128" y="3564"/>
                  </a:lnTo>
                  <a:lnTo>
                    <a:pt x="14430" y="2885"/>
                  </a:lnTo>
                  <a:cubicBezTo>
                    <a:pt x="14843" y="2767"/>
                    <a:pt x="14843" y="2177"/>
                    <a:pt x="14430" y="2059"/>
                  </a:cubicBezTo>
                  <a:lnTo>
                    <a:pt x="14459" y="2059"/>
                  </a:lnTo>
                  <a:lnTo>
                    <a:pt x="7496" y="23"/>
                  </a:lnTo>
                  <a:cubicBezTo>
                    <a:pt x="7451" y="8"/>
                    <a:pt x="7407" y="1"/>
                    <a:pt x="7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 name="Google Shape;3683;p74"/>
          <p:cNvGrpSpPr/>
          <p:nvPr/>
        </p:nvGrpSpPr>
        <p:grpSpPr>
          <a:xfrm>
            <a:off x="4059327" y="3506158"/>
            <a:ext cx="398237" cy="399057"/>
            <a:chOff x="4059327" y="3506158"/>
            <a:chExt cx="398237" cy="399057"/>
          </a:xfrm>
        </p:grpSpPr>
        <p:sp>
          <p:nvSpPr>
            <p:cNvPr id="3684" name="Google Shape;3684;p74"/>
            <p:cNvSpPr/>
            <p:nvPr/>
          </p:nvSpPr>
          <p:spPr>
            <a:xfrm>
              <a:off x="4059327" y="3506941"/>
              <a:ext cx="70903" cy="69398"/>
            </a:xfrm>
            <a:custGeom>
              <a:avLst/>
              <a:gdLst/>
              <a:ahLst/>
              <a:cxnLst/>
              <a:rect l="l" t="t" r="r" b="b"/>
              <a:pathLst>
                <a:path w="2627" h="2571" extrusionOk="0">
                  <a:moveTo>
                    <a:pt x="414" y="1"/>
                  </a:moveTo>
                  <a:cubicBezTo>
                    <a:pt x="178" y="1"/>
                    <a:pt x="1" y="207"/>
                    <a:pt x="1" y="443"/>
                  </a:cubicBezTo>
                  <a:lnTo>
                    <a:pt x="1" y="2125"/>
                  </a:lnTo>
                  <a:cubicBezTo>
                    <a:pt x="1" y="2374"/>
                    <a:pt x="182" y="2571"/>
                    <a:pt x="423" y="2571"/>
                  </a:cubicBezTo>
                  <a:cubicBezTo>
                    <a:pt x="439" y="2571"/>
                    <a:pt x="456" y="2570"/>
                    <a:pt x="473" y="2568"/>
                  </a:cubicBezTo>
                  <a:cubicBezTo>
                    <a:pt x="679" y="2538"/>
                    <a:pt x="856" y="2361"/>
                    <a:pt x="856" y="2125"/>
                  </a:cubicBezTo>
                  <a:lnTo>
                    <a:pt x="856" y="856"/>
                  </a:lnTo>
                  <a:lnTo>
                    <a:pt x="2155" y="856"/>
                  </a:lnTo>
                  <a:cubicBezTo>
                    <a:pt x="2361" y="856"/>
                    <a:pt x="2538" y="709"/>
                    <a:pt x="2597" y="473"/>
                  </a:cubicBezTo>
                  <a:cubicBezTo>
                    <a:pt x="2627" y="237"/>
                    <a:pt x="2420"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4"/>
            <p:cNvSpPr/>
            <p:nvPr/>
          </p:nvSpPr>
          <p:spPr>
            <a:xfrm>
              <a:off x="4386662" y="3506158"/>
              <a:ext cx="70093" cy="70207"/>
            </a:xfrm>
            <a:custGeom>
              <a:avLst/>
              <a:gdLst/>
              <a:ahLst/>
              <a:cxnLst/>
              <a:rect l="l" t="t" r="r" b="b"/>
              <a:pathLst>
                <a:path w="2597" h="2601" extrusionOk="0">
                  <a:moveTo>
                    <a:pt x="472" y="0"/>
                  </a:moveTo>
                  <a:cubicBezTo>
                    <a:pt x="236" y="0"/>
                    <a:pt x="59" y="148"/>
                    <a:pt x="30" y="384"/>
                  </a:cubicBezTo>
                  <a:cubicBezTo>
                    <a:pt x="0" y="620"/>
                    <a:pt x="207" y="856"/>
                    <a:pt x="472" y="856"/>
                  </a:cubicBezTo>
                  <a:lnTo>
                    <a:pt x="1741" y="856"/>
                  </a:lnTo>
                  <a:lnTo>
                    <a:pt x="1741" y="2154"/>
                  </a:lnTo>
                  <a:cubicBezTo>
                    <a:pt x="1741" y="2390"/>
                    <a:pt x="1918" y="2567"/>
                    <a:pt x="2125" y="2597"/>
                  </a:cubicBezTo>
                  <a:cubicBezTo>
                    <a:pt x="2144" y="2599"/>
                    <a:pt x="2163" y="2600"/>
                    <a:pt x="2182" y="2600"/>
                  </a:cubicBezTo>
                  <a:cubicBezTo>
                    <a:pt x="2419" y="2600"/>
                    <a:pt x="2597" y="2430"/>
                    <a:pt x="2597" y="2184"/>
                  </a:cubicBezTo>
                  <a:lnTo>
                    <a:pt x="2597" y="443"/>
                  </a:lnTo>
                  <a:cubicBezTo>
                    <a:pt x="2597" y="207"/>
                    <a:pt x="2420"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4"/>
            <p:cNvSpPr/>
            <p:nvPr/>
          </p:nvSpPr>
          <p:spPr>
            <a:xfrm>
              <a:off x="4059327" y="3834225"/>
              <a:ext cx="70903" cy="70990"/>
            </a:xfrm>
            <a:custGeom>
              <a:avLst/>
              <a:gdLst/>
              <a:ahLst/>
              <a:cxnLst/>
              <a:rect l="l" t="t" r="r" b="b"/>
              <a:pathLst>
                <a:path w="2627" h="2630" extrusionOk="0">
                  <a:moveTo>
                    <a:pt x="452" y="0"/>
                  </a:moveTo>
                  <a:cubicBezTo>
                    <a:pt x="207" y="0"/>
                    <a:pt x="1" y="197"/>
                    <a:pt x="1" y="446"/>
                  </a:cubicBezTo>
                  <a:lnTo>
                    <a:pt x="1" y="2187"/>
                  </a:lnTo>
                  <a:cubicBezTo>
                    <a:pt x="1" y="2423"/>
                    <a:pt x="207" y="2629"/>
                    <a:pt x="443" y="2629"/>
                  </a:cubicBezTo>
                  <a:lnTo>
                    <a:pt x="2155" y="2629"/>
                  </a:lnTo>
                  <a:cubicBezTo>
                    <a:pt x="2420" y="2629"/>
                    <a:pt x="2627" y="2393"/>
                    <a:pt x="2597" y="2128"/>
                  </a:cubicBezTo>
                  <a:cubicBezTo>
                    <a:pt x="2570" y="1909"/>
                    <a:pt x="2391" y="1741"/>
                    <a:pt x="2200" y="1741"/>
                  </a:cubicBezTo>
                  <a:cubicBezTo>
                    <a:pt x="2185" y="1741"/>
                    <a:pt x="2170" y="1742"/>
                    <a:pt x="2155" y="1744"/>
                  </a:cubicBezTo>
                  <a:lnTo>
                    <a:pt x="856" y="1744"/>
                  </a:lnTo>
                  <a:lnTo>
                    <a:pt x="856" y="446"/>
                  </a:lnTo>
                  <a:cubicBezTo>
                    <a:pt x="856" y="239"/>
                    <a:pt x="709" y="33"/>
                    <a:pt x="502" y="3"/>
                  </a:cubicBezTo>
                  <a:cubicBezTo>
                    <a:pt x="485" y="1"/>
                    <a:pt x="468" y="0"/>
                    <a:pt x="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4"/>
            <p:cNvSpPr/>
            <p:nvPr/>
          </p:nvSpPr>
          <p:spPr>
            <a:xfrm>
              <a:off x="4386662" y="3834225"/>
              <a:ext cx="70903" cy="70181"/>
            </a:xfrm>
            <a:custGeom>
              <a:avLst/>
              <a:gdLst/>
              <a:ahLst/>
              <a:cxnLst/>
              <a:rect l="l" t="t" r="r" b="b"/>
              <a:pathLst>
                <a:path w="2627" h="2600" extrusionOk="0">
                  <a:moveTo>
                    <a:pt x="2176" y="0"/>
                  </a:moveTo>
                  <a:cubicBezTo>
                    <a:pt x="2159" y="0"/>
                    <a:pt x="2142" y="1"/>
                    <a:pt x="2125" y="3"/>
                  </a:cubicBezTo>
                  <a:cubicBezTo>
                    <a:pt x="1918" y="33"/>
                    <a:pt x="1741" y="210"/>
                    <a:pt x="1741" y="446"/>
                  </a:cubicBezTo>
                  <a:lnTo>
                    <a:pt x="1741" y="1744"/>
                  </a:lnTo>
                  <a:lnTo>
                    <a:pt x="472" y="1744"/>
                  </a:lnTo>
                  <a:cubicBezTo>
                    <a:pt x="236" y="1744"/>
                    <a:pt x="59" y="1892"/>
                    <a:pt x="30" y="2098"/>
                  </a:cubicBezTo>
                  <a:cubicBezTo>
                    <a:pt x="0" y="2364"/>
                    <a:pt x="207" y="2600"/>
                    <a:pt x="472" y="2600"/>
                  </a:cubicBezTo>
                  <a:lnTo>
                    <a:pt x="2184" y="2600"/>
                  </a:lnTo>
                  <a:cubicBezTo>
                    <a:pt x="2420" y="2600"/>
                    <a:pt x="2626" y="2393"/>
                    <a:pt x="2626" y="2157"/>
                  </a:cubicBezTo>
                  <a:lnTo>
                    <a:pt x="2626" y="416"/>
                  </a:lnTo>
                  <a:cubicBezTo>
                    <a:pt x="2626" y="195"/>
                    <a:pt x="2420" y="0"/>
                    <a:pt x="2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4"/>
            <p:cNvSpPr/>
            <p:nvPr/>
          </p:nvSpPr>
          <p:spPr>
            <a:xfrm>
              <a:off x="4059327" y="3507643"/>
              <a:ext cx="398237" cy="396061"/>
            </a:xfrm>
            <a:custGeom>
              <a:avLst/>
              <a:gdLst/>
              <a:ahLst/>
              <a:cxnLst/>
              <a:rect l="l" t="t" r="r" b="b"/>
              <a:pathLst>
                <a:path w="14755" h="14673" extrusionOk="0">
                  <a:moveTo>
                    <a:pt x="6935" y="1745"/>
                  </a:moveTo>
                  <a:lnTo>
                    <a:pt x="6935" y="2601"/>
                  </a:lnTo>
                  <a:cubicBezTo>
                    <a:pt x="4663" y="2807"/>
                    <a:pt x="2833" y="4637"/>
                    <a:pt x="2627" y="6909"/>
                  </a:cubicBezTo>
                  <a:lnTo>
                    <a:pt x="1771" y="6909"/>
                  </a:lnTo>
                  <a:cubicBezTo>
                    <a:pt x="1978" y="4135"/>
                    <a:pt x="4191" y="1952"/>
                    <a:pt x="6935" y="1745"/>
                  </a:cubicBezTo>
                  <a:close/>
                  <a:moveTo>
                    <a:pt x="7791" y="1745"/>
                  </a:moveTo>
                  <a:cubicBezTo>
                    <a:pt x="10564" y="1952"/>
                    <a:pt x="12748" y="4135"/>
                    <a:pt x="12954" y="6909"/>
                  </a:cubicBezTo>
                  <a:lnTo>
                    <a:pt x="12099" y="6909"/>
                  </a:lnTo>
                  <a:cubicBezTo>
                    <a:pt x="11892" y="4637"/>
                    <a:pt x="10092" y="2807"/>
                    <a:pt x="7791" y="2601"/>
                  </a:cubicBezTo>
                  <a:lnTo>
                    <a:pt x="7791" y="1745"/>
                  </a:lnTo>
                  <a:close/>
                  <a:moveTo>
                    <a:pt x="7791" y="3486"/>
                  </a:moveTo>
                  <a:cubicBezTo>
                    <a:pt x="9591" y="3693"/>
                    <a:pt x="11007" y="5109"/>
                    <a:pt x="11213" y="6909"/>
                  </a:cubicBezTo>
                  <a:lnTo>
                    <a:pt x="10830" y="6909"/>
                  </a:lnTo>
                  <a:cubicBezTo>
                    <a:pt x="10594" y="6909"/>
                    <a:pt x="10417" y="7086"/>
                    <a:pt x="10387" y="7293"/>
                  </a:cubicBezTo>
                  <a:cubicBezTo>
                    <a:pt x="10358" y="7558"/>
                    <a:pt x="10564" y="7765"/>
                    <a:pt x="10800" y="7765"/>
                  </a:cubicBezTo>
                  <a:lnTo>
                    <a:pt x="11213" y="7765"/>
                  </a:lnTo>
                  <a:cubicBezTo>
                    <a:pt x="11007" y="9594"/>
                    <a:pt x="9591" y="11010"/>
                    <a:pt x="7791" y="11217"/>
                  </a:cubicBezTo>
                  <a:lnTo>
                    <a:pt x="7791" y="10804"/>
                  </a:lnTo>
                  <a:cubicBezTo>
                    <a:pt x="7791" y="10555"/>
                    <a:pt x="7584" y="10358"/>
                    <a:pt x="7364" y="10358"/>
                  </a:cubicBezTo>
                  <a:cubicBezTo>
                    <a:pt x="7349" y="10358"/>
                    <a:pt x="7334" y="10359"/>
                    <a:pt x="7319" y="10361"/>
                  </a:cubicBezTo>
                  <a:cubicBezTo>
                    <a:pt x="7082" y="10391"/>
                    <a:pt x="6935" y="10568"/>
                    <a:pt x="6935" y="10804"/>
                  </a:cubicBezTo>
                  <a:lnTo>
                    <a:pt x="6935" y="11217"/>
                  </a:lnTo>
                  <a:cubicBezTo>
                    <a:pt x="5135" y="11010"/>
                    <a:pt x="3719" y="9594"/>
                    <a:pt x="3512" y="7765"/>
                  </a:cubicBezTo>
                  <a:lnTo>
                    <a:pt x="3896" y="7765"/>
                  </a:lnTo>
                  <a:cubicBezTo>
                    <a:pt x="3913" y="7767"/>
                    <a:pt x="3930" y="7768"/>
                    <a:pt x="3947" y="7768"/>
                  </a:cubicBezTo>
                  <a:cubicBezTo>
                    <a:pt x="4157" y="7768"/>
                    <a:pt x="4311" y="7602"/>
                    <a:pt x="4338" y="7411"/>
                  </a:cubicBezTo>
                  <a:cubicBezTo>
                    <a:pt x="4368" y="7145"/>
                    <a:pt x="4161" y="6938"/>
                    <a:pt x="3896" y="6909"/>
                  </a:cubicBezTo>
                  <a:lnTo>
                    <a:pt x="3512" y="6909"/>
                  </a:lnTo>
                  <a:cubicBezTo>
                    <a:pt x="3719" y="5109"/>
                    <a:pt x="5135" y="3693"/>
                    <a:pt x="6935" y="3486"/>
                  </a:cubicBezTo>
                  <a:lnTo>
                    <a:pt x="6935" y="3899"/>
                  </a:lnTo>
                  <a:cubicBezTo>
                    <a:pt x="6935" y="4106"/>
                    <a:pt x="7082" y="4283"/>
                    <a:pt x="7289" y="4342"/>
                  </a:cubicBezTo>
                  <a:cubicBezTo>
                    <a:pt x="7306" y="4344"/>
                    <a:pt x="7323" y="4345"/>
                    <a:pt x="7340" y="4345"/>
                  </a:cubicBezTo>
                  <a:cubicBezTo>
                    <a:pt x="7584" y="4345"/>
                    <a:pt x="7791" y="4148"/>
                    <a:pt x="7791" y="3899"/>
                  </a:cubicBezTo>
                  <a:lnTo>
                    <a:pt x="7791" y="3486"/>
                  </a:lnTo>
                  <a:close/>
                  <a:moveTo>
                    <a:pt x="12984" y="7765"/>
                  </a:moveTo>
                  <a:cubicBezTo>
                    <a:pt x="12748" y="10509"/>
                    <a:pt x="10564" y="12722"/>
                    <a:pt x="7791" y="12928"/>
                  </a:cubicBezTo>
                  <a:lnTo>
                    <a:pt x="7791" y="12073"/>
                  </a:lnTo>
                  <a:cubicBezTo>
                    <a:pt x="10092" y="11866"/>
                    <a:pt x="11892" y="10037"/>
                    <a:pt x="12099" y="7765"/>
                  </a:cubicBezTo>
                  <a:close/>
                  <a:moveTo>
                    <a:pt x="2627" y="7794"/>
                  </a:moveTo>
                  <a:cubicBezTo>
                    <a:pt x="2863" y="10066"/>
                    <a:pt x="4663" y="11866"/>
                    <a:pt x="6935" y="12073"/>
                  </a:cubicBezTo>
                  <a:lnTo>
                    <a:pt x="6935" y="12958"/>
                  </a:lnTo>
                  <a:cubicBezTo>
                    <a:pt x="4191" y="12722"/>
                    <a:pt x="1978" y="10538"/>
                    <a:pt x="1771" y="7794"/>
                  </a:cubicBezTo>
                  <a:close/>
                  <a:moveTo>
                    <a:pt x="7379" y="1"/>
                  </a:moveTo>
                  <a:cubicBezTo>
                    <a:pt x="7138" y="1"/>
                    <a:pt x="6937" y="171"/>
                    <a:pt x="6964" y="417"/>
                  </a:cubicBezTo>
                  <a:lnTo>
                    <a:pt x="6964" y="860"/>
                  </a:lnTo>
                  <a:cubicBezTo>
                    <a:pt x="3719" y="1096"/>
                    <a:pt x="1122" y="3663"/>
                    <a:pt x="915" y="6909"/>
                  </a:cubicBezTo>
                  <a:lnTo>
                    <a:pt x="473" y="6909"/>
                  </a:lnTo>
                  <a:cubicBezTo>
                    <a:pt x="237" y="6909"/>
                    <a:pt x="60" y="7056"/>
                    <a:pt x="30" y="7263"/>
                  </a:cubicBezTo>
                  <a:cubicBezTo>
                    <a:pt x="1" y="7529"/>
                    <a:pt x="178" y="7765"/>
                    <a:pt x="443" y="7765"/>
                  </a:cubicBezTo>
                  <a:lnTo>
                    <a:pt x="915" y="7765"/>
                  </a:lnTo>
                  <a:cubicBezTo>
                    <a:pt x="1122" y="11010"/>
                    <a:pt x="3689" y="13578"/>
                    <a:pt x="6935" y="13784"/>
                  </a:cubicBezTo>
                  <a:lnTo>
                    <a:pt x="6935" y="14227"/>
                  </a:lnTo>
                  <a:cubicBezTo>
                    <a:pt x="6935" y="14433"/>
                    <a:pt x="7082" y="14640"/>
                    <a:pt x="7319" y="14669"/>
                  </a:cubicBezTo>
                  <a:cubicBezTo>
                    <a:pt x="7334" y="14671"/>
                    <a:pt x="7349" y="14672"/>
                    <a:pt x="7364" y="14672"/>
                  </a:cubicBezTo>
                  <a:cubicBezTo>
                    <a:pt x="7584" y="14672"/>
                    <a:pt x="7791" y="14477"/>
                    <a:pt x="7791" y="14256"/>
                  </a:cubicBezTo>
                  <a:lnTo>
                    <a:pt x="7791" y="13784"/>
                  </a:lnTo>
                  <a:cubicBezTo>
                    <a:pt x="11036" y="13578"/>
                    <a:pt x="13604" y="11010"/>
                    <a:pt x="13810" y="7765"/>
                  </a:cubicBezTo>
                  <a:lnTo>
                    <a:pt x="14282" y="7765"/>
                  </a:lnTo>
                  <a:cubicBezTo>
                    <a:pt x="14548" y="7765"/>
                    <a:pt x="14754" y="7529"/>
                    <a:pt x="14725" y="7263"/>
                  </a:cubicBezTo>
                  <a:cubicBezTo>
                    <a:pt x="14666" y="7056"/>
                    <a:pt x="14489" y="6909"/>
                    <a:pt x="14282" y="6909"/>
                  </a:cubicBezTo>
                  <a:lnTo>
                    <a:pt x="13840" y="6909"/>
                  </a:lnTo>
                  <a:cubicBezTo>
                    <a:pt x="13604" y="3663"/>
                    <a:pt x="11036" y="1096"/>
                    <a:pt x="7791" y="860"/>
                  </a:cubicBezTo>
                  <a:lnTo>
                    <a:pt x="7791" y="447"/>
                  </a:lnTo>
                  <a:cubicBezTo>
                    <a:pt x="7820" y="211"/>
                    <a:pt x="7643" y="34"/>
                    <a:pt x="7437" y="4"/>
                  </a:cubicBezTo>
                  <a:cubicBezTo>
                    <a:pt x="7417" y="2"/>
                    <a:pt x="7398" y="1"/>
                    <a:pt x="73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4"/>
            <p:cNvSpPr/>
            <p:nvPr/>
          </p:nvSpPr>
          <p:spPr>
            <a:xfrm>
              <a:off x="4222590" y="3635074"/>
              <a:ext cx="72495" cy="139632"/>
            </a:xfrm>
            <a:custGeom>
              <a:avLst/>
              <a:gdLst/>
              <a:ahLst/>
              <a:cxnLst/>
              <a:rect l="l" t="t" r="r" b="b"/>
              <a:pathLst>
                <a:path w="2686" h="5173" extrusionOk="0">
                  <a:moveTo>
                    <a:pt x="1033" y="1155"/>
                  </a:moveTo>
                  <a:lnTo>
                    <a:pt x="1033" y="2011"/>
                  </a:lnTo>
                  <a:cubicBezTo>
                    <a:pt x="974" y="1952"/>
                    <a:pt x="915" y="1922"/>
                    <a:pt x="856" y="1893"/>
                  </a:cubicBezTo>
                  <a:cubicBezTo>
                    <a:pt x="768" y="1775"/>
                    <a:pt x="709" y="1657"/>
                    <a:pt x="768" y="1509"/>
                  </a:cubicBezTo>
                  <a:cubicBezTo>
                    <a:pt x="768" y="1362"/>
                    <a:pt x="886" y="1214"/>
                    <a:pt x="1033" y="1155"/>
                  </a:cubicBezTo>
                  <a:close/>
                  <a:moveTo>
                    <a:pt x="1624" y="2867"/>
                  </a:moveTo>
                  <a:cubicBezTo>
                    <a:pt x="1889" y="2955"/>
                    <a:pt x="2037" y="3250"/>
                    <a:pt x="2007" y="3516"/>
                  </a:cubicBezTo>
                  <a:cubicBezTo>
                    <a:pt x="1948" y="3752"/>
                    <a:pt x="1830" y="3929"/>
                    <a:pt x="1624" y="4047"/>
                  </a:cubicBezTo>
                  <a:lnTo>
                    <a:pt x="1624" y="2867"/>
                  </a:lnTo>
                  <a:close/>
                  <a:moveTo>
                    <a:pt x="1313" y="1"/>
                  </a:moveTo>
                  <a:cubicBezTo>
                    <a:pt x="1157" y="1"/>
                    <a:pt x="1033" y="138"/>
                    <a:pt x="1033" y="299"/>
                  </a:cubicBezTo>
                  <a:lnTo>
                    <a:pt x="1033" y="536"/>
                  </a:lnTo>
                  <a:lnTo>
                    <a:pt x="915" y="565"/>
                  </a:lnTo>
                  <a:cubicBezTo>
                    <a:pt x="532" y="683"/>
                    <a:pt x="237" y="1008"/>
                    <a:pt x="178" y="1421"/>
                  </a:cubicBezTo>
                  <a:cubicBezTo>
                    <a:pt x="89" y="1745"/>
                    <a:pt x="207" y="2099"/>
                    <a:pt x="502" y="2335"/>
                  </a:cubicBezTo>
                  <a:cubicBezTo>
                    <a:pt x="650" y="2453"/>
                    <a:pt x="827" y="2572"/>
                    <a:pt x="1033" y="2631"/>
                  </a:cubicBezTo>
                  <a:lnTo>
                    <a:pt x="1033" y="4106"/>
                  </a:lnTo>
                  <a:cubicBezTo>
                    <a:pt x="827" y="4076"/>
                    <a:pt x="650" y="4017"/>
                    <a:pt x="502" y="3899"/>
                  </a:cubicBezTo>
                  <a:cubicBezTo>
                    <a:pt x="447" y="3866"/>
                    <a:pt x="388" y="3850"/>
                    <a:pt x="330" y="3850"/>
                  </a:cubicBezTo>
                  <a:cubicBezTo>
                    <a:pt x="234" y="3850"/>
                    <a:pt x="145" y="3896"/>
                    <a:pt x="89" y="3988"/>
                  </a:cubicBezTo>
                  <a:cubicBezTo>
                    <a:pt x="1" y="4106"/>
                    <a:pt x="60" y="4283"/>
                    <a:pt x="178" y="4371"/>
                  </a:cubicBezTo>
                  <a:cubicBezTo>
                    <a:pt x="443" y="4549"/>
                    <a:pt x="738" y="4667"/>
                    <a:pt x="1033" y="4667"/>
                  </a:cubicBezTo>
                  <a:lnTo>
                    <a:pt x="1033" y="4873"/>
                  </a:lnTo>
                  <a:cubicBezTo>
                    <a:pt x="1033" y="5021"/>
                    <a:pt x="1122" y="5168"/>
                    <a:pt x="1270" y="5168"/>
                  </a:cubicBezTo>
                  <a:cubicBezTo>
                    <a:pt x="1288" y="5171"/>
                    <a:pt x="1306" y="5173"/>
                    <a:pt x="1323" y="5173"/>
                  </a:cubicBezTo>
                  <a:cubicBezTo>
                    <a:pt x="1475" y="5173"/>
                    <a:pt x="1594" y="5061"/>
                    <a:pt x="1594" y="4903"/>
                  </a:cubicBezTo>
                  <a:lnTo>
                    <a:pt x="1594" y="4637"/>
                  </a:lnTo>
                  <a:cubicBezTo>
                    <a:pt x="2096" y="4519"/>
                    <a:pt x="2479" y="4106"/>
                    <a:pt x="2568" y="3604"/>
                  </a:cubicBezTo>
                  <a:cubicBezTo>
                    <a:pt x="2686" y="3044"/>
                    <a:pt x="2332" y="2483"/>
                    <a:pt x="1801" y="2335"/>
                  </a:cubicBezTo>
                  <a:lnTo>
                    <a:pt x="1624" y="2247"/>
                  </a:lnTo>
                  <a:lnTo>
                    <a:pt x="1624" y="1096"/>
                  </a:lnTo>
                  <a:cubicBezTo>
                    <a:pt x="1683" y="1126"/>
                    <a:pt x="1771" y="1155"/>
                    <a:pt x="1830" y="1214"/>
                  </a:cubicBezTo>
                  <a:cubicBezTo>
                    <a:pt x="1880" y="1280"/>
                    <a:pt x="1957" y="1319"/>
                    <a:pt x="2037" y="1319"/>
                  </a:cubicBezTo>
                  <a:cubicBezTo>
                    <a:pt x="2099" y="1319"/>
                    <a:pt x="2162" y="1295"/>
                    <a:pt x="2214" y="1244"/>
                  </a:cubicBezTo>
                  <a:cubicBezTo>
                    <a:pt x="2332" y="1155"/>
                    <a:pt x="2361" y="978"/>
                    <a:pt x="2243" y="831"/>
                  </a:cubicBezTo>
                  <a:cubicBezTo>
                    <a:pt x="2066" y="654"/>
                    <a:pt x="1860" y="565"/>
                    <a:pt x="1624" y="506"/>
                  </a:cubicBezTo>
                  <a:lnTo>
                    <a:pt x="1624" y="299"/>
                  </a:lnTo>
                  <a:cubicBezTo>
                    <a:pt x="1624" y="152"/>
                    <a:pt x="1506" y="34"/>
                    <a:pt x="1358" y="4"/>
                  </a:cubicBezTo>
                  <a:cubicBezTo>
                    <a:pt x="1343" y="2"/>
                    <a:pt x="1328" y="1"/>
                    <a:pt x="1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0" name="Google Shape;3690;p74"/>
          <p:cNvSpPr/>
          <p:nvPr/>
        </p:nvSpPr>
        <p:spPr>
          <a:xfrm>
            <a:off x="8021459" y="2261966"/>
            <a:ext cx="397428" cy="398355"/>
          </a:xfrm>
          <a:custGeom>
            <a:avLst/>
            <a:gdLst/>
            <a:ahLst/>
            <a:cxnLst/>
            <a:rect l="l" t="t" r="r" b="b"/>
            <a:pathLst>
              <a:path w="14725" h="14758" extrusionOk="0">
                <a:moveTo>
                  <a:pt x="7820" y="1774"/>
                </a:moveTo>
                <a:cubicBezTo>
                  <a:pt x="8498" y="1981"/>
                  <a:pt x="9088" y="2453"/>
                  <a:pt x="9472" y="3072"/>
                </a:cubicBezTo>
                <a:cubicBezTo>
                  <a:pt x="9974" y="3869"/>
                  <a:pt x="10269" y="4754"/>
                  <a:pt x="10357" y="5699"/>
                </a:cubicBezTo>
                <a:cubicBezTo>
                  <a:pt x="9959" y="5521"/>
                  <a:pt x="9524" y="5433"/>
                  <a:pt x="9088" y="5433"/>
                </a:cubicBezTo>
                <a:cubicBezTo>
                  <a:pt x="8653" y="5433"/>
                  <a:pt x="8218" y="5521"/>
                  <a:pt x="7820" y="5699"/>
                </a:cubicBezTo>
                <a:lnTo>
                  <a:pt x="7820" y="1774"/>
                </a:lnTo>
                <a:close/>
                <a:moveTo>
                  <a:pt x="4957" y="2069"/>
                </a:moveTo>
                <a:cubicBezTo>
                  <a:pt x="4810" y="2246"/>
                  <a:pt x="4692" y="2394"/>
                  <a:pt x="4574" y="2571"/>
                </a:cubicBezTo>
                <a:cubicBezTo>
                  <a:pt x="3984" y="3515"/>
                  <a:pt x="3630" y="4607"/>
                  <a:pt x="3541" y="5728"/>
                </a:cubicBezTo>
                <a:lnTo>
                  <a:pt x="3512" y="5728"/>
                </a:lnTo>
                <a:cubicBezTo>
                  <a:pt x="3089" y="5525"/>
                  <a:pt x="2634" y="5421"/>
                  <a:pt x="2176" y="5421"/>
                </a:cubicBezTo>
                <a:cubicBezTo>
                  <a:pt x="1770" y="5421"/>
                  <a:pt x="1362" y="5503"/>
                  <a:pt x="974" y="5669"/>
                </a:cubicBezTo>
                <a:cubicBezTo>
                  <a:pt x="1387" y="4046"/>
                  <a:pt x="2921" y="2689"/>
                  <a:pt x="4957" y="2069"/>
                </a:cubicBezTo>
                <a:close/>
                <a:moveTo>
                  <a:pt x="6934" y="1774"/>
                </a:moveTo>
                <a:lnTo>
                  <a:pt x="6934" y="5728"/>
                </a:lnTo>
                <a:cubicBezTo>
                  <a:pt x="6551" y="5521"/>
                  <a:pt x="6108" y="5433"/>
                  <a:pt x="5636" y="5433"/>
                </a:cubicBezTo>
                <a:cubicBezTo>
                  <a:pt x="5193" y="5433"/>
                  <a:pt x="4780" y="5521"/>
                  <a:pt x="4367" y="5699"/>
                </a:cubicBezTo>
                <a:cubicBezTo>
                  <a:pt x="4456" y="4754"/>
                  <a:pt x="4780" y="3840"/>
                  <a:pt x="5282" y="3072"/>
                </a:cubicBezTo>
                <a:cubicBezTo>
                  <a:pt x="5636" y="2423"/>
                  <a:pt x="6256" y="1981"/>
                  <a:pt x="6934" y="1774"/>
                </a:cubicBezTo>
                <a:close/>
                <a:moveTo>
                  <a:pt x="9826" y="2099"/>
                </a:moveTo>
                <a:lnTo>
                  <a:pt x="9826" y="2099"/>
                </a:lnTo>
                <a:cubicBezTo>
                  <a:pt x="11862" y="2689"/>
                  <a:pt x="13397" y="4046"/>
                  <a:pt x="13780" y="5669"/>
                </a:cubicBezTo>
                <a:cubicBezTo>
                  <a:pt x="13394" y="5517"/>
                  <a:pt x="12988" y="5443"/>
                  <a:pt x="12585" y="5443"/>
                </a:cubicBezTo>
                <a:cubicBezTo>
                  <a:pt x="12125" y="5443"/>
                  <a:pt x="11667" y="5539"/>
                  <a:pt x="11242" y="5728"/>
                </a:cubicBezTo>
                <a:cubicBezTo>
                  <a:pt x="11154" y="4607"/>
                  <a:pt x="10800" y="3544"/>
                  <a:pt x="10210" y="2600"/>
                </a:cubicBezTo>
                <a:cubicBezTo>
                  <a:pt x="10092" y="2423"/>
                  <a:pt x="9974" y="2246"/>
                  <a:pt x="9826" y="2099"/>
                </a:cubicBezTo>
                <a:close/>
                <a:moveTo>
                  <a:pt x="2809" y="9593"/>
                </a:moveTo>
                <a:cubicBezTo>
                  <a:pt x="3553" y="9593"/>
                  <a:pt x="3946" y="10517"/>
                  <a:pt x="3394" y="11069"/>
                </a:cubicBezTo>
                <a:cubicBezTo>
                  <a:pt x="3224" y="11239"/>
                  <a:pt x="3011" y="11315"/>
                  <a:pt x="2801" y="11315"/>
                </a:cubicBezTo>
                <a:cubicBezTo>
                  <a:pt x="2355" y="11315"/>
                  <a:pt x="1918" y="10971"/>
                  <a:pt x="1918" y="10449"/>
                </a:cubicBezTo>
                <a:cubicBezTo>
                  <a:pt x="1918" y="9977"/>
                  <a:pt x="2302" y="9594"/>
                  <a:pt x="2774" y="9594"/>
                </a:cubicBezTo>
                <a:cubicBezTo>
                  <a:pt x="2786" y="9593"/>
                  <a:pt x="2797" y="9593"/>
                  <a:pt x="2809" y="9593"/>
                </a:cubicBezTo>
                <a:close/>
                <a:moveTo>
                  <a:pt x="7425" y="9592"/>
                </a:moveTo>
                <a:cubicBezTo>
                  <a:pt x="7877" y="9592"/>
                  <a:pt x="8262" y="9993"/>
                  <a:pt x="8262" y="10449"/>
                </a:cubicBezTo>
                <a:lnTo>
                  <a:pt x="8233" y="10449"/>
                </a:lnTo>
                <a:cubicBezTo>
                  <a:pt x="8233" y="10971"/>
                  <a:pt x="7810" y="11315"/>
                  <a:pt x="7363" y="11315"/>
                </a:cubicBezTo>
                <a:cubicBezTo>
                  <a:pt x="7153" y="11315"/>
                  <a:pt x="6937" y="11239"/>
                  <a:pt x="6757" y="11069"/>
                </a:cubicBezTo>
                <a:cubicBezTo>
                  <a:pt x="6226" y="10508"/>
                  <a:pt x="6610" y="9594"/>
                  <a:pt x="7377" y="9594"/>
                </a:cubicBezTo>
                <a:cubicBezTo>
                  <a:pt x="7393" y="9593"/>
                  <a:pt x="7409" y="9592"/>
                  <a:pt x="7425" y="9592"/>
                </a:cubicBezTo>
                <a:close/>
                <a:moveTo>
                  <a:pt x="12010" y="9594"/>
                </a:moveTo>
                <a:cubicBezTo>
                  <a:pt x="12777" y="9594"/>
                  <a:pt x="13160" y="10508"/>
                  <a:pt x="12629" y="11069"/>
                </a:cubicBezTo>
                <a:cubicBezTo>
                  <a:pt x="12450" y="11239"/>
                  <a:pt x="12231" y="11315"/>
                  <a:pt x="12017" y="11315"/>
                </a:cubicBezTo>
                <a:cubicBezTo>
                  <a:pt x="11561" y="11315"/>
                  <a:pt x="11124" y="10971"/>
                  <a:pt x="11124" y="10449"/>
                </a:cubicBezTo>
                <a:cubicBezTo>
                  <a:pt x="11124" y="9977"/>
                  <a:pt x="11538" y="9594"/>
                  <a:pt x="12010" y="9594"/>
                </a:cubicBezTo>
                <a:close/>
                <a:moveTo>
                  <a:pt x="2778" y="12175"/>
                </a:moveTo>
                <a:cubicBezTo>
                  <a:pt x="3666" y="12175"/>
                  <a:pt x="4559" y="12751"/>
                  <a:pt x="4662" y="13902"/>
                </a:cubicBezTo>
                <a:lnTo>
                  <a:pt x="915" y="13902"/>
                </a:lnTo>
                <a:cubicBezTo>
                  <a:pt x="1003" y="12751"/>
                  <a:pt x="1889" y="12175"/>
                  <a:pt x="2778" y="12175"/>
                </a:cubicBezTo>
                <a:close/>
                <a:moveTo>
                  <a:pt x="7392" y="12175"/>
                </a:moveTo>
                <a:cubicBezTo>
                  <a:pt x="8284" y="12175"/>
                  <a:pt x="9177" y="12751"/>
                  <a:pt x="9265" y="13902"/>
                </a:cubicBezTo>
                <a:lnTo>
                  <a:pt x="5518" y="13902"/>
                </a:lnTo>
                <a:cubicBezTo>
                  <a:pt x="5607" y="12751"/>
                  <a:pt x="6499" y="12175"/>
                  <a:pt x="7392" y="12175"/>
                </a:cubicBezTo>
                <a:close/>
                <a:moveTo>
                  <a:pt x="12010" y="12161"/>
                </a:moveTo>
                <a:cubicBezTo>
                  <a:pt x="12983" y="12161"/>
                  <a:pt x="13780" y="12928"/>
                  <a:pt x="13869" y="13902"/>
                </a:cubicBezTo>
                <a:lnTo>
                  <a:pt x="10121" y="13902"/>
                </a:lnTo>
                <a:cubicBezTo>
                  <a:pt x="10210" y="12928"/>
                  <a:pt x="11036" y="12161"/>
                  <a:pt x="12010" y="12161"/>
                </a:cubicBezTo>
                <a:close/>
                <a:moveTo>
                  <a:pt x="7386" y="1"/>
                </a:moveTo>
                <a:cubicBezTo>
                  <a:pt x="7145" y="1"/>
                  <a:pt x="6964" y="198"/>
                  <a:pt x="6964" y="446"/>
                </a:cubicBezTo>
                <a:lnTo>
                  <a:pt x="6964" y="889"/>
                </a:lnTo>
                <a:cubicBezTo>
                  <a:pt x="5252" y="918"/>
                  <a:pt x="3600" y="1479"/>
                  <a:pt x="2213" y="2482"/>
                </a:cubicBezTo>
                <a:cubicBezTo>
                  <a:pt x="797" y="3544"/>
                  <a:pt x="0" y="4961"/>
                  <a:pt x="0" y="6495"/>
                </a:cubicBezTo>
                <a:cubicBezTo>
                  <a:pt x="0" y="6745"/>
                  <a:pt x="220" y="6921"/>
                  <a:pt x="453" y="6921"/>
                </a:cubicBezTo>
                <a:cubicBezTo>
                  <a:pt x="550" y="6921"/>
                  <a:pt x="651" y="6890"/>
                  <a:pt x="738" y="6820"/>
                </a:cubicBezTo>
                <a:cubicBezTo>
                  <a:pt x="1151" y="6466"/>
                  <a:pt x="1660" y="6289"/>
                  <a:pt x="2173" y="6289"/>
                </a:cubicBezTo>
                <a:cubicBezTo>
                  <a:pt x="2685" y="6289"/>
                  <a:pt x="3202" y="6466"/>
                  <a:pt x="3630" y="6820"/>
                </a:cubicBezTo>
                <a:cubicBezTo>
                  <a:pt x="3703" y="6894"/>
                  <a:pt x="3799" y="6930"/>
                  <a:pt x="3899" y="6930"/>
                </a:cubicBezTo>
                <a:cubicBezTo>
                  <a:pt x="3998" y="6930"/>
                  <a:pt x="4102" y="6894"/>
                  <a:pt x="4190" y="6820"/>
                </a:cubicBezTo>
                <a:cubicBezTo>
                  <a:pt x="4601" y="6472"/>
                  <a:pt x="5114" y="6294"/>
                  <a:pt x="5633" y="6294"/>
                </a:cubicBezTo>
                <a:cubicBezTo>
                  <a:pt x="6082" y="6294"/>
                  <a:pt x="6537" y="6428"/>
                  <a:pt x="6934" y="6702"/>
                </a:cubicBezTo>
                <a:lnTo>
                  <a:pt x="6934" y="8767"/>
                </a:lnTo>
                <a:cubicBezTo>
                  <a:pt x="5666" y="9092"/>
                  <a:pt x="5193" y="10656"/>
                  <a:pt x="6108" y="11630"/>
                </a:cubicBezTo>
                <a:cubicBezTo>
                  <a:pt x="5666" y="11836"/>
                  <a:pt x="5312" y="12161"/>
                  <a:pt x="5046" y="12574"/>
                </a:cubicBezTo>
                <a:cubicBezTo>
                  <a:pt x="4810" y="12161"/>
                  <a:pt x="4426" y="11836"/>
                  <a:pt x="4013" y="11630"/>
                </a:cubicBezTo>
                <a:cubicBezTo>
                  <a:pt x="4338" y="11275"/>
                  <a:pt x="4515" y="10833"/>
                  <a:pt x="4485" y="10361"/>
                </a:cubicBezTo>
                <a:cubicBezTo>
                  <a:pt x="4438" y="9397"/>
                  <a:pt x="3643" y="8715"/>
                  <a:pt x="2755" y="8715"/>
                </a:cubicBezTo>
                <a:cubicBezTo>
                  <a:pt x="2528" y="8715"/>
                  <a:pt x="2294" y="8760"/>
                  <a:pt x="2066" y="8856"/>
                </a:cubicBezTo>
                <a:cubicBezTo>
                  <a:pt x="974" y="9328"/>
                  <a:pt x="679" y="10744"/>
                  <a:pt x="1476" y="11630"/>
                </a:cubicBezTo>
                <a:cubicBezTo>
                  <a:pt x="590" y="12102"/>
                  <a:pt x="0" y="13016"/>
                  <a:pt x="0" y="14049"/>
                </a:cubicBezTo>
                <a:lnTo>
                  <a:pt x="0" y="14315"/>
                </a:lnTo>
                <a:cubicBezTo>
                  <a:pt x="0" y="14580"/>
                  <a:pt x="207" y="14757"/>
                  <a:pt x="443" y="14757"/>
                </a:cubicBezTo>
                <a:lnTo>
                  <a:pt x="14282" y="14757"/>
                </a:lnTo>
                <a:cubicBezTo>
                  <a:pt x="14518" y="14757"/>
                  <a:pt x="14724" y="14580"/>
                  <a:pt x="14724" y="14315"/>
                </a:cubicBezTo>
                <a:lnTo>
                  <a:pt x="14724" y="14049"/>
                </a:lnTo>
                <a:cubicBezTo>
                  <a:pt x="14724" y="13016"/>
                  <a:pt x="14164" y="12072"/>
                  <a:pt x="13249" y="11600"/>
                </a:cubicBezTo>
                <a:cubicBezTo>
                  <a:pt x="14075" y="10715"/>
                  <a:pt x="13751" y="9269"/>
                  <a:pt x="12629" y="8826"/>
                </a:cubicBezTo>
                <a:cubicBezTo>
                  <a:pt x="12415" y="8744"/>
                  <a:pt x="12199" y="8706"/>
                  <a:pt x="11989" y="8706"/>
                </a:cubicBezTo>
                <a:cubicBezTo>
                  <a:pt x="11070" y="8706"/>
                  <a:pt x="10269" y="9441"/>
                  <a:pt x="10269" y="10449"/>
                </a:cubicBezTo>
                <a:cubicBezTo>
                  <a:pt x="10269" y="10862"/>
                  <a:pt x="10416" y="11305"/>
                  <a:pt x="10711" y="11600"/>
                </a:cubicBezTo>
                <a:cubicBezTo>
                  <a:pt x="10298" y="11836"/>
                  <a:pt x="9944" y="12161"/>
                  <a:pt x="9679" y="12574"/>
                </a:cubicBezTo>
                <a:cubicBezTo>
                  <a:pt x="9413" y="12161"/>
                  <a:pt x="9059" y="11836"/>
                  <a:pt x="8646" y="11600"/>
                </a:cubicBezTo>
                <a:cubicBezTo>
                  <a:pt x="9531" y="10656"/>
                  <a:pt x="9088" y="9092"/>
                  <a:pt x="7790" y="8767"/>
                </a:cubicBezTo>
                <a:lnTo>
                  <a:pt x="7790" y="6702"/>
                </a:lnTo>
                <a:cubicBezTo>
                  <a:pt x="8187" y="6428"/>
                  <a:pt x="8642" y="6294"/>
                  <a:pt x="9095" y="6294"/>
                </a:cubicBezTo>
                <a:cubicBezTo>
                  <a:pt x="9617" y="6294"/>
                  <a:pt x="10137" y="6472"/>
                  <a:pt x="10564" y="6820"/>
                </a:cubicBezTo>
                <a:cubicBezTo>
                  <a:pt x="10638" y="6894"/>
                  <a:pt x="10733" y="6930"/>
                  <a:pt x="10833" y="6930"/>
                </a:cubicBezTo>
                <a:cubicBezTo>
                  <a:pt x="10933" y="6930"/>
                  <a:pt x="11036" y="6894"/>
                  <a:pt x="11124" y="6820"/>
                </a:cubicBezTo>
                <a:cubicBezTo>
                  <a:pt x="11538" y="6466"/>
                  <a:pt x="12054" y="6289"/>
                  <a:pt x="12570" y="6289"/>
                </a:cubicBezTo>
                <a:cubicBezTo>
                  <a:pt x="13087" y="6289"/>
                  <a:pt x="13603" y="6466"/>
                  <a:pt x="14016" y="6820"/>
                </a:cubicBezTo>
                <a:cubicBezTo>
                  <a:pt x="14103" y="6890"/>
                  <a:pt x="14201" y="6921"/>
                  <a:pt x="14295" y="6921"/>
                </a:cubicBezTo>
                <a:cubicBezTo>
                  <a:pt x="14520" y="6921"/>
                  <a:pt x="14724" y="6745"/>
                  <a:pt x="14724" y="6495"/>
                </a:cubicBezTo>
                <a:cubicBezTo>
                  <a:pt x="14724" y="4961"/>
                  <a:pt x="13957" y="3544"/>
                  <a:pt x="12511" y="2482"/>
                </a:cubicBezTo>
                <a:cubicBezTo>
                  <a:pt x="11124" y="1479"/>
                  <a:pt x="9502" y="918"/>
                  <a:pt x="7790" y="889"/>
                </a:cubicBezTo>
                <a:lnTo>
                  <a:pt x="7790" y="446"/>
                </a:lnTo>
                <a:cubicBezTo>
                  <a:pt x="7790" y="240"/>
                  <a:pt x="7643" y="63"/>
                  <a:pt x="7436" y="4"/>
                </a:cubicBezTo>
                <a:cubicBezTo>
                  <a:pt x="7419" y="2"/>
                  <a:pt x="7402" y="1"/>
                  <a:pt x="73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1" name="Google Shape;3691;p74"/>
          <p:cNvGrpSpPr/>
          <p:nvPr/>
        </p:nvGrpSpPr>
        <p:grpSpPr>
          <a:xfrm>
            <a:off x="2048410" y="2262236"/>
            <a:ext cx="401422" cy="398085"/>
            <a:chOff x="2048410" y="2262236"/>
            <a:chExt cx="401422" cy="398085"/>
          </a:xfrm>
        </p:grpSpPr>
        <p:sp>
          <p:nvSpPr>
            <p:cNvPr id="3692" name="Google Shape;3692;p74"/>
            <p:cNvSpPr/>
            <p:nvPr/>
          </p:nvSpPr>
          <p:spPr>
            <a:xfrm>
              <a:off x="2048410" y="2262236"/>
              <a:ext cx="401422" cy="398085"/>
            </a:xfrm>
            <a:custGeom>
              <a:avLst/>
              <a:gdLst/>
              <a:ahLst/>
              <a:cxnLst/>
              <a:rect l="l" t="t" r="r" b="b"/>
              <a:pathLst>
                <a:path w="14873" h="14748" extrusionOk="0">
                  <a:moveTo>
                    <a:pt x="5105" y="2030"/>
                  </a:moveTo>
                  <a:lnTo>
                    <a:pt x="2922" y="4036"/>
                  </a:lnTo>
                  <a:lnTo>
                    <a:pt x="1122" y="4036"/>
                  </a:lnTo>
                  <a:lnTo>
                    <a:pt x="1918" y="2030"/>
                  </a:lnTo>
                  <a:close/>
                  <a:moveTo>
                    <a:pt x="12925" y="2030"/>
                  </a:moveTo>
                  <a:lnTo>
                    <a:pt x="13721" y="4036"/>
                  </a:lnTo>
                  <a:lnTo>
                    <a:pt x="11921" y="4036"/>
                  </a:lnTo>
                  <a:lnTo>
                    <a:pt x="9767" y="2030"/>
                  </a:lnTo>
                  <a:close/>
                  <a:moveTo>
                    <a:pt x="8440" y="11885"/>
                  </a:moveTo>
                  <a:lnTo>
                    <a:pt x="8440" y="13892"/>
                  </a:lnTo>
                  <a:lnTo>
                    <a:pt x="6404" y="13892"/>
                  </a:lnTo>
                  <a:lnTo>
                    <a:pt x="6404" y="11885"/>
                  </a:lnTo>
                  <a:close/>
                  <a:moveTo>
                    <a:pt x="7436" y="1026"/>
                  </a:moveTo>
                  <a:lnTo>
                    <a:pt x="11449" y="4774"/>
                  </a:lnTo>
                  <a:cubicBezTo>
                    <a:pt x="11538" y="4862"/>
                    <a:pt x="11626" y="4892"/>
                    <a:pt x="11744" y="4892"/>
                  </a:cubicBezTo>
                  <a:lnTo>
                    <a:pt x="13043" y="4892"/>
                  </a:lnTo>
                  <a:lnTo>
                    <a:pt x="13043" y="13892"/>
                  </a:lnTo>
                  <a:lnTo>
                    <a:pt x="9295" y="13892"/>
                  </a:lnTo>
                  <a:lnTo>
                    <a:pt x="9295" y="11885"/>
                  </a:lnTo>
                  <a:lnTo>
                    <a:pt x="9531" y="11885"/>
                  </a:lnTo>
                  <a:cubicBezTo>
                    <a:pt x="9620" y="11885"/>
                    <a:pt x="9679" y="11856"/>
                    <a:pt x="9738" y="11797"/>
                  </a:cubicBezTo>
                  <a:cubicBezTo>
                    <a:pt x="10033" y="11501"/>
                    <a:pt x="9826" y="11029"/>
                    <a:pt x="9443" y="11000"/>
                  </a:cubicBezTo>
                  <a:lnTo>
                    <a:pt x="5312" y="11000"/>
                  </a:lnTo>
                  <a:cubicBezTo>
                    <a:pt x="5223" y="11000"/>
                    <a:pt x="5164" y="11029"/>
                    <a:pt x="5105" y="11088"/>
                  </a:cubicBezTo>
                  <a:cubicBezTo>
                    <a:pt x="4810" y="11383"/>
                    <a:pt x="5017" y="11856"/>
                    <a:pt x="5400" y="11885"/>
                  </a:cubicBezTo>
                  <a:lnTo>
                    <a:pt x="5548" y="11885"/>
                  </a:lnTo>
                  <a:lnTo>
                    <a:pt x="5548" y="13892"/>
                  </a:lnTo>
                  <a:lnTo>
                    <a:pt x="1800" y="13892"/>
                  </a:lnTo>
                  <a:lnTo>
                    <a:pt x="1800" y="4892"/>
                  </a:lnTo>
                  <a:lnTo>
                    <a:pt x="3099" y="4892"/>
                  </a:lnTo>
                  <a:cubicBezTo>
                    <a:pt x="3217" y="4892"/>
                    <a:pt x="3305" y="4862"/>
                    <a:pt x="3394" y="4774"/>
                  </a:cubicBezTo>
                  <a:lnTo>
                    <a:pt x="7436" y="1026"/>
                  </a:lnTo>
                  <a:close/>
                  <a:moveTo>
                    <a:pt x="7425" y="1"/>
                  </a:moveTo>
                  <a:cubicBezTo>
                    <a:pt x="7318" y="1"/>
                    <a:pt x="7215" y="38"/>
                    <a:pt x="7141" y="112"/>
                  </a:cubicBezTo>
                  <a:lnTo>
                    <a:pt x="6020" y="1144"/>
                  </a:lnTo>
                  <a:lnTo>
                    <a:pt x="1623" y="1144"/>
                  </a:lnTo>
                  <a:cubicBezTo>
                    <a:pt x="1446" y="1144"/>
                    <a:pt x="1299" y="1262"/>
                    <a:pt x="1240" y="1410"/>
                  </a:cubicBezTo>
                  <a:lnTo>
                    <a:pt x="59" y="4302"/>
                  </a:lnTo>
                  <a:cubicBezTo>
                    <a:pt x="0" y="4479"/>
                    <a:pt x="59" y="4685"/>
                    <a:pt x="207" y="4803"/>
                  </a:cubicBezTo>
                  <a:cubicBezTo>
                    <a:pt x="295" y="4862"/>
                    <a:pt x="384" y="4892"/>
                    <a:pt x="502" y="4892"/>
                  </a:cubicBezTo>
                  <a:lnTo>
                    <a:pt x="945" y="4892"/>
                  </a:lnTo>
                  <a:lnTo>
                    <a:pt x="945" y="13892"/>
                  </a:lnTo>
                  <a:lnTo>
                    <a:pt x="502" y="13892"/>
                  </a:lnTo>
                  <a:cubicBezTo>
                    <a:pt x="266" y="13892"/>
                    <a:pt x="89" y="14039"/>
                    <a:pt x="59" y="14275"/>
                  </a:cubicBezTo>
                  <a:cubicBezTo>
                    <a:pt x="30" y="14511"/>
                    <a:pt x="207" y="14747"/>
                    <a:pt x="473" y="14747"/>
                  </a:cubicBezTo>
                  <a:lnTo>
                    <a:pt x="14371" y="14747"/>
                  </a:lnTo>
                  <a:cubicBezTo>
                    <a:pt x="14577" y="14747"/>
                    <a:pt x="14754" y="14600"/>
                    <a:pt x="14784" y="14364"/>
                  </a:cubicBezTo>
                  <a:cubicBezTo>
                    <a:pt x="14813" y="14128"/>
                    <a:pt x="14636" y="13892"/>
                    <a:pt x="14371" y="13892"/>
                  </a:cubicBezTo>
                  <a:lnTo>
                    <a:pt x="13898" y="13892"/>
                  </a:lnTo>
                  <a:lnTo>
                    <a:pt x="13898" y="4892"/>
                  </a:lnTo>
                  <a:lnTo>
                    <a:pt x="14371" y="4892"/>
                  </a:lnTo>
                  <a:cubicBezTo>
                    <a:pt x="14666" y="4892"/>
                    <a:pt x="14872" y="4597"/>
                    <a:pt x="14784" y="4302"/>
                  </a:cubicBezTo>
                  <a:lnTo>
                    <a:pt x="13603" y="1410"/>
                  </a:lnTo>
                  <a:cubicBezTo>
                    <a:pt x="13544" y="1262"/>
                    <a:pt x="13397" y="1144"/>
                    <a:pt x="13220" y="1144"/>
                  </a:cubicBezTo>
                  <a:lnTo>
                    <a:pt x="8823" y="1144"/>
                  </a:lnTo>
                  <a:lnTo>
                    <a:pt x="7731" y="112"/>
                  </a:lnTo>
                  <a:cubicBezTo>
                    <a:pt x="7643" y="38"/>
                    <a:pt x="7532" y="1"/>
                    <a:pt x="7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4"/>
            <p:cNvSpPr/>
            <p:nvPr/>
          </p:nvSpPr>
          <p:spPr>
            <a:xfrm>
              <a:off x="2128840" y="2356035"/>
              <a:ext cx="209496" cy="179284"/>
            </a:xfrm>
            <a:custGeom>
              <a:avLst/>
              <a:gdLst/>
              <a:ahLst/>
              <a:cxnLst/>
              <a:rect l="l" t="t" r="r" b="b"/>
              <a:pathLst>
                <a:path w="7762" h="6642" extrusionOk="0">
                  <a:moveTo>
                    <a:pt x="4423" y="848"/>
                  </a:moveTo>
                  <a:cubicBezTo>
                    <a:pt x="5686" y="848"/>
                    <a:pt x="6905" y="1826"/>
                    <a:pt x="6905" y="3305"/>
                  </a:cubicBezTo>
                  <a:cubicBezTo>
                    <a:pt x="6905" y="4663"/>
                    <a:pt x="5784" y="5754"/>
                    <a:pt x="4456" y="5754"/>
                  </a:cubicBezTo>
                  <a:cubicBezTo>
                    <a:pt x="2273" y="5754"/>
                    <a:pt x="1181" y="3099"/>
                    <a:pt x="2715" y="1564"/>
                  </a:cubicBezTo>
                  <a:cubicBezTo>
                    <a:pt x="3210" y="1069"/>
                    <a:pt x="3822" y="848"/>
                    <a:pt x="4423" y="848"/>
                  </a:cubicBezTo>
                  <a:close/>
                  <a:moveTo>
                    <a:pt x="4456" y="0"/>
                  </a:moveTo>
                  <a:cubicBezTo>
                    <a:pt x="1476" y="0"/>
                    <a:pt x="1" y="3571"/>
                    <a:pt x="2096" y="5666"/>
                  </a:cubicBezTo>
                  <a:cubicBezTo>
                    <a:pt x="2770" y="6341"/>
                    <a:pt x="3598" y="6642"/>
                    <a:pt x="4410" y="6642"/>
                  </a:cubicBezTo>
                  <a:cubicBezTo>
                    <a:pt x="6120" y="6642"/>
                    <a:pt x="7761" y="5306"/>
                    <a:pt x="7761" y="3305"/>
                  </a:cubicBezTo>
                  <a:cubicBezTo>
                    <a:pt x="7761" y="1476"/>
                    <a:pt x="6286" y="0"/>
                    <a:pt x="4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4"/>
            <p:cNvSpPr/>
            <p:nvPr/>
          </p:nvSpPr>
          <p:spPr>
            <a:xfrm>
              <a:off x="2223629" y="2391854"/>
              <a:ext cx="52577" cy="104515"/>
            </a:xfrm>
            <a:custGeom>
              <a:avLst/>
              <a:gdLst/>
              <a:ahLst/>
              <a:cxnLst/>
              <a:rect l="l" t="t" r="r" b="b"/>
              <a:pathLst>
                <a:path w="1948" h="3872" extrusionOk="0">
                  <a:moveTo>
                    <a:pt x="738" y="887"/>
                  </a:moveTo>
                  <a:lnTo>
                    <a:pt x="738" y="1536"/>
                  </a:lnTo>
                  <a:cubicBezTo>
                    <a:pt x="679" y="1506"/>
                    <a:pt x="649" y="1477"/>
                    <a:pt x="590" y="1447"/>
                  </a:cubicBezTo>
                  <a:cubicBezTo>
                    <a:pt x="531" y="1359"/>
                    <a:pt x="502" y="1270"/>
                    <a:pt x="531" y="1152"/>
                  </a:cubicBezTo>
                  <a:cubicBezTo>
                    <a:pt x="531" y="1034"/>
                    <a:pt x="620" y="946"/>
                    <a:pt x="738" y="887"/>
                  </a:cubicBezTo>
                  <a:close/>
                  <a:moveTo>
                    <a:pt x="1180" y="2185"/>
                  </a:moveTo>
                  <a:cubicBezTo>
                    <a:pt x="1387" y="2244"/>
                    <a:pt x="1505" y="2450"/>
                    <a:pt x="1446" y="2657"/>
                  </a:cubicBezTo>
                  <a:lnTo>
                    <a:pt x="1475" y="2657"/>
                  </a:lnTo>
                  <a:cubicBezTo>
                    <a:pt x="1446" y="2834"/>
                    <a:pt x="1328" y="2982"/>
                    <a:pt x="1180" y="3070"/>
                  </a:cubicBezTo>
                  <a:lnTo>
                    <a:pt x="1180" y="2185"/>
                  </a:lnTo>
                  <a:close/>
                  <a:moveTo>
                    <a:pt x="927" y="1"/>
                  </a:moveTo>
                  <a:cubicBezTo>
                    <a:pt x="812" y="1"/>
                    <a:pt x="708" y="102"/>
                    <a:pt x="708" y="237"/>
                  </a:cubicBezTo>
                  <a:lnTo>
                    <a:pt x="708" y="444"/>
                  </a:lnTo>
                  <a:lnTo>
                    <a:pt x="620" y="444"/>
                  </a:lnTo>
                  <a:cubicBezTo>
                    <a:pt x="354" y="562"/>
                    <a:pt x="148" y="798"/>
                    <a:pt x="89" y="1093"/>
                  </a:cubicBezTo>
                  <a:cubicBezTo>
                    <a:pt x="30" y="1359"/>
                    <a:pt x="118" y="1624"/>
                    <a:pt x="325" y="1772"/>
                  </a:cubicBezTo>
                  <a:cubicBezTo>
                    <a:pt x="443" y="1860"/>
                    <a:pt x="590" y="1949"/>
                    <a:pt x="738" y="2008"/>
                  </a:cubicBezTo>
                  <a:lnTo>
                    <a:pt x="738" y="3129"/>
                  </a:lnTo>
                  <a:cubicBezTo>
                    <a:pt x="590" y="3100"/>
                    <a:pt x="472" y="3070"/>
                    <a:pt x="354" y="2982"/>
                  </a:cubicBezTo>
                  <a:cubicBezTo>
                    <a:pt x="323" y="2961"/>
                    <a:pt x="288" y="2951"/>
                    <a:pt x="253" y="2951"/>
                  </a:cubicBezTo>
                  <a:cubicBezTo>
                    <a:pt x="189" y="2951"/>
                    <a:pt x="127" y="2983"/>
                    <a:pt x="89" y="3041"/>
                  </a:cubicBezTo>
                  <a:cubicBezTo>
                    <a:pt x="0" y="3129"/>
                    <a:pt x="30" y="3247"/>
                    <a:pt x="148" y="3306"/>
                  </a:cubicBezTo>
                  <a:cubicBezTo>
                    <a:pt x="295" y="3454"/>
                    <a:pt x="502" y="3513"/>
                    <a:pt x="708" y="3513"/>
                  </a:cubicBezTo>
                  <a:lnTo>
                    <a:pt x="708" y="3660"/>
                  </a:lnTo>
                  <a:cubicBezTo>
                    <a:pt x="708" y="3778"/>
                    <a:pt x="797" y="3867"/>
                    <a:pt x="915" y="3867"/>
                  </a:cubicBezTo>
                  <a:cubicBezTo>
                    <a:pt x="927" y="3870"/>
                    <a:pt x="940" y="3871"/>
                    <a:pt x="952" y="3871"/>
                  </a:cubicBezTo>
                  <a:cubicBezTo>
                    <a:pt x="1051" y="3871"/>
                    <a:pt x="1121" y="3769"/>
                    <a:pt x="1121" y="3690"/>
                  </a:cubicBezTo>
                  <a:lnTo>
                    <a:pt x="1121" y="3513"/>
                  </a:lnTo>
                  <a:cubicBezTo>
                    <a:pt x="1121" y="3513"/>
                    <a:pt x="1800" y="3070"/>
                    <a:pt x="1859" y="2716"/>
                  </a:cubicBezTo>
                  <a:cubicBezTo>
                    <a:pt x="1948" y="2303"/>
                    <a:pt x="1682" y="1890"/>
                    <a:pt x="1298" y="1772"/>
                  </a:cubicBezTo>
                  <a:lnTo>
                    <a:pt x="1151" y="1713"/>
                  </a:lnTo>
                  <a:lnTo>
                    <a:pt x="1151" y="887"/>
                  </a:lnTo>
                  <a:cubicBezTo>
                    <a:pt x="1210" y="887"/>
                    <a:pt x="1269" y="946"/>
                    <a:pt x="1328" y="975"/>
                  </a:cubicBezTo>
                  <a:cubicBezTo>
                    <a:pt x="1379" y="1027"/>
                    <a:pt x="1451" y="1058"/>
                    <a:pt x="1519" y="1058"/>
                  </a:cubicBezTo>
                  <a:cubicBezTo>
                    <a:pt x="1568" y="1058"/>
                    <a:pt x="1615" y="1042"/>
                    <a:pt x="1652" y="1005"/>
                  </a:cubicBezTo>
                  <a:cubicBezTo>
                    <a:pt x="1741" y="916"/>
                    <a:pt x="1770" y="769"/>
                    <a:pt x="1682" y="680"/>
                  </a:cubicBezTo>
                  <a:cubicBezTo>
                    <a:pt x="1534" y="532"/>
                    <a:pt x="1357" y="444"/>
                    <a:pt x="1151" y="414"/>
                  </a:cubicBezTo>
                  <a:lnTo>
                    <a:pt x="1151" y="237"/>
                  </a:lnTo>
                  <a:cubicBezTo>
                    <a:pt x="1151" y="119"/>
                    <a:pt x="1121" y="60"/>
                    <a:pt x="1033" y="31"/>
                  </a:cubicBezTo>
                  <a:cubicBezTo>
                    <a:pt x="998" y="10"/>
                    <a:pt x="962" y="1"/>
                    <a:pt x="9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5" name="Google Shape;3695;p74"/>
          <p:cNvGrpSpPr/>
          <p:nvPr/>
        </p:nvGrpSpPr>
        <p:grpSpPr>
          <a:xfrm>
            <a:off x="2754010" y="2262047"/>
            <a:ext cx="399047" cy="398274"/>
            <a:chOff x="2754010" y="2262047"/>
            <a:chExt cx="399047" cy="398274"/>
          </a:xfrm>
        </p:grpSpPr>
        <p:sp>
          <p:nvSpPr>
            <p:cNvPr id="3696" name="Google Shape;3696;p74"/>
            <p:cNvSpPr/>
            <p:nvPr/>
          </p:nvSpPr>
          <p:spPr>
            <a:xfrm>
              <a:off x="2754010" y="2262047"/>
              <a:ext cx="398237" cy="398274"/>
            </a:xfrm>
            <a:custGeom>
              <a:avLst/>
              <a:gdLst/>
              <a:ahLst/>
              <a:cxnLst/>
              <a:rect l="l" t="t" r="r" b="b"/>
              <a:pathLst>
                <a:path w="14755" h="14755" extrusionOk="0">
                  <a:moveTo>
                    <a:pt x="13191" y="856"/>
                  </a:moveTo>
                  <a:cubicBezTo>
                    <a:pt x="13574" y="856"/>
                    <a:pt x="13899" y="1181"/>
                    <a:pt x="13899" y="1594"/>
                  </a:cubicBezTo>
                  <a:lnTo>
                    <a:pt x="13899" y="2302"/>
                  </a:lnTo>
                  <a:lnTo>
                    <a:pt x="886" y="2302"/>
                  </a:lnTo>
                  <a:lnTo>
                    <a:pt x="886" y="1594"/>
                  </a:lnTo>
                  <a:cubicBezTo>
                    <a:pt x="886" y="1181"/>
                    <a:pt x="1181" y="856"/>
                    <a:pt x="1594" y="856"/>
                  </a:cubicBezTo>
                  <a:close/>
                  <a:moveTo>
                    <a:pt x="4043" y="12453"/>
                  </a:moveTo>
                  <a:lnTo>
                    <a:pt x="4043" y="13899"/>
                  </a:lnTo>
                  <a:lnTo>
                    <a:pt x="886" y="13899"/>
                  </a:lnTo>
                  <a:lnTo>
                    <a:pt x="886" y="12453"/>
                  </a:lnTo>
                  <a:close/>
                  <a:moveTo>
                    <a:pt x="1594" y="1"/>
                  </a:moveTo>
                  <a:cubicBezTo>
                    <a:pt x="709" y="1"/>
                    <a:pt x="1" y="709"/>
                    <a:pt x="1" y="1594"/>
                  </a:cubicBezTo>
                  <a:lnTo>
                    <a:pt x="1" y="14312"/>
                  </a:lnTo>
                  <a:cubicBezTo>
                    <a:pt x="1" y="14548"/>
                    <a:pt x="208" y="14754"/>
                    <a:pt x="444" y="14754"/>
                  </a:cubicBezTo>
                  <a:lnTo>
                    <a:pt x="4486" y="14754"/>
                  </a:lnTo>
                  <a:cubicBezTo>
                    <a:pt x="4722" y="14754"/>
                    <a:pt x="4929" y="14548"/>
                    <a:pt x="4929" y="14312"/>
                  </a:cubicBezTo>
                  <a:lnTo>
                    <a:pt x="4929" y="12010"/>
                  </a:lnTo>
                  <a:cubicBezTo>
                    <a:pt x="4899" y="11774"/>
                    <a:pt x="4722" y="11597"/>
                    <a:pt x="4486" y="11597"/>
                  </a:cubicBezTo>
                  <a:lnTo>
                    <a:pt x="886" y="11597"/>
                  </a:lnTo>
                  <a:lnTo>
                    <a:pt x="886" y="3187"/>
                  </a:lnTo>
                  <a:lnTo>
                    <a:pt x="14342" y="3187"/>
                  </a:lnTo>
                  <a:cubicBezTo>
                    <a:pt x="14578" y="3187"/>
                    <a:pt x="14755" y="2981"/>
                    <a:pt x="14755" y="2745"/>
                  </a:cubicBezTo>
                  <a:lnTo>
                    <a:pt x="14755" y="1594"/>
                  </a:lnTo>
                  <a:cubicBezTo>
                    <a:pt x="14755" y="709"/>
                    <a:pt x="14047" y="1"/>
                    <a:pt x="13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4"/>
            <p:cNvSpPr/>
            <p:nvPr/>
          </p:nvSpPr>
          <p:spPr>
            <a:xfrm>
              <a:off x="2911712" y="2372770"/>
              <a:ext cx="241345" cy="287551"/>
            </a:xfrm>
            <a:custGeom>
              <a:avLst/>
              <a:gdLst/>
              <a:ahLst/>
              <a:cxnLst/>
              <a:rect l="l" t="t" r="r" b="b"/>
              <a:pathLst>
                <a:path w="8942" h="10653" extrusionOk="0">
                  <a:moveTo>
                    <a:pt x="7613" y="856"/>
                  </a:moveTo>
                  <a:cubicBezTo>
                    <a:pt x="7849" y="856"/>
                    <a:pt x="8056" y="1062"/>
                    <a:pt x="8056" y="1298"/>
                  </a:cubicBezTo>
                  <a:lnTo>
                    <a:pt x="8056" y="1741"/>
                  </a:lnTo>
                  <a:lnTo>
                    <a:pt x="856" y="1741"/>
                  </a:lnTo>
                  <a:lnTo>
                    <a:pt x="856" y="1298"/>
                  </a:lnTo>
                  <a:cubicBezTo>
                    <a:pt x="856" y="1062"/>
                    <a:pt x="1033" y="856"/>
                    <a:pt x="1299" y="856"/>
                  </a:cubicBezTo>
                  <a:close/>
                  <a:moveTo>
                    <a:pt x="8056" y="2597"/>
                  </a:moveTo>
                  <a:lnTo>
                    <a:pt x="8056" y="3866"/>
                  </a:lnTo>
                  <a:cubicBezTo>
                    <a:pt x="6890" y="4308"/>
                    <a:pt x="5673" y="4530"/>
                    <a:pt x="4456" y="4530"/>
                  </a:cubicBezTo>
                  <a:cubicBezTo>
                    <a:pt x="3239" y="4530"/>
                    <a:pt x="2022" y="4308"/>
                    <a:pt x="856" y="3866"/>
                  </a:cubicBezTo>
                  <a:lnTo>
                    <a:pt x="856" y="2597"/>
                  </a:lnTo>
                  <a:close/>
                  <a:moveTo>
                    <a:pt x="5518" y="7200"/>
                  </a:moveTo>
                  <a:lnTo>
                    <a:pt x="5666" y="8056"/>
                  </a:lnTo>
                  <a:lnTo>
                    <a:pt x="3217" y="8056"/>
                  </a:lnTo>
                  <a:lnTo>
                    <a:pt x="3364" y="7200"/>
                  </a:lnTo>
                  <a:close/>
                  <a:moveTo>
                    <a:pt x="8056" y="4780"/>
                  </a:moveTo>
                  <a:lnTo>
                    <a:pt x="8056" y="6049"/>
                  </a:lnTo>
                  <a:lnTo>
                    <a:pt x="7643" y="6049"/>
                  </a:lnTo>
                  <a:cubicBezTo>
                    <a:pt x="7407" y="6049"/>
                    <a:pt x="7230" y="6197"/>
                    <a:pt x="7200" y="6433"/>
                  </a:cubicBezTo>
                  <a:cubicBezTo>
                    <a:pt x="7171" y="6669"/>
                    <a:pt x="7377" y="6905"/>
                    <a:pt x="7613" y="6905"/>
                  </a:cubicBezTo>
                  <a:lnTo>
                    <a:pt x="8056" y="6905"/>
                  </a:lnTo>
                  <a:lnTo>
                    <a:pt x="8056" y="7643"/>
                  </a:lnTo>
                  <a:cubicBezTo>
                    <a:pt x="8056" y="7879"/>
                    <a:pt x="7849" y="8056"/>
                    <a:pt x="7613" y="8056"/>
                  </a:cubicBezTo>
                  <a:lnTo>
                    <a:pt x="6551" y="8056"/>
                  </a:lnTo>
                  <a:lnTo>
                    <a:pt x="6315" y="6698"/>
                  </a:lnTo>
                  <a:cubicBezTo>
                    <a:pt x="6286" y="6492"/>
                    <a:pt x="6108" y="6344"/>
                    <a:pt x="5902" y="6344"/>
                  </a:cubicBezTo>
                  <a:lnTo>
                    <a:pt x="3010" y="6344"/>
                  </a:lnTo>
                  <a:cubicBezTo>
                    <a:pt x="2995" y="6342"/>
                    <a:pt x="2980" y="6341"/>
                    <a:pt x="2965" y="6341"/>
                  </a:cubicBezTo>
                  <a:cubicBezTo>
                    <a:pt x="2778" y="6341"/>
                    <a:pt x="2624" y="6507"/>
                    <a:pt x="2597" y="6698"/>
                  </a:cubicBezTo>
                  <a:lnTo>
                    <a:pt x="2361" y="8056"/>
                  </a:lnTo>
                  <a:lnTo>
                    <a:pt x="1269" y="8056"/>
                  </a:lnTo>
                  <a:cubicBezTo>
                    <a:pt x="1033" y="8056"/>
                    <a:pt x="856" y="7879"/>
                    <a:pt x="856" y="7643"/>
                  </a:cubicBezTo>
                  <a:lnTo>
                    <a:pt x="856" y="6905"/>
                  </a:lnTo>
                  <a:lnTo>
                    <a:pt x="1269" y="6905"/>
                  </a:lnTo>
                  <a:cubicBezTo>
                    <a:pt x="1859" y="6905"/>
                    <a:pt x="1859" y="6049"/>
                    <a:pt x="1269" y="6049"/>
                  </a:cubicBezTo>
                  <a:lnTo>
                    <a:pt x="856" y="6049"/>
                  </a:lnTo>
                  <a:lnTo>
                    <a:pt x="856" y="4780"/>
                  </a:lnTo>
                  <a:cubicBezTo>
                    <a:pt x="2022" y="5179"/>
                    <a:pt x="3239" y="5378"/>
                    <a:pt x="4456" y="5378"/>
                  </a:cubicBezTo>
                  <a:cubicBezTo>
                    <a:pt x="5673" y="5378"/>
                    <a:pt x="6890" y="5179"/>
                    <a:pt x="8056" y="4780"/>
                  </a:cubicBezTo>
                  <a:close/>
                  <a:moveTo>
                    <a:pt x="2568" y="8911"/>
                  </a:moveTo>
                  <a:lnTo>
                    <a:pt x="2568" y="9649"/>
                  </a:lnTo>
                  <a:cubicBezTo>
                    <a:pt x="2568" y="9738"/>
                    <a:pt x="2509" y="9797"/>
                    <a:pt x="2450" y="9797"/>
                  </a:cubicBezTo>
                  <a:lnTo>
                    <a:pt x="1859" y="9797"/>
                  </a:lnTo>
                  <a:cubicBezTo>
                    <a:pt x="1771" y="9797"/>
                    <a:pt x="1712" y="9738"/>
                    <a:pt x="1712" y="9649"/>
                  </a:cubicBezTo>
                  <a:lnTo>
                    <a:pt x="1712" y="8911"/>
                  </a:lnTo>
                  <a:close/>
                  <a:moveTo>
                    <a:pt x="7200" y="8911"/>
                  </a:moveTo>
                  <a:lnTo>
                    <a:pt x="7200" y="9649"/>
                  </a:lnTo>
                  <a:cubicBezTo>
                    <a:pt x="7200" y="9738"/>
                    <a:pt x="7112" y="9797"/>
                    <a:pt x="7053" y="9797"/>
                  </a:cubicBezTo>
                  <a:lnTo>
                    <a:pt x="6463" y="9797"/>
                  </a:lnTo>
                  <a:cubicBezTo>
                    <a:pt x="6404" y="9797"/>
                    <a:pt x="6315" y="9738"/>
                    <a:pt x="6315" y="9649"/>
                  </a:cubicBezTo>
                  <a:lnTo>
                    <a:pt x="6315" y="8911"/>
                  </a:lnTo>
                  <a:close/>
                  <a:moveTo>
                    <a:pt x="1299" y="0"/>
                  </a:moveTo>
                  <a:cubicBezTo>
                    <a:pt x="561" y="0"/>
                    <a:pt x="0" y="590"/>
                    <a:pt x="0" y="1298"/>
                  </a:cubicBezTo>
                  <a:lnTo>
                    <a:pt x="0" y="7643"/>
                  </a:lnTo>
                  <a:cubicBezTo>
                    <a:pt x="0" y="8174"/>
                    <a:pt x="325" y="8675"/>
                    <a:pt x="856" y="8852"/>
                  </a:cubicBezTo>
                  <a:lnTo>
                    <a:pt x="856" y="9649"/>
                  </a:lnTo>
                  <a:cubicBezTo>
                    <a:pt x="856" y="10210"/>
                    <a:pt x="1299" y="10652"/>
                    <a:pt x="1859" y="10652"/>
                  </a:cubicBezTo>
                  <a:lnTo>
                    <a:pt x="2568" y="10652"/>
                  </a:lnTo>
                  <a:cubicBezTo>
                    <a:pt x="3069" y="10652"/>
                    <a:pt x="3453" y="10269"/>
                    <a:pt x="3453" y="9797"/>
                  </a:cubicBezTo>
                  <a:lnTo>
                    <a:pt x="3453" y="8941"/>
                  </a:lnTo>
                  <a:lnTo>
                    <a:pt x="5459" y="8941"/>
                  </a:lnTo>
                  <a:lnTo>
                    <a:pt x="5459" y="9797"/>
                  </a:lnTo>
                  <a:cubicBezTo>
                    <a:pt x="5459" y="10269"/>
                    <a:pt x="5843" y="10652"/>
                    <a:pt x="6315" y="10652"/>
                  </a:cubicBezTo>
                  <a:lnTo>
                    <a:pt x="7053" y="10652"/>
                  </a:lnTo>
                  <a:cubicBezTo>
                    <a:pt x="7613" y="10652"/>
                    <a:pt x="8085" y="10210"/>
                    <a:pt x="8085" y="9649"/>
                  </a:cubicBezTo>
                  <a:lnTo>
                    <a:pt x="8085" y="8852"/>
                  </a:lnTo>
                  <a:cubicBezTo>
                    <a:pt x="8587" y="8675"/>
                    <a:pt x="8941" y="8174"/>
                    <a:pt x="8941" y="7643"/>
                  </a:cubicBezTo>
                  <a:lnTo>
                    <a:pt x="8941" y="1298"/>
                  </a:lnTo>
                  <a:cubicBezTo>
                    <a:pt x="8941" y="561"/>
                    <a:pt x="8351" y="0"/>
                    <a:pt x="7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8" name="Google Shape;3698;p74"/>
          <p:cNvSpPr/>
          <p:nvPr/>
        </p:nvSpPr>
        <p:spPr>
          <a:xfrm>
            <a:off x="3357101" y="2262452"/>
            <a:ext cx="403608" cy="397654"/>
          </a:xfrm>
          <a:custGeom>
            <a:avLst/>
            <a:gdLst/>
            <a:ahLst/>
            <a:cxnLst/>
            <a:rect l="l" t="t" r="r" b="b"/>
            <a:pathLst>
              <a:path w="14954" h="14732" extrusionOk="0">
                <a:moveTo>
                  <a:pt x="10164" y="4329"/>
                </a:moveTo>
                <a:cubicBezTo>
                  <a:pt x="10495" y="4329"/>
                  <a:pt x="10773" y="4740"/>
                  <a:pt x="10498" y="5061"/>
                </a:cubicBezTo>
                <a:lnTo>
                  <a:pt x="10173" y="5356"/>
                </a:lnTo>
                <a:lnTo>
                  <a:pt x="9583" y="4766"/>
                </a:lnTo>
                <a:lnTo>
                  <a:pt x="9878" y="4441"/>
                </a:lnTo>
                <a:cubicBezTo>
                  <a:pt x="9970" y="4363"/>
                  <a:pt x="10069" y="4329"/>
                  <a:pt x="10164" y="4329"/>
                </a:cubicBezTo>
                <a:close/>
                <a:moveTo>
                  <a:pt x="8152" y="4862"/>
                </a:moveTo>
                <a:cubicBezTo>
                  <a:pt x="8336" y="4862"/>
                  <a:pt x="8521" y="4928"/>
                  <a:pt x="8668" y="5061"/>
                </a:cubicBezTo>
                <a:lnTo>
                  <a:pt x="9878" y="6271"/>
                </a:lnTo>
                <a:cubicBezTo>
                  <a:pt x="10144" y="6566"/>
                  <a:pt x="10144" y="7008"/>
                  <a:pt x="9878" y="7303"/>
                </a:cubicBezTo>
                <a:lnTo>
                  <a:pt x="9790" y="7392"/>
                </a:lnTo>
                <a:lnTo>
                  <a:pt x="9258" y="6890"/>
                </a:lnTo>
                <a:cubicBezTo>
                  <a:pt x="9185" y="6802"/>
                  <a:pt x="9074" y="6758"/>
                  <a:pt x="8963" y="6758"/>
                </a:cubicBezTo>
                <a:cubicBezTo>
                  <a:pt x="8853" y="6758"/>
                  <a:pt x="8742" y="6802"/>
                  <a:pt x="8668" y="6890"/>
                </a:cubicBezTo>
                <a:cubicBezTo>
                  <a:pt x="8491" y="7067"/>
                  <a:pt x="8491" y="7333"/>
                  <a:pt x="8668" y="7510"/>
                </a:cubicBezTo>
                <a:lnTo>
                  <a:pt x="9170" y="8012"/>
                </a:lnTo>
                <a:lnTo>
                  <a:pt x="8550" y="8631"/>
                </a:lnTo>
                <a:lnTo>
                  <a:pt x="8049" y="8130"/>
                </a:lnTo>
                <a:cubicBezTo>
                  <a:pt x="7960" y="8041"/>
                  <a:pt x="7849" y="7997"/>
                  <a:pt x="7739" y="7997"/>
                </a:cubicBezTo>
                <a:cubicBezTo>
                  <a:pt x="7628" y="7997"/>
                  <a:pt x="7518" y="8041"/>
                  <a:pt x="7429" y="8130"/>
                </a:cubicBezTo>
                <a:cubicBezTo>
                  <a:pt x="7252" y="8277"/>
                  <a:pt x="7252" y="8572"/>
                  <a:pt x="7429" y="8720"/>
                </a:cubicBezTo>
                <a:lnTo>
                  <a:pt x="7960" y="9251"/>
                </a:lnTo>
                <a:lnTo>
                  <a:pt x="7340" y="9841"/>
                </a:lnTo>
                <a:lnTo>
                  <a:pt x="5098" y="7599"/>
                </a:lnTo>
                <a:lnTo>
                  <a:pt x="7636" y="5061"/>
                </a:lnTo>
                <a:cubicBezTo>
                  <a:pt x="7783" y="4928"/>
                  <a:pt x="7967" y="4862"/>
                  <a:pt x="8152" y="4862"/>
                </a:cubicBezTo>
                <a:close/>
                <a:moveTo>
                  <a:pt x="4478" y="8189"/>
                </a:moveTo>
                <a:lnTo>
                  <a:pt x="6721" y="10431"/>
                </a:lnTo>
                <a:lnTo>
                  <a:pt x="6101" y="11051"/>
                </a:lnTo>
                <a:lnTo>
                  <a:pt x="5600" y="10549"/>
                </a:lnTo>
                <a:cubicBezTo>
                  <a:pt x="5504" y="10453"/>
                  <a:pt x="5398" y="10413"/>
                  <a:pt x="5297" y="10413"/>
                </a:cubicBezTo>
                <a:cubicBezTo>
                  <a:pt x="4965" y="10413"/>
                  <a:pt x="4685" y="10852"/>
                  <a:pt x="4980" y="11169"/>
                </a:cubicBezTo>
                <a:lnTo>
                  <a:pt x="5511" y="11671"/>
                </a:lnTo>
                <a:lnTo>
                  <a:pt x="4891" y="12290"/>
                </a:lnTo>
                <a:lnTo>
                  <a:pt x="2649" y="10048"/>
                </a:lnTo>
                <a:lnTo>
                  <a:pt x="4478" y="8189"/>
                </a:lnTo>
                <a:close/>
                <a:moveTo>
                  <a:pt x="2855" y="11464"/>
                </a:moveTo>
                <a:lnTo>
                  <a:pt x="3475" y="12084"/>
                </a:lnTo>
                <a:lnTo>
                  <a:pt x="2442" y="13087"/>
                </a:lnTo>
                <a:lnTo>
                  <a:pt x="1823" y="12497"/>
                </a:lnTo>
                <a:lnTo>
                  <a:pt x="2855" y="11464"/>
                </a:lnTo>
                <a:close/>
                <a:moveTo>
                  <a:pt x="14496" y="0"/>
                </a:moveTo>
                <a:cubicBezTo>
                  <a:pt x="14385" y="0"/>
                  <a:pt x="14275" y="45"/>
                  <a:pt x="14186" y="133"/>
                </a:cubicBezTo>
                <a:lnTo>
                  <a:pt x="10734" y="3556"/>
                </a:lnTo>
                <a:cubicBezTo>
                  <a:pt x="10569" y="3474"/>
                  <a:pt x="10390" y="3434"/>
                  <a:pt x="10210" y="3434"/>
                </a:cubicBezTo>
                <a:cubicBezTo>
                  <a:pt x="9872" y="3434"/>
                  <a:pt x="9528" y="3572"/>
                  <a:pt x="9258" y="3822"/>
                </a:cubicBezTo>
                <a:lnTo>
                  <a:pt x="8904" y="4176"/>
                </a:lnTo>
                <a:cubicBezTo>
                  <a:pt x="8675" y="4038"/>
                  <a:pt x="8414" y="3972"/>
                  <a:pt x="8151" y="3972"/>
                </a:cubicBezTo>
                <a:cubicBezTo>
                  <a:pt x="7739" y="3972"/>
                  <a:pt x="7322" y="4135"/>
                  <a:pt x="7016" y="4441"/>
                </a:cubicBezTo>
                <a:lnTo>
                  <a:pt x="2059" y="9428"/>
                </a:lnTo>
                <a:lnTo>
                  <a:pt x="1764" y="9133"/>
                </a:lnTo>
                <a:cubicBezTo>
                  <a:pt x="1665" y="9034"/>
                  <a:pt x="1554" y="8993"/>
                  <a:pt x="1448" y="8993"/>
                </a:cubicBezTo>
                <a:cubicBezTo>
                  <a:pt x="1113" y="8993"/>
                  <a:pt x="830" y="9409"/>
                  <a:pt x="1144" y="9723"/>
                </a:cubicBezTo>
                <a:lnTo>
                  <a:pt x="2236" y="10844"/>
                </a:lnTo>
                <a:lnTo>
                  <a:pt x="1232" y="11848"/>
                </a:lnTo>
                <a:lnTo>
                  <a:pt x="908" y="11553"/>
                </a:lnTo>
                <a:cubicBezTo>
                  <a:pt x="819" y="11457"/>
                  <a:pt x="717" y="11416"/>
                  <a:pt x="618" y="11416"/>
                </a:cubicBezTo>
                <a:cubicBezTo>
                  <a:pt x="292" y="11416"/>
                  <a:pt x="1" y="11855"/>
                  <a:pt x="318" y="12172"/>
                </a:cubicBezTo>
                <a:lnTo>
                  <a:pt x="2767" y="14621"/>
                </a:lnTo>
                <a:cubicBezTo>
                  <a:pt x="2841" y="14695"/>
                  <a:pt x="2944" y="14732"/>
                  <a:pt x="3051" y="14732"/>
                </a:cubicBezTo>
                <a:cubicBezTo>
                  <a:pt x="3158" y="14732"/>
                  <a:pt x="3268" y="14695"/>
                  <a:pt x="3357" y="14621"/>
                </a:cubicBezTo>
                <a:cubicBezTo>
                  <a:pt x="3534" y="14444"/>
                  <a:pt x="3534" y="14149"/>
                  <a:pt x="3357" y="14002"/>
                </a:cubicBezTo>
                <a:lnTo>
                  <a:pt x="3062" y="13677"/>
                </a:lnTo>
                <a:lnTo>
                  <a:pt x="4065" y="12674"/>
                </a:lnTo>
                <a:lnTo>
                  <a:pt x="5186" y="13766"/>
                </a:lnTo>
                <a:cubicBezTo>
                  <a:pt x="5283" y="13862"/>
                  <a:pt x="5389" y="13902"/>
                  <a:pt x="5490" y="13902"/>
                </a:cubicBezTo>
                <a:cubicBezTo>
                  <a:pt x="5822" y="13902"/>
                  <a:pt x="6100" y="13469"/>
                  <a:pt x="5806" y="13175"/>
                </a:cubicBezTo>
                <a:lnTo>
                  <a:pt x="5481" y="12851"/>
                </a:lnTo>
                <a:lnTo>
                  <a:pt x="10468" y="7864"/>
                </a:lnTo>
                <a:cubicBezTo>
                  <a:pt x="10970" y="7362"/>
                  <a:pt x="11088" y="6595"/>
                  <a:pt x="10734" y="5976"/>
                </a:cubicBezTo>
                <a:lnTo>
                  <a:pt x="11088" y="5622"/>
                </a:lnTo>
                <a:cubicBezTo>
                  <a:pt x="11471" y="5238"/>
                  <a:pt x="11590" y="4648"/>
                  <a:pt x="11353" y="4146"/>
                </a:cubicBezTo>
                <a:lnTo>
                  <a:pt x="14806" y="694"/>
                </a:lnTo>
                <a:cubicBezTo>
                  <a:pt x="14953" y="517"/>
                  <a:pt x="14953" y="251"/>
                  <a:pt x="14806" y="104"/>
                </a:cubicBezTo>
                <a:lnTo>
                  <a:pt x="14806" y="133"/>
                </a:lnTo>
                <a:cubicBezTo>
                  <a:pt x="14717" y="45"/>
                  <a:pt x="14607" y="0"/>
                  <a:pt x="14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9" name="Google Shape;3699;p74"/>
          <p:cNvGrpSpPr/>
          <p:nvPr/>
        </p:nvGrpSpPr>
        <p:grpSpPr>
          <a:xfrm>
            <a:off x="6051135" y="2262452"/>
            <a:ext cx="402232" cy="397869"/>
            <a:chOff x="6051135" y="2262452"/>
            <a:chExt cx="402232" cy="397869"/>
          </a:xfrm>
        </p:grpSpPr>
        <p:sp>
          <p:nvSpPr>
            <p:cNvPr id="3700" name="Google Shape;3700;p74"/>
            <p:cNvSpPr/>
            <p:nvPr/>
          </p:nvSpPr>
          <p:spPr>
            <a:xfrm>
              <a:off x="6051135" y="2262857"/>
              <a:ext cx="287524" cy="397465"/>
            </a:xfrm>
            <a:custGeom>
              <a:avLst/>
              <a:gdLst/>
              <a:ahLst/>
              <a:cxnLst/>
              <a:rect l="l" t="t" r="r" b="b"/>
              <a:pathLst>
                <a:path w="10653" h="14725" extrusionOk="0">
                  <a:moveTo>
                    <a:pt x="4574" y="3777"/>
                  </a:moveTo>
                  <a:cubicBezTo>
                    <a:pt x="5194" y="4308"/>
                    <a:pt x="5961" y="4603"/>
                    <a:pt x="6758" y="4603"/>
                  </a:cubicBezTo>
                  <a:lnTo>
                    <a:pt x="7201" y="4603"/>
                  </a:lnTo>
                  <a:lnTo>
                    <a:pt x="7201" y="6138"/>
                  </a:lnTo>
                  <a:cubicBezTo>
                    <a:pt x="7201" y="7170"/>
                    <a:pt x="6374" y="8026"/>
                    <a:pt x="5342" y="8026"/>
                  </a:cubicBezTo>
                  <a:cubicBezTo>
                    <a:pt x="5324" y="8027"/>
                    <a:pt x="5307" y="8027"/>
                    <a:pt x="5290" y="8027"/>
                  </a:cubicBezTo>
                  <a:cubicBezTo>
                    <a:pt x="4280" y="8027"/>
                    <a:pt x="3453" y="7183"/>
                    <a:pt x="3453" y="6167"/>
                  </a:cubicBezTo>
                  <a:lnTo>
                    <a:pt x="3453" y="4544"/>
                  </a:lnTo>
                  <a:cubicBezTo>
                    <a:pt x="3925" y="4426"/>
                    <a:pt x="4309" y="4161"/>
                    <a:pt x="4574" y="3777"/>
                  </a:cubicBezTo>
                  <a:close/>
                  <a:moveTo>
                    <a:pt x="5312" y="738"/>
                  </a:moveTo>
                  <a:cubicBezTo>
                    <a:pt x="7348" y="738"/>
                    <a:pt x="8971" y="2420"/>
                    <a:pt x="8912" y="4456"/>
                  </a:cubicBezTo>
                  <a:lnTo>
                    <a:pt x="8912" y="9383"/>
                  </a:lnTo>
                  <a:cubicBezTo>
                    <a:pt x="8617" y="9265"/>
                    <a:pt x="8263" y="9206"/>
                    <a:pt x="7909" y="9206"/>
                  </a:cubicBezTo>
                  <a:lnTo>
                    <a:pt x="7761" y="9206"/>
                  </a:lnTo>
                  <a:lnTo>
                    <a:pt x="6906" y="8557"/>
                  </a:lnTo>
                  <a:lnTo>
                    <a:pt x="6906" y="8380"/>
                  </a:lnTo>
                  <a:cubicBezTo>
                    <a:pt x="7614" y="7879"/>
                    <a:pt x="8056" y="7052"/>
                    <a:pt x="8056" y="6167"/>
                  </a:cubicBezTo>
                  <a:lnTo>
                    <a:pt x="8056" y="4161"/>
                  </a:lnTo>
                  <a:cubicBezTo>
                    <a:pt x="8056" y="3925"/>
                    <a:pt x="7879" y="3718"/>
                    <a:pt x="7643" y="3718"/>
                  </a:cubicBezTo>
                  <a:lnTo>
                    <a:pt x="5342" y="3718"/>
                  </a:lnTo>
                  <a:cubicBezTo>
                    <a:pt x="5047" y="3718"/>
                    <a:pt x="4810" y="3452"/>
                    <a:pt x="4869" y="3187"/>
                  </a:cubicBezTo>
                  <a:cubicBezTo>
                    <a:pt x="4990" y="2845"/>
                    <a:pt x="4714" y="2572"/>
                    <a:pt x="4432" y="2572"/>
                  </a:cubicBezTo>
                  <a:cubicBezTo>
                    <a:pt x="4300" y="2572"/>
                    <a:pt x="4167" y="2632"/>
                    <a:pt x="4073" y="2774"/>
                  </a:cubicBezTo>
                  <a:lnTo>
                    <a:pt x="4073" y="2803"/>
                  </a:lnTo>
                  <a:lnTo>
                    <a:pt x="4043" y="2951"/>
                  </a:lnTo>
                  <a:cubicBezTo>
                    <a:pt x="3922" y="3413"/>
                    <a:pt x="3480" y="3734"/>
                    <a:pt x="3014" y="3734"/>
                  </a:cubicBezTo>
                  <a:cubicBezTo>
                    <a:pt x="2915" y="3734"/>
                    <a:pt x="2814" y="3720"/>
                    <a:pt x="2715" y="3689"/>
                  </a:cubicBezTo>
                  <a:cubicBezTo>
                    <a:pt x="2700" y="3681"/>
                    <a:pt x="2684" y="3677"/>
                    <a:pt x="2669" y="3677"/>
                  </a:cubicBezTo>
                  <a:cubicBezTo>
                    <a:pt x="2629" y="3677"/>
                    <a:pt x="2597" y="3704"/>
                    <a:pt x="2597" y="3748"/>
                  </a:cubicBezTo>
                  <a:lnTo>
                    <a:pt x="2597" y="6167"/>
                  </a:lnTo>
                  <a:cubicBezTo>
                    <a:pt x="2597" y="7052"/>
                    <a:pt x="3040" y="7908"/>
                    <a:pt x="3748" y="8410"/>
                  </a:cubicBezTo>
                  <a:lnTo>
                    <a:pt x="3748" y="8557"/>
                  </a:lnTo>
                  <a:lnTo>
                    <a:pt x="2892" y="9206"/>
                  </a:lnTo>
                  <a:lnTo>
                    <a:pt x="2745" y="9206"/>
                  </a:lnTo>
                  <a:cubicBezTo>
                    <a:pt x="2391" y="9206"/>
                    <a:pt x="2066" y="9265"/>
                    <a:pt x="1742" y="9383"/>
                  </a:cubicBezTo>
                  <a:lnTo>
                    <a:pt x="1712" y="4485"/>
                  </a:lnTo>
                  <a:cubicBezTo>
                    <a:pt x="1653" y="2449"/>
                    <a:pt x="3276" y="767"/>
                    <a:pt x="5312" y="738"/>
                  </a:cubicBezTo>
                  <a:close/>
                  <a:moveTo>
                    <a:pt x="4692" y="8852"/>
                  </a:moveTo>
                  <a:lnTo>
                    <a:pt x="4692" y="8852"/>
                  </a:lnTo>
                  <a:cubicBezTo>
                    <a:pt x="4899" y="8897"/>
                    <a:pt x="5106" y="8919"/>
                    <a:pt x="5312" y="8919"/>
                  </a:cubicBezTo>
                  <a:cubicBezTo>
                    <a:pt x="5519" y="8919"/>
                    <a:pt x="5725" y="8897"/>
                    <a:pt x="5932" y="8852"/>
                  </a:cubicBezTo>
                  <a:lnTo>
                    <a:pt x="5932" y="8852"/>
                  </a:lnTo>
                  <a:lnTo>
                    <a:pt x="5312" y="9915"/>
                  </a:lnTo>
                  <a:lnTo>
                    <a:pt x="4692" y="8852"/>
                  </a:lnTo>
                  <a:close/>
                  <a:moveTo>
                    <a:pt x="4043" y="9413"/>
                  </a:moveTo>
                  <a:lnTo>
                    <a:pt x="4751" y="10682"/>
                  </a:lnTo>
                  <a:lnTo>
                    <a:pt x="4309" y="11006"/>
                  </a:lnTo>
                  <a:lnTo>
                    <a:pt x="3571" y="9767"/>
                  </a:lnTo>
                  <a:lnTo>
                    <a:pt x="4043" y="9413"/>
                  </a:lnTo>
                  <a:close/>
                  <a:moveTo>
                    <a:pt x="6610" y="9413"/>
                  </a:moveTo>
                  <a:lnTo>
                    <a:pt x="7053" y="9767"/>
                  </a:lnTo>
                  <a:lnTo>
                    <a:pt x="6345" y="11006"/>
                  </a:lnTo>
                  <a:lnTo>
                    <a:pt x="5873" y="10682"/>
                  </a:lnTo>
                  <a:lnTo>
                    <a:pt x="6610" y="9413"/>
                  </a:lnTo>
                  <a:close/>
                  <a:moveTo>
                    <a:pt x="2774" y="10062"/>
                  </a:moveTo>
                  <a:lnTo>
                    <a:pt x="3807" y="11862"/>
                  </a:lnTo>
                  <a:cubicBezTo>
                    <a:pt x="3882" y="12012"/>
                    <a:pt x="4040" y="12090"/>
                    <a:pt x="4198" y="12090"/>
                  </a:cubicBezTo>
                  <a:cubicBezTo>
                    <a:pt x="4289" y="12090"/>
                    <a:pt x="4381" y="12064"/>
                    <a:pt x="4456" y="12010"/>
                  </a:cubicBezTo>
                  <a:lnTo>
                    <a:pt x="4899" y="11656"/>
                  </a:lnTo>
                  <a:lnTo>
                    <a:pt x="4899" y="13869"/>
                  </a:lnTo>
                  <a:lnTo>
                    <a:pt x="2597" y="13869"/>
                  </a:lnTo>
                  <a:lnTo>
                    <a:pt x="2597" y="13101"/>
                  </a:lnTo>
                  <a:cubicBezTo>
                    <a:pt x="2597" y="12895"/>
                    <a:pt x="2420" y="12688"/>
                    <a:pt x="2214" y="12659"/>
                  </a:cubicBezTo>
                  <a:cubicBezTo>
                    <a:pt x="2197" y="12657"/>
                    <a:pt x="2180" y="12656"/>
                    <a:pt x="2164" y="12656"/>
                  </a:cubicBezTo>
                  <a:cubicBezTo>
                    <a:pt x="1923" y="12656"/>
                    <a:pt x="1742" y="12853"/>
                    <a:pt x="1742" y="13101"/>
                  </a:cubicBezTo>
                  <a:lnTo>
                    <a:pt x="1742" y="13869"/>
                  </a:lnTo>
                  <a:lnTo>
                    <a:pt x="886" y="13869"/>
                  </a:lnTo>
                  <a:lnTo>
                    <a:pt x="886" y="11951"/>
                  </a:lnTo>
                  <a:cubicBezTo>
                    <a:pt x="886" y="10918"/>
                    <a:pt x="1712" y="10062"/>
                    <a:pt x="2745" y="10062"/>
                  </a:cubicBezTo>
                  <a:close/>
                  <a:moveTo>
                    <a:pt x="7938" y="10062"/>
                  </a:moveTo>
                  <a:cubicBezTo>
                    <a:pt x="8971" y="10062"/>
                    <a:pt x="9797" y="10918"/>
                    <a:pt x="9797" y="11951"/>
                  </a:cubicBezTo>
                  <a:lnTo>
                    <a:pt x="9797" y="13869"/>
                  </a:lnTo>
                  <a:lnTo>
                    <a:pt x="8912" y="13869"/>
                  </a:lnTo>
                  <a:lnTo>
                    <a:pt x="8912" y="13101"/>
                  </a:lnTo>
                  <a:cubicBezTo>
                    <a:pt x="8942" y="12895"/>
                    <a:pt x="8764" y="12688"/>
                    <a:pt x="8558" y="12659"/>
                  </a:cubicBezTo>
                  <a:cubicBezTo>
                    <a:pt x="8541" y="12657"/>
                    <a:pt x="8524" y="12656"/>
                    <a:pt x="8508" y="12656"/>
                  </a:cubicBezTo>
                  <a:cubicBezTo>
                    <a:pt x="8267" y="12656"/>
                    <a:pt x="8086" y="12853"/>
                    <a:pt x="8086" y="13101"/>
                  </a:cubicBezTo>
                  <a:lnTo>
                    <a:pt x="8086" y="13869"/>
                  </a:lnTo>
                  <a:lnTo>
                    <a:pt x="5784" y="13869"/>
                  </a:lnTo>
                  <a:lnTo>
                    <a:pt x="5784" y="11656"/>
                  </a:lnTo>
                  <a:lnTo>
                    <a:pt x="6227" y="12010"/>
                  </a:lnTo>
                  <a:cubicBezTo>
                    <a:pt x="6303" y="12064"/>
                    <a:pt x="6390" y="12090"/>
                    <a:pt x="6478" y="12090"/>
                  </a:cubicBezTo>
                  <a:cubicBezTo>
                    <a:pt x="6630" y="12090"/>
                    <a:pt x="6783" y="12012"/>
                    <a:pt x="6876" y="11862"/>
                  </a:cubicBezTo>
                  <a:lnTo>
                    <a:pt x="7909" y="10062"/>
                  </a:lnTo>
                  <a:close/>
                  <a:moveTo>
                    <a:pt x="5342" y="0"/>
                  </a:moveTo>
                  <a:cubicBezTo>
                    <a:pt x="2863" y="0"/>
                    <a:pt x="856" y="1977"/>
                    <a:pt x="856" y="4456"/>
                  </a:cubicBezTo>
                  <a:lnTo>
                    <a:pt x="856" y="9944"/>
                  </a:lnTo>
                  <a:cubicBezTo>
                    <a:pt x="296" y="10446"/>
                    <a:pt x="1" y="11183"/>
                    <a:pt x="1" y="11951"/>
                  </a:cubicBezTo>
                  <a:lnTo>
                    <a:pt x="1" y="14282"/>
                  </a:lnTo>
                  <a:cubicBezTo>
                    <a:pt x="1" y="14518"/>
                    <a:pt x="178" y="14724"/>
                    <a:pt x="414" y="14724"/>
                  </a:cubicBezTo>
                  <a:lnTo>
                    <a:pt x="10210" y="14724"/>
                  </a:lnTo>
                  <a:cubicBezTo>
                    <a:pt x="10446" y="14724"/>
                    <a:pt x="10653" y="14518"/>
                    <a:pt x="10653" y="14282"/>
                  </a:cubicBezTo>
                  <a:lnTo>
                    <a:pt x="10653" y="11921"/>
                  </a:lnTo>
                  <a:cubicBezTo>
                    <a:pt x="10653" y="11183"/>
                    <a:pt x="10328" y="10446"/>
                    <a:pt x="9797" y="9944"/>
                  </a:cubicBezTo>
                  <a:lnTo>
                    <a:pt x="9797" y="4485"/>
                  </a:lnTo>
                  <a:cubicBezTo>
                    <a:pt x="9797" y="2007"/>
                    <a:pt x="7820" y="0"/>
                    <a:pt x="53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4"/>
            <p:cNvSpPr/>
            <p:nvPr/>
          </p:nvSpPr>
          <p:spPr>
            <a:xfrm>
              <a:off x="6332263" y="2262452"/>
              <a:ext cx="121104" cy="178043"/>
            </a:xfrm>
            <a:custGeom>
              <a:avLst/>
              <a:gdLst/>
              <a:ahLst/>
              <a:cxnLst/>
              <a:rect l="l" t="t" r="r" b="b"/>
              <a:pathLst>
                <a:path w="4487" h="6596" extrusionOk="0">
                  <a:moveTo>
                    <a:pt x="2184" y="1048"/>
                  </a:moveTo>
                  <a:lnTo>
                    <a:pt x="2893" y="1756"/>
                  </a:lnTo>
                  <a:cubicBezTo>
                    <a:pt x="2716" y="1815"/>
                    <a:pt x="2598" y="1992"/>
                    <a:pt x="2598" y="2169"/>
                  </a:cubicBezTo>
                  <a:lnTo>
                    <a:pt x="2598" y="5769"/>
                  </a:lnTo>
                  <a:lnTo>
                    <a:pt x="1742" y="5769"/>
                  </a:lnTo>
                  <a:lnTo>
                    <a:pt x="1742" y="2169"/>
                  </a:lnTo>
                  <a:cubicBezTo>
                    <a:pt x="1742" y="1963"/>
                    <a:pt x="1624" y="1815"/>
                    <a:pt x="1447" y="1756"/>
                  </a:cubicBezTo>
                  <a:lnTo>
                    <a:pt x="2184" y="1048"/>
                  </a:lnTo>
                  <a:close/>
                  <a:moveTo>
                    <a:pt x="2170" y="0"/>
                  </a:moveTo>
                  <a:cubicBezTo>
                    <a:pt x="2059" y="0"/>
                    <a:pt x="1948" y="45"/>
                    <a:pt x="1860" y="133"/>
                  </a:cubicBezTo>
                  <a:lnTo>
                    <a:pt x="148" y="1845"/>
                  </a:lnTo>
                  <a:cubicBezTo>
                    <a:pt x="60" y="1933"/>
                    <a:pt x="1" y="2022"/>
                    <a:pt x="1" y="2140"/>
                  </a:cubicBezTo>
                  <a:cubicBezTo>
                    <a:pt x="1" y="2376"/>
                    <a:pt x="178" y="2582"/>
                    <a:pt x="443" y="2582"/>
                  </a:cubicBezTo>
                  <a:lnTo>
                    <a:pt x="857" y="2582"/>
                  </a:lnTo>
                  <a:lnTo>
                    <a:pt x="857" y="6182"/>
                  </a:lnTo>
                  <a:cubicBezTo>
                    <a:pt x="857" y="6418"/>
                    <a:pt x="1063" y="6595"/>
                    <a:pt x="1270" y="6595"/>
                  </a:cubicBezTo>
                  <a:lnTo>
                    <a:pt x="3040" y="6595"/>
                  </a:lnTo>
                  <a:cubicBezTo>
                    <a:pt x="3276" y="6595"/>
                    <a:pt x="3453" y="6418"/>
                    <a:pt x="3453" y="6182"/>
                  </a:cubicBezTo>
                  <a:lnTo>
                    <a:pt x="3453" y="2582"/>
                  </a:lnTo>
                  <a:lnTo>
                    <a:pt x="3896" y="2582"/>
                  </a:lnTo>
                  <a:cubicBezTo>
                    <a:pt x="4279" y="2582"/>
                    <a:pt x="4486" y="2110"/>
                    <a:pt x="4191" y="1845"/>
                  </a:cubicBezTo>
                  <a:lnTo>
                    <a:pt x="2480" y="133"/>
                  </a:lnTo>
                  <a:cubicBezTo>
                    <a:pt x="2391" y="45"/>
                    <a:pt x="2280" y="0"/>
                    <a:pt x="2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2" name="Google Shape;3702;p74"/>
          <p:cNvGrpSpPr/>
          <p:nvPr/>
        </p:nvGrpSpPr>
        <p:grpSpPr>
          <a:xfrm>
            <a:off x="7374779" y="2260265"/>
            <a:ext cx="406173" cy="400056"/>
            <a:chOff x="7374779" y="2260265"/>
            <a:chExt cx="406173" cy="400056"/>
          </a:xfrm>
        </p:grpSpPr>
        <p:sp>
          <p:nvSpPr>
            <p:cNvPr id="3703" name="Google Shape;3703;p74"/>
            <p:cNvSpPr/>
            <p:nvPr/>
          </p:nvSpPr>
          <p:spPr>
            <a:xfrm>
              <a:off x="7510943" y="2260265"/>
              <a:ext cx="132251" cy="157933"/>
            </a:xfrm>
            <a:custGeom>
              <a:avLst/>
              <a:gdLst/>
              <a:ahLst/>
              <a:cxnLst/>
              <a:rect l="l" t="t" r="r" b="b"/>
              <a:pathLst>
                <a:path w="4900" h="5851" extrusionOk="0">
                  <a:moveTo>
                    <a:pt x="2450" y="952"/>
                  </a:moveTo>
                  <a:cubicBezTo>
                    <a:pt x="3099" y="952"/>
                    <a:pt x="3424" y="1719"/>
                    <a:pt x="2981" y="2191"/>
                  </a:cubicBezTo>
                  <a:cubicBezTo>
                    <a:pt x="2826" y="2346"/>
                    <a:pt x="2636" y="2415"/>
                    <a:pt x="2451" y="2415"/>
                  </a:cubicBezTo>
                  <a:cubicBezTo>
                    <a:pt x="2072" y="2415"/>
                    <a:pt x="1712" y="2126"/>
                    <a:pt x="1712" y="1690"/>
                  </a:cubicBezTo>
                  <a:cubicBezTo>
                    <a:pt x="1712" y="1276"/>
                    <a:pt x="2037" y="952"/>
                    <a:pt x="2450" y="952"/>
                  </a:cubicBezTo>
                  <a:close/>
                  <a:moveTo>
                    <a:pt x="2470" y="3172"/>
                  </a:moveTo>
                  <a:cubicBezTo>
                    <a:pt x="3280" y="3172"/>
                    <a:pt x="4087" y="3718"/>
                    <a:pt x="4043" y="4817"/>
                  </a:cubicBezTo>
                  <a:lnTo>
                    <a:pt x="4043" y="4965"/>
                  </a:lnTo>
                  <a:lnTo>
                    <a:pt x="886" y="4965"/>
                  </a:lnTo>
                  <a:lnTo>
                    <a:pt x="886" y="4847"/>
                  </a:lnTo>
                  <a:cubicBezTo>
                    <a:pt x="827" y="3733"/>
                    <a:pt x="1649" y="3172"/>
                    <a:pt x="2470" y="3172"/>
                  </a:cubicBezTo>
                  <a:close/>
                  <a:moveTo>
                    <a:pt x="2439" y="0"/>
                  </a:moveTo>
                  <a:cubicBezTo>
                    <a:pt x="1616" y="0"/>
                    <a:pt x="798" y="553"/>
                    <a:pt x="857" y="1660"/>
                  </a:cubicBezTo>
                  <a:cubicBezTo>
                    <a:pt x="857" y="2044"/>
                    <a:pt x="1004" y="2398"/>
                    <a:pt x="1240" y="2693"/>
                  </a:cubicBezTo>
                  <a:cubicBezTo>
                    <a:pt x="473" y="3135"/>
                    <a:pt x="1" y="3932"/>
                    <a:pt x="1" y="4817"/>
                  </a:cubicBezTo>
                  <a:lnTo>
                    <a:pt x="1" y="5407"/>
                  </a:lnTo>
                  <a:cubicBezTo>
                    <a:pt x="1" y="5644"/>
                    <a:pt x="178" y="5850"/>
                    <a:pt x="414" y="5850"/>
                  </a:cubicBezTo>
                  <a:lnTo>
                    <a:pt x="4457" y="5850"/>
                  </a:lnTo>
                  <a:cubicBezTo>
                    <a:pt x="4693" y="5850"/>
                    <a:pt x="4899" y="5644"/>
                    <a:pt x="4899" y="5407"/>
                  </a:cubicBezTo>
                  <a:lnTo>
                    <a:pt x="4899" y="4817"/>
                  </a:lnTo>
                  <a:cubicBezTo>
                    <a:pt x="4899" y="3932"/>
                    <a:pt x="4427" y="3135"/>
                    <a:pt x="3660" y="2693"/>
                  </a:cubicBezTo>
                  <a:cubicBezTo>
                    <a:pt x="3896" y="2398"/>
                    <a:pt x="4043" y="2044"/>
                    <a:pt x="4043" y="1660"/>
                  </a:cubicBezTo>
                  <a:cubicBezTo>
                    <a:pt x="4088" y="553"/>
                    <a:pt x="3261" y="0"/>
                    <a:pt x="2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4"/>
            <p:cNvSpPr/>
            <p:nvPr/>
          </p:nvSpPr>
          <p:spPr>
            <a:xfrm>
              <a:off x="7377964" y="2341702"/>
              <a:ext cx="132224" cy="155342"/>
            </a:xfrm>
            <a:custGeom>
              <a:avLst/>
              <a:gdLst/>
              <a:ahLst/>
              <a:cxnLst/>
              <a:rect l="l" t="t" r="r" b="b"/>
              <a:pathLst>
                <a:path w="4899" h="5755" extrusionOk="0">
                  <a:moveTo>
                    <a:pt x="2449" y="856"/>
                  </a:moveTo>
                  <a:cubicBezTo>
                    <a:pt x="3128" y="856"/>
                    <a:pt x="3453" y="1653"/>
                    <a:pt x="2980" y="2125"/>
                  </a:cubicBezTo>
                  <a:cubicBezTo>
                    <a:pt x="2830" y="2275"/>
                    <a:pt x="2647" y="2342"/>
                    <a:pt x="2467" y="2342"/>
                  </a:cubicBezTo>
                  <a:cubicBezTo>
                    <a:pt x="2082" y="2342"/>
                    <a:pt x="1712" y="2036"/>
                    <a:pt x="1712" y="1594"/>
                  </a:cubicBezTo>
                  <a:cubicBezTo>
                    <a:pt x="1712" y="1181"/>
                    <a:pt x="2066" y="856"/>
                    <a:pt x="2449" y="856"/>
                  </a:cubicBezTo>
                  <a:close/>
                  <a:moveTo>
                    <a:pt x="2469" y="3106"/>
                  </a:moveTo>
                  <a:cubicBezTo>
                    <a:pt x="3279" y="3106"/>
                    <a:pt x="4087" y="3652"/>
                    <a:pt x="4043" y="4751"/>
                  </a:cubicBezTo>
                  <a:lnTo>
                    <a:pt x="4043" y="4899"/>
                  </a:lnTo>
                  <a:lnTo>
                    <a:pt x="885" y="4899"/>
                  </a:lnTo>
                  <a:lnTo>
                    <a:pt x="885" y="4781"/>
                  </a:lnTo>
                  <a:cubicBezTo>
                    <a:pt x="826" y="3667"/>
                    <a:pt x="1649" y="3106"/>
                    <a:pt x="2469" y="3106"/>
                  </a:cubicBezTo>
                  <a:close/>
                  <a:moveTo>
                    <a:pt x="2449" y="0"/>
                  </a:moveTo>
                  <a:cubicBezTo>
                    <a:pt x="1594" y="0"/>
                    <a:pt x="885" y="709"/>
                    <a:pt x="885" y="1594"/>
                  </a:cubicBezTo>
                  <a:cubicBezTo>
                    <a:pt x="856" y="1948"/>
                    <a:pt x="1003" y="2331"/>
                    <a:pt x="1239" y="2627"/>
                  </a:cubicBezTo>
                  <a:cubicBezTo>
                    <a:pt x="472" y="3040"/>
                    <a:pt x="0" y="3866"/>
                    <a:pt x="0" y="4751"/>
                  </a:cubicBezTo>
                  <a:lnTo>
                    <a:pt x="0" y="5341"/>
                  </a:lnTo>
                  <a:cubicBezTo>
                    <a:pt x="0" y="5577"/>
                    <a:pt x="177" y="5754"/>
                    <a:pt x="413" y="5754"/>
                  </a:cubicBezTo>
                  <a:lnTo>
                    <a:pt x="4456" y="5754"/>
                  </a:lnTo>
                  <a:cubicBezTo>
                    <a:pt x="4692" y="5754"/>
                    <a:pt x="4898" y="5577"/>
                    <a:pt x="4898" y="5341"/>
                  </a:cubicBezTo>
                  <a:lnTo>
                    <a:pt x="4898" y="4751"/>
                  </a:lnTo>
                  <a:cubicBezTo>
                    <a:pt x="4898" y="3866"/>
                    <a:pt x="4426" y="3040"/>
                    <a:pt x="3630" y="2627"/>
                  </a:cubicBezTo>
                  <a:lnTo>
                    <a:pt x="3659" y="2627"/>
                  </a:lnTo>
                  <a:cubicBezTo>
                    <a:pt x="4544" y="1594"/>
                    <a:pt x="3807" y="0"/>
                    <a:pt x="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4"/>
            <p:cNvSpPr/>
            <p:nvPr/>
          </p:nvSpPr>
          <p:spPr>
            <a:xfrm>
              <a:off x="7643950" y="2339893"/>
              <a:ext cx="132224" cy="157150"/>
            </a:xfrm>
            <a:custGeom>
              <a:avLst/>
              <a:gdLst/>
              <a:ahLst/>
              <a:cxnLst/>
              <a:rect l="l" t="t" r="r" b="b"/>
              <a:pathLst>
                <a:path w="4899" h="5822" extrusionOk="0">
                  <a:moveTo>
                    <a:pt x="2479" y="923"/>
                  </a:moveTo>
                  <a:cubicBezTo>
                    <a:pt x="3128" y="923"/>
                    <a:pt x="3453" y="1720"/>
                    <a:pt x="2981" y="2192"/>
                  </a:cubicBezTo>
                  <a:cubicBezTo>
                    <a:pt x="2831" y="2342"/>
                    <a:pt x="2650" y="2409"/>
                    <a:pt x="2475" y="2409"/>
                  </a:cubicBezTo>
                  <a:cubicBezTo>
                    <a:pt x="2098" y="2409"/>
                    <a:pt x="1742" y="2103"/>
                    <a:pt x="1742" y="1661"/>
                  </a:cubicBezTo>
                  <a:cubicBezTo>
                    <a:pt x="1712" y="1277"/>
                    <a:pt x="2037" y="923"/>
                    <a:pt x="2450" y="923"/>
                  </a:cubicBezTo>
                  <a:close/>
                  <a:moveTo>
                    <a:pt x="2459" y="3173"/>
                  </a:moveTo>
                  <a:cubicBezTo>
                    <a:pt x="3272" y="3173"/>
                    <a:pt x="4087" y="3719"/>
                    <a:pt x="4043" y="4818"/>
                  </a:cubicBezTo>
                  <a:lnTo>
                    <a:pt x="4043" y="4966"/>
                  </a:lnTo>
                  <a:lnTo>
                    <a:pt x="886" y="4966"/>
                  </a:lnTo>
                  <a:lnTo>
                    <a:pt x="886" y="4848"/>
                  </a:lnTo>
                  <a:cubicBezTo>
                    <a:pt x="812" y="3734"/>
                    <a:pt x="1634" y="3173"/>
                    <a:pt x="2459" y="3173"/>
                  </a:cubicBezTo>
                  <a:close/>
                  <a:moveTo>
                    <a:pt x="2465" y="1"/>
                  </a:moveTo>
                  <a:cubicBezTo>
                    <a:pt x="1646" y="1"/>
                    <a:pt x="827" y="554"/>
                    <a:pt x="886" y="1661"/>
                  </a:cubicBezTo>
                  <a:cubicBezTo>
                    <a:pt x="856" y="2015"/>
                    <a:pt x="1004" y="2398"/>
                    <a:pt x="1240" y="2694"/>
                  </a:cubicBezTo>
                  <a:cubicBezTo>
                    <a:pt x="473" y="3107"/>
                    <a:pt x="1" y="3933"/>
                    <a:pt x="1" y="4818"/>
                  </a:cubicBezTo>
                  <a:lnTo>
                    <a:pt x="1" y="5408"/>
                  </a:lnTo>
                  <a:cubicBezTo>
                    <a:pt x="1" y="5644"/>
                    <a:pt x="178" y="5821"/>
                    <a:pt x="414" y="5821"/>
                  </a:cubicBezTo>
                  <a:lnTo>
                    <a:pt x="4456" y="5821"/>
                  </a:lnTo>
                  <a:cubicBezTo>
                    <a:pt x="4692" y="5821"/>
                    <a:pt x="4899" y="5644"/>
                    <a:pt x="4899" y="5408"/>
                  </a:cubicBezTo>
                  <a:lnTo>
                    <a:pt x="4899" y="4818"/>
                  </a:lnTo>
                  <a:cubicBezTo>
                    <a:pt x="4899" y="3933"/>
                    <a:pt x="4397" y="3107"/>
                    <a:pt x="3630" y="2694"/>
                  </a:cubicBezTo>
                  <a:lnTo>
                    <a:pt x="3660" y="2694"/>
                  </a:lnTo>
                  <a:cubicBezTo>
                    <a:pt x="3925" y="2398"/>
                    <a:pt x="4043" y="2015"/>
                    <a:pt x="4043" y="1661"/>
                  </a:cubicBezTo>
                  <a:cubicBezTo>
                    <a:pt x="4102" y="554"/>
                    <a:pt x="3283" y="1"/>
                    <a:pt x="2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4"/>
            <p:cNvSpPr/>
            <p:nvPr/>
          </p:nvSpPr>
          <p:spPr>
            <a:xfrm>
              <a:off x="7507758" y="2442654"/>
              <a:ext cx="140213" cy="217668"/>
            </a:xfrm>
            <a:custGeom>
              <a:avLst/>
              <a:gdLst/>
              <a:ahLst/>
              <a:cxnLst/>
              <a:rect l="l" t="t" r="r" b="b"/>
              <a:pathLst>
                <a:path w="5195" h="8064" extrusionOk="0">
                  <a:moveTo>
                    <a:pt x="2568" y="1100"/>
                  </a:moveTo>
                  <a:lnTo>
                    <a:pt x="3630" y="2309"/>
                  </a:lnTo>
                  <a:lnTo>
                    <a:pt x="3453" y="2309"/>
                  </a:lnTo>
                  <a:cubicBezTo>
                    <a:pt x="3217" y="2309"/>
                    <a:pt x="3011" y="2516"/>
                    <a:pt x="3011" y="2752"/>
                  </a:cubicBezTo>
                  <a:lnTo>
                    <a:pt x="3011" y="7208"/>
                  </a:lnTo>
                  <a:lnTo>
                    <a:pt x="2155" y="7208"/>
                  </a:lnTo>
                  <a:lnTo>
                    <a:pt x="2155" y="2752"/>
                  </a:lnTo>
                  <a:cubicBezTo>
                    <a:pt x="2155" y="2516"/>
                    <a:pt x="1948" y="2309"/>
                    <a:pt x="1712" y="2309"/>
                  </a:cubicBezTo>
                  <a:lnTo>
                    <a:pt x="1506" y="2309"/>
                  </a:lnTo>
                  <a:lnTo>
                    <a:pt x="2568" y="1100"/>
                  </a:lnTo>
                  <a:close/>
                  <a:moveTo>
                    <a:pt x="2612" y="0"/>
                  </a:moveTo>
                  <a:cubicBezTo>
                    <a:pt x="2487" y="0"/>
                    <a:pt x="2361" y="52"/>
                    <a:pt x="2273" y="155"/>
                  </a:cubicBezTo>
                  <a:lnTo>
                    <a:pt x="2243" y="155"/>
                  </a:lnTo>
                  <a:lnTo>
                    <a:pt x="237" y="2457"/>
                  </a:lnTo>
                  <a:cubicBezTo>
                    <a:pt x="1" y="2752"/>
                    <a:pt x="178" y="3195"/>
                    <a:pt x="562" y="3195"/>
                  </a:cubicBezTo>
                  <a:lnTo>
                    <a:pt x="1299" y="3195"/>
                  </a:lnTo>
                  <a:lnTo>
                    <a:pt x="1299" y="7621"/>
                  </a:lnTo>
                  <a:cubicBezTo>
                    <a:pt x="1299" y="7857"/>
                    <a:pt x="1506" y="8063"/>
                    <a:pt x="1742" y="8063"/>
                  </a:cubicBezTo>
                  <a:lnTo>
                    <a:pt x="3453" y="8063"/>
                  </a:lnTo>
                  <a:cubicBezTo>
                    <a:pt x="3689" y="8063"/>
                    <a:pt x="3896" y="7857"/>
                    <a:pt x="3896" y="7621"/>
                  </a:cubicBezTo>
                  <a:lnTo>
                    <a:pt x="3896" y="3165"/>
                  </a:lnTo>
                  <a:lnTo>
                    <a:pt x="4634" y="3165"/>
                  </a:lnTo>
                  <a:cubicBezTo>
                    <a:pt x="4988" y="3165"/>
                    <a:pt x="5194" y="2722"/>
                    <a:pt x="4958" y="2457"/>
                  </a:cubicBezTo>
                  <a:lnTo>
                    <a:pt x="2952" y="155"/>
                  </a:lnTo>
                  <a:cubicBezTo>
                    <a:pt x="2863" y="52"/>
                    <a:pt x="2738" y="0"/>
                    <a:pt x="26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4"/>
            <p:cNvSpPr/>
            <p:nvPr/>
          </p:nvSpPr>
          <p:spPr>
            <a:xfrm>
              <a:off x="7640765" y="2519906"/>
              <a:ext cx="140186" cy="140415"/>
            </a:xfrm>
            <a:custGeom>
              <a:avLst/>
              <a:gdLst/>
              <a:ahLst/>
              <a:cxnLst/>
              <a:rect l="l" t="t" r="r" b="b"/>
              <a:pathLst>
                <a:path w="5194" h="5202" extrusionOk="0">
                  <a:moveTo>
                    <a:pt x="2568" y="1100"/>
                  </a:moveTo>
                  <a:lnTo>
                    <a:pt x="3630" y="2310"/>
                  </a:lnTo>
                  <a:lnTo>
                    <a:pt x="3453" y="2310"/>
                  </a:lnTo>
                  <a:cubicBezTo>
                    <a:pt x="3187" y="2310"/>
                    <a:pt x="3010" y="2516"/>
                    <a:pt x="3010" y="2752"/>
                  </a:cubicBezTo>
                  <a:lnTo>
                    <a:pt x="3010" y="4346"/>
                  </a:lnTo>
                  <a:lnTo>
                    <a:pt x="2155" y="4346"/>
                  </a:lnTo>
                  <a:lnTo>
                    <a:pt x="2155" y="2752"/>
                  </a:lnTo>
                  <a:cubicBezTo>
                    <a:pt x="2155" y="2516"/>
                    <a:pt x="1948" y="2310"/>
                    <a:pt x="1712" y="2310"/>
                  </a:cubicBezTo>
                  <a:lnTo>
                    <a:pt x="1505" y="2310"/>
                  </a:lnTo>
                  <a:lnTo>
                    <a:pt x="2568" y="1100"/>
                  </a:lnTo>
                  <a:close/>
                  <a:moveTo>
                    <a:pt x="2583" y="1"/>
                  </a:moveTo>
                  <a:cubicBezTo>
                    <a:pt x="2457" y="1"/>
                    <a:pt x="2332" y="52"/>
                    <a:pt x="2243" y="156"/>
                  </a:cubicBezTo>
                  <a:lnTo>
                    <a:pt x="237" y="2487"/>
                  </a:lnTo>
                  <a:cubicBezTo>
                    <a:pt x="1" y="2752"/>
                    <a:pt x="178" y="3195"/>
                    <a:pt x="561" y="3195"/>
                  </a:cubicBezTo>
                  <a:lnTo>
                    <a:pt x="1299" y="3195"/>
                  </a:lnTo>
                  <a:lnTo>
                    <a:pt x="1299" y="4759"/>
                  </a:lnTo>
                  <a:cubicBezTo>
                    <a:pt x="1299" y="4995"/>
                    <a:pt x="1505" y="5201"/>
                    <a:pt x="1742" y="5201"/>
                  </a:cubicBezTo>
                  <a:lnTo>
                    <a:pt x="3453" y="5201"/>
                  </a:lnTo>
                  <a:cubicBezTo>
                    <a:pt x="3689" y="5201"/>
                    <a:pt x="3896" y="4995"/>
                    <a:pt x="3896" y="4759"/>
                  </a:cubicBezTo>
                  <a:lnTo>
                    <a:pt x="3896" y="3195"/>
                  </a:lnTo>
                  <a:lnTo>
                    <a:pt x="4604" y="3195"/>
                  </a:lnTo>
                  <a:cubicBezTo>
                    <a:pt x="4987" y="3195"/>
                    <a:pt x="5194" y="2752"/>
                    <a:pt x="4928" y="2457"/>
                  </a:cubicBezTo>
                  <a:lnTo>
                    <a:pt x="2922" y="156"/>
                  </a:lnTo>
                  <a:cubicBezTo>
                    <a:pt x="2833" y="52"/>
                    <a:pt x="2708" y="1"/>
                    <a:pt x="2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4"/>
            <p:cNvSpPr/>
            <p:nvPr/>
          </p:nvSpPr>
          <p:spPr>
            <a:xfrm>
              <a:off x="7374779" y="2519906"/>
              <a:ext cx="140186" cy="140415"/>
            </a:xfrm>
            <a:custGeom>
              <a:avLst/>
              <a:gdLst/>
              <a:ahLst/>
              <a:cxnLst/>
              <a:rect l="l" t="t" r="r" b="b"/>
              <a:pathLst>
                <a:path w="5194" h="5202" extrusionOk="0">
                  <a:moveTo>
                    <a:pt x="2567" y="1100"/>
                  </a:moveTo>
                  <a:lnTo>
                    <a:pt x="3630" y="2310"/>
                  </a:lnTo>
                  <a:lnTo>
                    <a:pt x="3452" y="2310"/>
                  </a:lnTo>
                  <a:cubicBezTo>
                    <a:pt x="3187" y="2310"/>
                    <a:pt x="3010" y="2516"/>
                    <a:pt x="3010" y="2752"/>
                  </a:cubicBezTo>
                  <a:lnTo>
                    <a:pt x="3010" y="4346"/>
                  </a:lnTo>
                  <a:lnTo>
                    <a:pt x="2154" y="4346"/>
                  </a:lnTo>
                  <a:lnTo>
                    <a:pt x="2154" y="2752"/>
                  </a:lnTo>
                  <a:cubicBezTo>
                    <a:pt x="2154" y="2516"/>
                    <a:pt x="1948" y="2310"/>
                    <a:pt x="1712" y="2310"/>
                  </a:cubicBezTo>
                  <a:lnTo>
                    <a:pt x="1505" y="2310"/>
                  </a:lnTo>
                  <a:lnTo>
                    <a:pt x="2567" y="1100"/>
                  </a:lnTo>
                  <a:close/>
                  <a:moveTo>
                    <a:pt x="2597" y="1"/>
                  </a:moveTo>
                  <a:cubicBezTo>
                    <a:pt x="2464" y="1"/>
                    <a:pt x="2331" y="52"/>
                    <a:pt x="2243" y="156"/>
                  </a:cubicBezTo>
                  <a:lnTo>
                    <a:pt x="236" y="2487"/>
                  </a:lnTo>
                  <a:cubicBezTo>
                    <a:pt x="0" y="2752"/>
                    <a:pt x="177" y="3195"/>
                    <a:pt x="561" y="3195"/>
                  </a:cubicBezTo>
                  <a:lnTo>
                    <a:pt x="1298" y="3195"/>
                  </a:lnTo>
                  <a:lnTo>
                    <a:pt x="1298" y="4759"/>
                  </a:lnTo>
                  <a:cubicBezTo>
                    <a:pt x="1298" y="4995"/>
                    <a:pt x="1505" y="5201"/>
                    <a:pt x="1741" y="5201"/>
                  </a:cubicBezTo>
                  <a:lnTo>
                    <a:pt x="3452" y="5201"/>
                  </a:lnTo>
                  <a:cubicBezTo>
                    <a:pt x="3689" y="5201"/>
                    <a:pt x="3895" y="4995"/>
                    <a:pt x="3895" y="4759"/>
                  </a:cubicBezTo>
                  <a:lnTo>
                    <a:pt x="3895" y="3195"/>
                  </a:lnTo>
                  <a:lnTo>
                    <a:pt x="4633" y="3195"/>
                  </a:lnTo>
                  <a:cubicBezTo>
                    <a:pt x="4987" y="3195"/>
                    <a:pt x="5193" y="2752"/>
                    <a:pt x="4957" y="2457"/>
                  </a:cubicBezTo>
                  <a:lnTo>
                    <a:pt x="2951" y="156"/>
                  </a:lnTo>
                  <a:cubicBezTo>
                    <a:pt x="2862" y="52"/>
                    <a:pt x="2730" y="1"/>
                    <a:pt x="25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9" name="Google Shape;3709;p74"/>
          <p:cNvSpPr/>
          <p:nvPr/>
        </p:nvSpPr>
        <p:spPr>
          <a:xfrm>
            <a:off x="729571" y="2877719"/>
            <a:ext cx="446010" cy="397923"/>
          </a:xfrm>
          <a:custGeom>
            <a:avLst/>
            <a:gdLst/>
            <a:ahLst/>
            <a:cxnLst/>
            <a:rect l="l" t="t" r="r" b="b"/>
            <a:pathLst>
              <a:path w="16525" h="14742" extrusionOk="0">
                <a:moveTo>
                  <a:pt x="2921" y="3158"/>
                </a:moveTo>
                <a:lnTo>
                  <a:pt x="2921" y="5194"/>
                </a:lnTo>
                <a:lnTo>
                  <a:pt x="2066" y="5194"/>
                </a:lnTo>
                <a:lnTo>
                  <a:pt x="2066" y="3158"/>
                </a:lnTo>
                <a:close/>
                <a:moveTo>
                  <a:pt x="4662" y="2007"/>
                </a:moveTo>
                <a:lnTo>
                  <a:pt x="4662" y="5194"/>
                </a:lnTo>
                <a:lnTo>
                  <a:pt x="3777" y="5194"/>
                </a:lnTo>
                <a:lnTo>
                  <a:pt x="3777" y="2007"/>
                </a:lnTo>
                <a:close/>
                <a:moveTo>
                  <a:pt x="6374" y="857"/>
                </a:moveTo>
                <a:lnTo>
                  <a:pt x="6374" y="5194"/>
                </a:lnTo>
                <a:lnTo>
                  <a:pt x="5518" y="5194"/>
                </a:lnTo>
                <a:lnTo>
                  <a:pt x="5518" y="857"/>
                </a:lnTo>
                <a:close/>
                <a:moveTo>
                  <a:pt x="12570" y="4604"/>
                </a:moveTo>
                <a:cubicBezTo>
                  <a:pt x="13337" y="5519"/>
                  <a:pt x="13810" y="6640"/>
                  <a:pt x="13898" y="7850"/>
                </a:cubicBezTo>
                <a:lnTo>
                  <a:pt x="9354" y="7850"/>
                </a:lnTo>
                <a:lnTo>
                  <a:pt x="12570" y="4604"/>
                </a:lnTo>
                <a:close/>
                <a:moveTo>
                  <a:pt x="8292" y="2657"/>
                </a:moveTo>
                <a:cubicBezTo>
                  <a:pt x="9649" y="2657"/>
                  <a:pt x="10918" y="3158"/>
                  <a:pt x="11951" y="4014"/>
                </a:cubicBezTo>
                <a:lnTo>
                  <a:pt x="7997" y="7968"/>
                </a:lnTo>
                <a:cubicBezTo>
                  <a:pt x="7908" y="8056"/>
                  <a:pt x="7879" y="8145"/>
                  <a:pt x="7879" y="8263"/>
                </a:cubicBezTo>
                <a:lnTo>
                  <a:pt x="7879" y="13869"/>
                </a:lnTo>
                <a:cubicBezTo>
                  <a:pt x="4957" y="13633"/>
                  <a:pt x="2685" y="11214"/>
                  <a:pt x="2685" y="8263"/>
                </a:cubicBezTo>
                <a:cubicBezTo>
                  <a:pt x="2685" y="7496"/>
                  <a:pt x="2833" y="6758"/>
                  <a:pt x="3157" y="6050"/>
                </a:cubicBezTo>
                <a:lnTo>
                  <a:pt x="7938" y="6050"/>
                </a:lnTo>
                <a:cubicBezTo>
                  <a:pt x="8144" y="6050"/>
                  <a:pt x="8351" y="5902"/>
                  <a:pt x="8380" y="5696"/>
                </a:cubicBezTo>
                <a:cubicBezTo>
                  <a:pt x="8410" y="5430"/>
                  <a:pt x="8203" y="5224"/>
                  <a:pt x="7938" y="5194"/>
                </a:cubicBezTo>
                <a:lnTo>
                  <a:pt x="7229" y="5194"/>
                </a:lnTo>
                <a:lnTo>
                  <a:pt x="7229" y="2775"/>
                </a:lnTo>
                <a:cubicBezTo>
                  <a:pt x="7583" y="2716"/>
                  <a:pt x="7938" y="2686"/>
                  <a:pt x="8292" y="2657"/>
                </a:cubicBezTo>
                <a:close/>
                <a:moveTo>
                  <a:pt x="13898" y="8706"/>
                </a:moveTo>
                <a:cubicBezTo>
                  <a:pt x="13692" y="11450"/>
                  <a:pt x="11508" y="13633"/>
                  <a:pt x="8734" y="13869"/>
                </a:cubicBezTo>
                <a:lnTo>
                  <a:pt x="8734" y="8706"/>
                </a:lnTo>
                <a:close/>
                <a:moveTo>
                  <a:pt x="5075" y="1"/>
                </a:moveTo>
                <a:cubicBezTo>
                  <a:pt x="4839" y="1"/>
                  <a:pt x="4633" y="207"/>
                  <a:pt x="4633" y="443"/>
                </a:cubicBezTo>
                <a:lnTo>
                  <a:pt x="4633" y="1152"/>
                </a:lnTo>
                <a:lnTo>
                  <a:pt x="3334" y="1152"/>
                </a:lnTo>
                <a:cubicBezTo>
                  <a:pt x="3098" y="1152"/>
                  <a:pt x="2921" y="1358"/>
                  <a:pt x="2921" y="1594"/>
                </a:cubicBezTo>
                <a:lnTo>
                  <a:pt x="2921" y="2332"/>
                </a:lnTo>
                <a:lnTo>
                  <a:pt x="1623" y="2332"/>
                </a:lnTo>
                <a:cubicBezTo>
                  <a:pt x="1387" y="2332"/>
                  <a:pt x="1180" y="2509"/>
                  <a:pt x="1180" y="2745"/>
                </a:cubicBezTo>
                <a:lnTo>
                  <a:pt x="1180" y="5194"/>
                </a:lnTo>
                <a:lnTo>
                  <a:pt x="472" y="5194"/>
                </a:lnTo>
                <a:cubicBezTo>
                  <a:pt x="266" y="5194"/>
                  <a:pt x="59" y="5342"/>
                  <a:pt x="30" y="5578"/>
                </a:cubicBezTo>
                <a:cubicBezTo>
                  <a:pt x="0" y="5814"/>
                  <a:pt x="207" y="6050"/>
                  <a:pt x="472" y="6050"/>
                </a:cubicBezTo>
                <a:lnTo>
                  <a:pt x="2213" y="6050"/>
                </a:lnTo>
                <a:cubicBezTo>
                  <a:pt x="645" y="10383"/>
                  <a:pt x="3939" y="14741"/>
                  <a:pt x="8254" y="14741"/>
                </a:cubicBezTo>
                <a:cubicBezTo>
                  <a:pt x="8728" y="14741"/>
                  <a:pt x="9214" y="14688"/>
                  <a:pt x="9708" y="14577"/>
                </a:cubicBezTo>
                <a:cubicBezTo>
                  <a:pt x="14695" y="13486"/>
                  <a:pt x="16524" y="7319"/>
                  <a:pt x="12924" y="3689"/>
                </a:cubicBezTo>
                <a:lnTo>
                  <a:pt x="12895" y="3689"/>
                </a:lnTo>
                <a:cubicBezTo>
                  <a:pt x="11662" y="2457"/>
                  <a:pt x="9977" y="1780"/>
                  <a:pt x="8251" y="1780"/>
                </a:cubicBezTo>
                <a:cubicBezTo>
                  <a:pt x="7911" y="1780"/>
                  <a:pt x="7569" y="1806"/>
                  <a:pt x="7229" y="1860"/>
                </a:cubicBezTo>
                <a:lnTo>
                  <a:pt x="7229" y="443"/>
                </a:lnTo>
                <a:cubicBezTo>
                  <a:pt x="7229" y="178"/>
                  <a:pt x="7052" y="1"/>
                  <a:pt x="6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4"/>
          <p:cNvSpPr/>
          <p:nvPr/>
        </p:nvSpPr>
        <p:spPr>
          <a:xfrm>
            <a:off x="2049193" y="2877719"/>
            <a:ext cx="401422" cy="398274"/>
          </a:xfrm>
          <a:custGeom>
            <a:avLst/>
            <a:gdLst/>
            <a:ahLst/>
            <a:cxnLst/>
            <a:rect l="l" t="t" r="r" b="b"/>
            <a:pathLst>
              <a:path w="14873" h="14755" extrusionOk="0">
                <a:moveTo>
                  <a:pt x="8411" y="857"/>
                </a:moveTo>
                <a:lnTo>
                  <a:pt x="8765" y="1771"/>
                </a:lnTo>
                <a:lnTo>
                  <a:pt x="6020" y="1771"/>
                </a:lnTo>
                <a:lnTo>
                  <a:pt x="6404" y="857"/>
                </a:lnTo>
                <a:close/>
                <a:moveTo>
                  <a:pt x="8233" y="2657"/>
                </a:moveTo>
                <a:lnTo>
                  <a:pt x="7407" y="3394"/>
                </a:lnTo>
                <a:lnTo>
                  <a:pt x="6552" y="2657"/>
                </a:lnTo>
                <a:close/>
                <a:moveTo>
                  <a:pt x="12719" y="2627"/>
                </a:moveTo>
                <a:lnTo>
                  <a:pt x="12719" y="3070"/>
                </a:lnTo>
                <a:lnTo>
                  <a:pt x="9827" y="4397"/>
                </a:lnTo>
                <a:lnTo>
                  <a:pt x="9827" y="2627"/>
                </a:lnTo>
                <a:close/>
                <a:moveTo>
                  <a:pt x="4958" y="2657"/>
                </a:moveTo>
                <a:lnTo>
                  <a:pt x="4958" y="4427"/>
                </a:lnTo>
                <a:lnTo>
                  <a:pt x="2066" y="3099"/>
                </a:lnTo>
                <a:lnTo>
                  <a:pt x="2066" y="2657"/>
                </a:lnTo>
                <a:close/>
                <a:moveTo>
                  <a:pt x="5814" y="3158"/>
                </a:moveTo>
                <a:lnTo>
                  <a:pt x="6729" y="3955"/>
                </a:lnTo>
                <a:lnTo>
                  <a:pt x="5814" y="4722"/>
                </a:lnTo>
                <a:lnTo>
                  <a:pt x="5814" y="3158"/>
                </a:lnTo>
                <a:close/>
                <a:moveTo>
                  <a:pt x="8971" y="3158"/>
                </a:moveTo>
                <a:lnTo>
                  <a:pt x="8971" y="4722"/>
                </a:lnTo>
                <a:lnTo>
                  <a:pt x="8056" y="3955"/>
                </a:lnTo>
                <a:lnTo>
                  <a:pt x="8971" y="3158"/>
                </a:lnTo>
                <a:close/>
                <a:moveTo>
                  <a:pt x="7407" y="4515"/>
                </a:moveTo>
                <a:lnTo>
                  <a:pt x="8233" y="5253"/>
                </a:lnTo>
                <a:lnTo>
                  <a:pt x="6552" y="5253"/>
                </a:lnTo>
                <a:lnTo>
                  <a:pt x="7407" y="4515"/>
                </a:lnTo>
                <a:close/>
                <a:moveTo>
                  <a:pt x="8233" y="6109"/>
                </a:moveTo>
                <a:lnTo>
                  <a:pt x="7407" y="6847"/>
                </a:lnTo>
                <a:lnTo>
                  <a:pt x="6552" y="6109"/>
                </a:lnTo>
                <a:close/>
                <a:moveTo>
                  <a:pt x="5814" y="6610"/>
                </a:moveTo>
                <a:lnTo>
                  <a:pt x="6729" y="7407"/>
                </a:lnTo>
                <a:lnTo>
                  <a:pt x="5814" y="8204"/>
                </a:lnTo>
                <a:lnTo>
                  <a:pt x="5814" y="6610"/>
                </a:lnTo>
                <a:close/>
                <a:moveTo>
                  <a:pt x="8971" y="6610"/>
                </a:moveTo>
                <a:lnTo>
                  <a:pt x="8971" y="8204"/>
                </a:lnTo>
                <a:lnTo>
                  <a:pt x="8056" y="7407"/>
                </a:lnTo>
                <a:lnTo>
                  <a:pt x="8971" y="6610"/>
                </a:lnTo>
                <a:close/>
                <a:moveTo>
                  <a:pt x="7407" y="7968"/>
                </a:moveTo>
                <a:lnTo>
                  <a:pt x="8233" y="8706"/>
                </a:lnTo>
                <a:lnTo>
                  <a:pt x="6552" y="8706"/>
                </a:lnTo>
                <a:lnTo>
                  <a:pt x="7407" y="7968"/>
                </a:lnTo>
                <a:close/>
                <a:moveTo>
                  <a:pt x="8381" y="9561"/>
                </a:moveTo>
                <a:lnTo>
                  <a:pt x="7407" y="10535"/>
                </a:lnTo>
                <a:lnTo>
                  <a:pt x="6434" y="9561"/>
                </a:lnTo>
                <a:close/>
                <a:moveTo>
                  <a:pt x="5519" y="9886"/>
                </a:moveTo>
                <a:lnTo>
                  <a:pt x="6788" y="11155"/>
                </a:lnTo>
                <a:lnTo>
                  <a:pt x="4663" y="13279"/>
                </a:lnTo>
                <a:lnTo>
                  <a:pt x="4634" y="11804"/>
                </a:lnTo>
                <a:lnTo>
                  <a:pt x="5519" y="9886"/>
                </a:lnTo>
                <a:close/>
                <a:moveTo>
                  <a:pt x="9266" y="9886"/>
                </a:moveTo>
                <a:lnTo>
                  <a:pt x="10122" y="11804"/>
                </a:lnTo>
                <a:lnTo>
                  <a:pt x="10122" y="13279"/>
                </a:lnTo>
                <a:lnTo>
                  <a:pt x="7997" y="11155"/>
                </a:lnTo>
                <a:lnTo>
                  <a:pt x="9266" y="9886"/>
                </a:lnTo>
                <a:close/>
                <a:moveTo>
                  <a:pt x="7378" y="11774"/>
                </a:moveTo>
                <a:lnTo>
                  <a:pt x="9502" y="13899"/>
                </a:lnTo>
                <a:lnTo>
                  <a:pt x="5253" y="13899"/>
                </a:lnTo>
                <a:lnTo>
                  <a:pt x="7378" y="11774"/>
                </a:lnTo>
                <a:close/>
                <a:moveTo>
                  <a:pt x="6109" y="1"/>
                </a:moveTo>
                <a:cubicBezTo>
                  <a:pt x="5932" y="1"/>
                  <a:pt x="5784" y="89"/>
                  <a:pt x="5696" y="266"/>
                </a:cubicBezTo>
                <a:lnTo>
                  <a:pt x="5106" y="1771"/>
                </a:lnTo>
                <a:lnTo>
                  <a:pt x="473" y="1771"/>
                </a:lnTo>
                <a:cubicBezTo>
                  <a:pt x="237" y="1771"/>
                  <a:pt x="60" y="1948"/>
                  <a:pt x="30" y="2155"/>
                </a:cubicBezTo>
                <a:cubicBezTo>
                  <a:pt x="1" y="2420"/>
                  <a:pt x="178" y="2627"/>
                  <a:pt x="444" y="2627"/>
                </a:cubicBezTo>
                <a:lnTo>
                  <a:pt x="1181" y="2627"/>
                </a:lnTo>
                <a:lnTo>
                  <a:pt x="1181" y="5076"/>
                </a:lnTo>
                <a:cubicBezTo>
                  <a:pt x="1181" y="5283"/>
                  <a:pt x="1329" y="5489"/>
                  <a:pt x="1565" y="5519"/>
                </a:cubicBezTo>
                <a:cubicBezTo>
                  <a:pt x="1580" y="5521"/>
                  <a:pt x="1595" y="5522"/>
                  <a:pt x="1610" y="5522"/>
                </a:cubicBezTo>
                <a:cubicBezTo>
                  <a:pt x="1830" y="5522"/>
                  <a:pt x="2037" y="5325"/>
                  <a:pt x="2037" y="5076"/>
                </a:cubicBezTo>
                <a:lnTo>
                  <a:pt x="2037" y="4043"/>
                </a:lnTo>
                <a:lnTo>
                  <a:pt x="2893" y="4456"/>
                </a:lnTo>
                <a:lnTo>
                  <a:pt x="2893" y="5666"/>
                </a:lnTo>
                <a:cubicBezTo>
                  <a:pt x="2893" y="5902"/>
                  <a:pt x="3040" y="6079"/>
                  <a:pt x="3276" y="6109"/>
                </a:cubicBezTo>
                <a:cubicBezTo>
                  <a:pt x="3291" y="6111"/>
                  <a:pt x="3307" y="6112"/>
                  <a:pt x="3322" y="6112"/>
                </a:cubicBezTo>
                <a:cubicBezTo>
                  <a:pt x="3542" y="6112"/>
                  <a:pt x="3748" y="5917"/>
                  <a:pt x="3748" y="5696"/>
                </a:cubicBezTo>
                <a:lnTo>
                  <a:pt x="3748" y="4840"/>
                </a:lnTo>
                <a:lnTo>
                  <a:pt x="4899" y="5371"/>
                </a:lnTo>
                <a:lnTo>
                  <a:pt x="4899" y="9060"/>
                </a:lnTo>
                <a:lnTo>
                  <a:pt x="3807" y="11568"/>
                </a:lnTo>
                <a:cubicBezTo>
                  <a:pt x="3778" y="11627"/>
                  <a:pt x="3748" y="11686"/>
                  <a:pt x="3748" y="11745"/>
                </a:cubicBezTo>
                <a:lnTo>
                  <a:pt x="3748" y="13899"/>
                </a:lnTo>
                <a:lnTo>
                  <a:pt x="2184" y="13899"/>
                </a:lnTo>
                <a:cubicBezTo>
                  <a:pt x="1978" y="13899"/>
                  <a:pt x="1771" y="14046"/>
                  <a:pt x="1742" y="14253"/>
                </a:cubicBezTo>
                <a:cubicBezTo>
                  <a:pt x="1712" y="14518"/>
                  <a:pt x="1919" y="14755"/>
                  <a:pt x="2184" y="14755"/>
                </a:cubicBezTo>
                <a:lnTo>
                  <a:pt x="12542" y="14755"/>
                </a:lnTo>
                <a:cubicBezTo>
                  <a:pt x="12778" y="14755"/>
                  <a:pt x="12955" y="14607"/>
                  <a:pt x="12984" y="14371"/>
                </a:cubicBezTo>
                <a:cubicBezTo>
                  <a:pt x="13014" y="14135"/>
                  <a:pt x="12837" y="13899"/>
                  <a:pt x="12571" y="13899"/>
                </a:cubicBezTo>
                <a:lnTo>
                  <a:pt x="10978" y="13899"/>
                </a:lnTo>
                <a:lnTo>
                  <a:pt x="10978" y="11745"/>
                </a:lnTo>
                <a:cubicBezTo>
                  <a:pt x="10978" y="11686"/>
                  <a:pt x="10978" y="11627"/>
                  <a:pt x="10948" y="11568"/>
                </a:cubicBezTo>
                <a:lnTo>
                  <a:pt x="9827" y="9060"/>
                </a:lnTo>
                <a:lnTo>
                  <a:pt x="9827" y="5371"/>
                </a:lnTo>
                <a:lnTo>
                  <a:pt x="10978" y="4840"/>
                </a:lnTo>
                <a:lnTo>
                  <a:pt x="10978" y="5666"/>
                </a:lnTo>
                <a:cubicBezTo>
                  <a:pt x="10978" y="5961"/>
                  <a:pt x="11199" y="6109"/>
                  <a:pt x="11420" y="6109"/>
                </a:cubicBezTo>
                <a:cubicBezTo>
                  <a:pt x="11642" y="6109"/>
                  <a:pt x="11863" y="5961"/>
                  <a:pt x="11863" y="5666"/>
                </a:cubicBezTo>
                <a:lnTo>
                  <a:pt x="11863" y="4456"/>
                </a:lnTo>
                <a:lnTo>
                  <a:pt x="12719" y="4043"/>
                </a:lnTo>
                <a:lnTo>
                  <a:pt x="12719" y="5076"/>
                </a:lnTo>
                <a:cubicBezTo>
                  <a:pt x="12719" y="5312"/>
                  <a:pt x="12866" y="5489"/>
                  <a:pt x="13073" y="5519"/>
                </a:cubicBezTo>
                <a:cubicBezTo>
                  <a:pt x="13092" y="5521"/>
                  <a:pt x="13111" y="5522"/>
                  <a:pt x="13130" y="5522"/>
                </a:cubicBezTo>
                <a:cubicBezTo>
                  <a:pt x="13371" y="5522"/>
                  <a:pt x="13574" y="5352"/>
                  <a:pt x="13574" y="5106"/>
                </a:cubicBezTo>
                <a:lnTo>
                  <a:pt x="13574" y="2657"/>
                </a:lnTo>
                <a:lnTo>
                  <a:pt x="14312" y="2657"/>
                </a:lnTo>
                <a:cubicBezTo>
                  <a:pt x="14873" y="2657"/>
                  <a:pt x="14873" y="1801"/>
                  <a:pt x="14312" y="1801"/>
                </a:cubicBezTo>
                <a:lnTo>
                  <a:pt x="14342" y="1771"/>
                </a:lnTo>
                <a:lnTo>
                  <a:pt x="9709" y="1771"/>
                </a:lnTo>
                <a:lnTo>
                  <a:pt x="9089" y="266"/>
                </a:lnTo>
                <a:cubicBezTo>
                  <a:pt x="9030" y="119"/>
                  <a:pt x="8853" y="1"/>
                  <a:pt x="86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1" name="Google Shape;3711;p74"/>
          <p:cNvGrpSpPr/>
          <p:nvPr/>
        </p:nvGrpSpPr>
        <p:grpSpPr>
          <a:xfrm>
            <a:off x="6051135" y="2877719"/>
            <a:ext cx="397428" cy="398274"/>
            <a:chOff x="6051135" y="2877719"/>
            <a:chExt cx="397428" cy="398274"/>
          </a:xfrm>
        </p:grpSpPr>
        <p:sp>
          <p:nvSpPr>
            <p:cNvPr id="3712" name="Google Shape;3712;p74"/>
            <p:cNvSpPr/>
            <p:nvPr/>
          </p:nvSpPr>
          <p:spPr>
            <a:xfrm>
              <a:off x="6088570" y="2956591"/>
              <a:ext cx="295540" cy="240962"/>
            </a:xfrm>
            <a:custGeom>
              <a:avLst/>
              <a:gdLst/>
              <a:ahLst/>
              <a:cxnLst/>
              <a:rect l="l" t="t" r="r" b="b"/>
              <a:pathLst>
                <a:path w="10950" h="8927" extrusionOk="0">
                  <a:moveTo>
                    <a:pt x="5971" y="2575"/>
                  </a:moveTo>
                  <a:cubicBezTo>
                    <a:pt x="6191" y="2575"/>
                    <a:pt x="6404" y="2752"/>
                    <a:pt x="6404" y="3010"/>
                  </a:cubicBezTo>
                  <a:cubicBezTo>
                    <a:pt x="6404" y="3246"/>
                    <a:pt x="6197" y="3452"/>
                    <a:pt x="5961" y="3452"/>
                  </a:cubicBezTo>
                  <a:cubicBezTo>
                    <a:pt x="5578" y="3452"/>
                    <a:pt x="5371" y="2980"/>
                    <a:pt x="5666" y="2715"/>
                  </a:cubicBezTo>
                  <a:cubicBezTo>
                    <a:pt x="5753" y="2618"/>
                    <a:pt x="5863" y="2575"/>
                    <a:pt x="5971" y="2575"/>
                  </a:cubicBezTo>
                  <a:close/>
                  <a:moveTo>
                    <a:pt x="6005" y="854"/>
                  </a:moveTo>
                  <a:cubicBezTo>
                    <a:pt x="9444" y="854"/>
                    <a:pt x="10950" y="5244"/>
                    <a:pt x="8174" y="7347"/>
                  </a:cubicBezTo>
                  <a:lnTo>
                    <a:pt x="8145" y="7347"/>
                  </a:lnTo>
                  <a:lnTo>
                    <a:pt x="8145" y="5754"/>
                  </a:lnTo>
                  <a:lnTo>
                    <a:pt x="8646" y="4987"/>
                  </a:lnTo>
                  <a:cubicBezTo>
                    <a:pt x="8705" y="4898"/>
                    <a:pt x="8735" y="4839"/>
                    <a:pt x="8735" y="4751"/>
                  </a:cubicBezTo>
                  <a:lnTo>
                    <a:pt x="8735" y="3600"/>
                  </a:lnTo>
                  <a:cubicBezTo>
                    <a:pt x="8735" y="3393"/>
                    <a:pt x="8558" y="3187"/>
                    <a:pt x="8351" y="3157"/>
                  </a:cubicBezTo>
                  <a:cubicBezTo>
                    <a:pt x="8334" y="3155"/>
                    <a:pt x="8317" y="3155"/>
                    <a:pt x="8301" y="3155"/>
                  </a:cubicBezTo>
                  <a:cubicBezTo>
                    <a:pt x="8060" y="3155"/>
                    <a:pt x="7879" y="3351"/>
                    <a:pt x="7879" y="3600"/>
                  </a:cubicBezTo>
                  <a:lnTo>
                    <a:pt x="7879" y="4603"/>
                  </a:lnTo>
                  <a:lnTo>
                    <a:pt x="7377" y="5370"/>
                  </a:lnTo>
                  <a:cubicBezTo>
                    <a:pt x="7318" y="5429"/>
                    <a:pt x="7289" y="5518"/>
                    <a:pt x="7289" y="5606"/>
                  </a:cubicBezTo>
                  <a:lnTo>
                    <a:pt x="7289" y="7820"/>
                  </a:lnTo>
                  <a:cubicBezTo>
                    <a:pt x="7023" y="7938"/>
                    <a:pt x="6728" y="7997"/>
                    <a:pt x="6433" y="8026"/>
                  </a:cubicBezTo>
                  <a:lnTo>
                    <a:pt x="6433" y="4249"/>
                  </a:lnTo>
                  <a:cubicBezTo>
                    <a:pt x="7820" y="3748"/>
                    <a:pt x="7466" y="1711"/>
                    <a:pt x="5991" y="1711"/>
                  </a:cubicBezTo>
                  <a:cubicBezTo>
                    <a:pt x="4545" y="1711"/>
                    <a:pt x="4191" y="3748"/>
                    <a:pt x="5578" y="4249"/>
                  </a:cubicBezTo>
                  <a:lnTo>
                    <a:pt x="5578" y="8026"/>
                  </a:lnTo>
                  <a:cubicBezTo>
                    <a:pt x="5282" y="7997"/>
                    <a:pt x="4987" y="7938"/>
                    <a:pt x="4692" y="7820"/>
                  </a:cubicBezTo>
                  <a:lnTo>
                    <a:pt x="4692" y="5606"/>
                  </a:lnTo>
                  <a:cubicBezTo>
                    <a:pt x="4692" y="5518"/>
                    <a:pt x="4692" y="5429"/>
                    <a:pt x="4633" y="5370"/>
                  </a:cubicBezTo>
                  <a:lnTo>
                    <a:pt x="4132" y="4603"/>
                  </a:lnTo>
                  <a:lnTo>
                    <a:pt x="4132" y="3600"/>
                  </a:lnTo>
                  <a:cubicBezTo>
                    <a:pt x="4132" y="3393"/>
                    <a:pt x="3984" y="3187"/>
                    <a:pt x="3748" y="3157"/>
                  </a:cubicBezTo>
                  <a:cubicBezTo>
                    <a:pt x="3733" y="3155"/>
                    <a:pt x="3718" y="3155"/>
                    <a:pt x="3703" y="3155"/>
                  </a:cubicBezTo>
                  <a:cubicBezTo>
                    <a:pt x="3483" y="3155"/>
                    <a:pt x="3276" y="3351"/>
                    <a:pt x="3276" y="3600"/>
                  </a:cubicBezTo>
                  <a:lnTo>
                    <a:pt x="3276" y="4751"/>
                  </a:lnTo>
                  <a:cubicBezTo>
                    <a:pt x="3276" y="4839"/>
                    <a:pt x="3305" y="4898"/>
                    <a:pt x="3364" y="4987"/>
                  </a:cubicBezTo>
                  <a:lnTo>
                    <a:pt x="3866" y="5754"/>
                  </a:lnTo>
                  <a:lnTo>
                    <a:pt x="3866" y="7347"/>
                  </a:lnTo>
                  <a:cubicBezTo>
                    <a:pt x="2951" y="6669"/>
                    <a:pt x="2420" y="5577"/>
                    <a:pt x="2420" y="4456"/>
                  </a:cubicBezTo>
                  <a:cubicBezTo>
                    <a:pt x="2450" y="2508"/>
                    <a:pt x="3984" y="944"/>
                    <a:pt x="5902" y="856"/>
                  </a:cubicBezTo>
                  <a:cubicBezTo>
                    <a:pt x="5937" y="855"/>
                    <a:pt x="5971" y="854"/>
                    <a:pt x="6005" y="854"/>
                  </a:cubicBezTo>
                  <a:close/>
                  <a:moveTo>
                    <a:pt x="5961" y="0"/>
                  </a:moveTo>
                  <a:cubicBezTo>
                    <a:pt x="1978" y="0"/>
                    <a:pt x="1" y="4810"/>
                    <a:pt x="2804" y="7613"/>
                  </a:cubicBezTo>
                  <a:cubicBezTo>
                    <a:pt x="3720" y="8520"/>
                    <a:pt x="4844" y="8927"/>
                    <a:pt x="5945" y="8927"/>
                  </a:cubicBezTo>
                  <a:cubicBezTo>
                    <a:pt x="8246" y="8927"/>
                    <a:pt x="10446" y="7150"/>
                    <a:pt x="10446" y="4456"/>
                  </a:cubicBezTo>
                  <a:cubicBezTo>
                    <a:pt x="10417" y="1977"/>
                    <a:pt x="8440" y="0"/>
                    <a:pt x="5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4"/>
            <p:cNvSpPr/>
            <p:nvPr/>
          </p:nvSpPr>
          <p:spPr>
            <a:xfrm>
              <a:off x="6051135" y="2877719"/>
              <a:ext cx="397428" cy="398274"/>
            </a:xfrm>
            <a:custGeom>
              <a:avLst/>
              <a:gdLst/>
              <a:ahLst/>
              <a:cxnLst/>
              <a:rect l="l" t="t" r="r" b="b"/>
              <a:pathLst>
                <a:path w="14725" h="14755" extrusionOk="0">
                  <a:moveTo>
                    <a:pt x="7791" y="857"/>
                  </a:moveTo>
                  <a:lnTo>
                    <a:pt x="7791" y="1358"/>
                  </a:lnTo>
                  <a:cubicBezTo>
                    <a:pt x="7791" y="1594"/>
                    <a:pt x="7938" y="1771"/>
                    <a:pt x="8145" y="1801"/>
                  </a:cubicBezTo>
                  <a:cubicBezTo>
                    <a:pt x="8587" y="1860"/>
                    <a:pt x="9030" y="1978"/>
                    <a:pt x="9443" y="2155"/>
                  </a:cubicBezTo>
                  <a:cubicBezTo>
                    <a:pt x="9493" y="2169"/>
                    <a:pt x="9543" y="2177"/>
                    <a:pt x="9592" y="2177"/>
                  </a:cubicBezTo>
                  <a:cubicBezTo>
                    <a:pt x="9745" y="2177"/>
                    <a:pt x="9885" y="2105"/>
                    <a:pt x="9974" y="1948"/>
                  </a:cubicBezTo>
                  <a:lnTo>
                    <a:pt x="10240" y="1506"/>
                  </a:lnTo>
                  <a:lnTo>
                    <a:pt x="10978" y="1948"/>
                  </a:lnTo>
                  <a:lnTo>
                    <a:pt x="10712" y="2391"/>
                  </a:lnTo>
                  <a:cubicBezTo>
                    <a:pt x="10594" y="2568"/>
                    <a:pt x="10653" y="2804"/>
                    <a:pt x="10830" y="2952"/>
                  </a:cubicBezTo>
                  <a:cubicBezTo>
                    <a:pt x="11155" y="3217"/>
                    <a:pt x="11479" y="3542"/>
                    <a:pt x="11745" y="3896"/>
                  </a:cubicBezTo>
                  <a:cubicBezTo>
                    <a:pt x="11838" y="3989"/>
                    <a:pt x="11967" y="4047"/>
                    <a:pt x="12094" y="4047"/>
                  </a:cubicBezTo>
                  <a:cubicBezTo>
                    <a:pt x="12167" y="4047"/>
                    <a:pt x="12240" y="4028"/>
                    <a:pt x="12305" y="3984"/>
                  </a:cubicBezTo>
                  <a:lnTo>
                    <a:pt x="12777" y="3719"/>
                  </a:lnTo>
                  <a:lnTo>
                    <a:pt x="13191" y="4456"/>
                  </a:lnTo>
                  <a:lnTo>
                    <a:pt x="12748" y="4722"/>
                  </a:lnTo>
                  <a:cubicBezTo>
                    <a:pt x="12571" y="4840"/>
                    <a:pt x="12482" y="5076"/>
                    <a:pt x="12571" y="5253"/>
                  </a:cubicBezTo>
                  <a:cubicBezTo>
                    <a:pt x="12718" y="5666"/>
                    <a:pt x="12836" y="6109"/>
                    <a:pt x="12896" y="6551"/>
                  </a:cubicBezTo>
                  <a:cubicBezTo>
                    <a:pt x="12925" y="6758"/>
                    <a:pt x="13102" y="6906"/>
                    <a:pt x="13338" y="6906"/>
                  </a:cubicBezTo>
                  <a:lnTo>
                    <a:pt x="13840" y="6906"/>
                  </a:lnTo>
                  <a:lnTo>
                    <a:pt x="13869" y="7820"/>
                  </a:lnTo>
                  <a:lnTo>
                    <a:pt x="13368" y="7820"/>
                  </a:lnTo>
                  <a:cubicBezTo>
                    <a:pt x="13350" y="7818"/>
                    <a:pt x="13333" y="7817"/>
                    <a:pt x="13316" y="7817"/>
                  </a:cubicBezTo>
                  <a:cubicBezTo>
                    <a:pt x="13106" y="7817"/>
                    <a:pt x="12952" y="7983"/>
                    <a:pt x="12925" y="8174"/>
                  </a:cubicBezTo>
                  <a:cubicBezTo>
                    <a:pt x="12866" y="8617"/>
                    <a:pt x="12748" y="9030"/>
                    <a:pt x="12600" y="9443"/>
                  </a:cubicBezTo>
                  <a:cubicBezTo>
                    <a:pt x="12512" y="9650"/>
                    <a:pt x="12600" y="9886"/>
                    <a:pt x="12777" y="10004"/>
                  </a:cubicBezTo>
                  <a:lnTo>
                    <a:pt x="13220" y="10240"/>
                  </a:lnTo>
                  <a:lnTo>
                    <a:pt x="12807" y="10978"/>
                  </a:lnTo>
                  <a:lnTo>
                    <a:pt x="12335" y="10742"/>
                  </a:lnTo>
                  <a:cubicBezTo>
                    <a:pt x="12264" y="10694"/>
                    <a:pt x="12184" y="10671"/>
                    <a:pt x="12104" y="10671"/>
                  </a:cubicBezTo>
                  <a:cubicBezTo>
                    <a:pt x="11983" y="10671"/>
                    <a:pt x="11863" y="10724"/>
                    <a:pt x="11774" y="10830"/>
                  </a:cubicBezTo>
                  <a:cubicBezTo>
                    <a:pt x="11509" y="11184"/>
                    <a:pt x="11184" y="11509"/>
                    <a:pt x="10859" y="11774"/>
                  </a:cubicBezTo>
                  <a:cubicBezTo>
                    <a:pt x="10682" y="11892"/>
                    <a:pt x="10623" y="12128"/>
                    <a:pt x="10741" y="12335"/>
                  </a:cubicBezTo>
                  <a:lnTo>
                    <a:pt x="11007" y="12778"/>
                  </a:lnTo>
                  <a:lnTo>
                    <a:pt x="10269" y="13220"/>
                  </a:lnTo>
                  <a:lnTo>
                    <a:pt x="10004" y="12778"/>
                  </a:lnTo>
                  <a:cubicBezTo>
                    <a:pt x="9917" y="12625"/>
                    <a:pt x="9781" y="12537"/>
                    <a:pt x="9633" y="12537"/>
                  </a:cubicBezTo>
                  <a:cubicBezTo>
                    <a:pt x="9581" y="12537"/>
                    <a:pt x="9527" y="12548"/>
                    <a:pt x="9473" y="12571"/>
                  </a:cubicBezTo>
                  <a:cubicBezTo>
                    <a:pt x="9060" y="12748"/>
                    <a:pt x="8617" y="12866"/>
                    <a:pt x="8174" y="12925"/>
                  </a:cubicBezTo>
                  <a:cubicBezTo>
                    <a:pt x="7968" y="12955"/>
                    <a:pt x="7820" y="13132"/>
                    <a:pt x="7820" y="13338"/>
                  </a:cubicBezTo>
                  <a:lnTo>
                    <a:pt x="7820" y="13869"/>
                  </a:lnTo>
                  <a:lnTo>
                    <a:pt x="6965" y="13869"/>
                  </a:lnTo>
                  <a:lnTo>
                    <a:pt x="6965" y="13338"/>
                  </a:lnTo>
                  <a:cubicBezTo>
                    <a:pt x="6965" y="13132"/>
                    <a:pt x="6787" y="12955"/>
                    <a:pt x="6581" y="12925"/>
                  </a:cubicBezTo>
                  <a:cubicBezTo>
                    <a:pt x="6138" y="12866"/>
                    <a:pt x="5725" y="12748"/>
                    <a:pt x="5312" y="12571"/>
                  </a:cubicBezTo>
                  <a:cubicBezTo>
                    <a:pt x="5258" y="12548"/>
                    <a:pt x="5202" y="12537"/>
                    <a:pt x="5147" y="12537"/>
                  </a:cubicBezTo>
                  <a:cubicBezTo>
                    <a:pt x="4992" y="12537"/>
                    <a:pt x="4846" y="12625"/>
                    <a:pt x="4781" y="12778"/>
                  </a:cubicBezTo>
                  <a:lnTo>
                    <a:pt x="4515" y="13220"/>
                  </a:lnTo>
                  <a:lnTo>
                    <a:pt x="3778" y="12778"/>
                  </a:lnTo>
                  <a:lnTo>
                    <a:pt x="4043" y="12335"/>
                  </a:lnTo>
                  <a:cubicBezTo>
                    <a:pt x="4132" y="12128"/>
                    <a:pt x="4102" y="11892"/>
                    <a:pt x="3925" y="11774"/>
                  </a:cubicBezTo>
                  <a:cubicBezTo>
                    <a:pt x="3571" y="11509"/>
                    <a:pt x="3247" y="11184"/>
                    <a:pt x="2981" y="10830"/>
                  </a:cubicBezTo>
                  <a:cubicBezTo>
                    <a:pt x="2910" y="10724"/>
                    <a:pt x="2797" y="10671"/>
                    <a:pt x="2673" y="10671"/>
                  </a:cubicBezTo>
                  <a:cubicBezTo>
                    <a:pt x="2590" y="10671"/>
                    <a:pt x="2503" y="10694"/>
                    <a:pt x="2420" y="10742"/>
                  </a:cubicBezTo>
                  <a:lnTo>
                    <a:pt x="1978" y="10978"/>
                  </a:lnTo>
                  <a:lnTo>
                    <a:pt x="1535" y="10240"/>
                  </a:lnTo>
                  <a:lnTo>
                    <a:pt x="2007" y="10004"/>
                  </a:lnTo>
                  <a:cubicBezTo>
                    <a:pt x="2184" y="9886"/>
                    <a:pt x="2273" y="9650"/>
                    <a:pt x="2184" y="9443"/>
                  </a:cubicBezTo>
                  <a:cubicBezTo>
                    <a:pt x="2007" y="9030"/>
                    <a:pt x="1889" y="8617"/>
                    <a:pt x="1830" y="8174"/>
                  </a:cubicBezTo>
                  <a:cubicBezTo>
                    <a:pt x="1801" y="7968"/>
                    <a:pt x="1624" y="7791"/>
                    <a:pt x="1417" y="7791"/>
                  </a:cubicBezTo>
                  <a:lnTo>
                    <a:pt x="886" y="7791"/>
                  </a:lnTo>
                  <a:lnTo>
                    <a:pt x="886" y="6935"/>
                  </a:lnTo>
                  <a:lnTo>
                    <a:pt x="1417" y="6935"/>
                  </a:lnTo>
                  <a:cubicBezTo>
                    <a:pt x="1624" y="6935"/>
                    <a:pt x="1801" y="6788"/>
                    <a:pt x="1830" y="6581"/>
                  </a:cubicBezTo>
                  <a:cubicBezTo>
                    <a:pt x="1889" y="6138"/>
                    <a:pt x="2007" y="5696"/>
                    <a:pt x="2184" y="5283"/>
                  </a:cubicBezTo>
                  <a:cubicBezTo>
                    <a:pt x="2273" y="5076"/>
                    <a:pt x="2184" y="4870"/>
                    <a:pt x="2007" y="4752"/>
                  </a:cubicBezTo>
                  <a:lnTo>
                    <a:pt x="1535" y="4486"/>
                  </a:lnTo>
                  <a:lnTo>
                    <a:pt x="1978" y="3748"/>
                  </a:lnTo>
                  <a:lnTo>
                    <a:pt x="2420" y="4014"/>
                  </a:lnTo>
                  <a:cubicBezTo>
                    <a:pt x="2494" y="4056"/>
                    <a:pt x="2570" y="4075"/>
                    <a:pt x="2644" y="4075"/>
                  </a:cubicBezTo>
                  <a:cubicBezTo>
                    <a:pt x="2779" y="4075"/>
                    <a:pt x="2905" y="4010"/>
                    <a:pt x="2981" y="3896"/>
                  </a:cubicBezTo>
                  <a:cubicBezTo>
                    <a:pt x="3247" y="3542"/>
                    <a:pt x="3542" y="3217"/>
                    <a:pt x="3896" y="2952"/>
                  </a:cubicBezTo>
                  <a:cubicBezTo>
                    <a:pt x="4073" y="2804"/>
                    <a:pt x="4102" y="2568"/>
                    <a:pt x="4014" y="2391"/>
                  </a:cubicBezTo>
                  <a:lnTo>
                    <a:pt x="3748" y="1948"/>
                  </a:lnTo>
                  <a:lnTo>
                    <a:pt x="4486" y="1506"/>
                  </a:lnTo>
                  <a:lnTo>
                    <a:pt x="4751" y="1948"/>
                  </a:lnTo>
                  <a:cubicBezTo>
                    <a:pt x="4819" y="2105"/>
                    <a:pt x="4970" y="2177"/>
                    <a:pt x="5130" y="2177"/>
                  </a:cubicBezTo>
                  <a:cubicBezTo>
                    <a:pt x="5181" y="2177"/>
                    <a:pt x="5232" y="2169"/>
                    <a:pt x="5283" y="2155"/>
                  </a:cubicBezTo>
                  <a:cubicBezTo>
                    <a:pt x="5696" y="1978"/>
                    <a:pt x="6109" y="1860"/>
                    <a:pt x="6551" y="1801"/>
                  </a:cubicBezTo>
                  <a:cubicBezTo>
                    <a:pt x="6758" y="1771"/>
                    <a:pt x="6935" y="1594"/>
                    <a:pt x="6935" y="1358"/>
                  </a:cubicBezTo>
                  <a:lnTo>
                    <a:pt x="6935" y="857"/>
                  </a:lnTo>
                  <a:close/>
                  <a:moveTo>
                    <a:pt x="6492" y="1"/>
                  </a:moveTo>
                  <a:cubicBezTo>
                    <a:pt x="6256" y="1"/>
                    <a:pt x="6079" y="178"/>
                    <a:pt x="6079" y="414"/>
                  </a:cubicBezTo>
                  <a:lnTo>
                    <a:pt x="6079" y="1004"/>
                  </a:lnTo>
                  <a:cubicBezTo>
                    <a:pt x="5814" y="1063"/>
                    <a:pt x="5578" y="1152"/>
                    <a:pt x="5342" y="1211"/>
                  </a:cubicBezTo>
                  <a:lnTo>
                    <a:pt x="5047" y="709"/>
                  </a:lnTo>
                  <a:cubicBezTo>
                    <a:pt x="4969" y="573"/>
                    <a:pt x="4828" y="501"/>
                    <a:pt x="4682" y="501"/>
                  </a:cubicBezTo>
                  <a:cubicBezTo>
                    <a:pt x="4605" y="501"/>
                    <a:pt x="4527" y="521"/>
                    <a:pt x="4456" y="561"/>
                  </a:cubicBezTo>
                  <a:lnTo>
                    <a:pt x="2922" y="1417"/>
                  </a:lnTo>
                  <a:cubicBezTo>
                    <a:pt x="2715" y="1535"/>
                    <a:pt x="2656" y="1801"/>
                    <a:pt x="2774" y="2007"/>
                  </a:cubicBezTo>
                  <a:lnTo>
                    <a:pt x="3070" y="2509"/>
                  </a:lnTo>
                  <a:cubicBezTo>
                    <a:pt x="2863" y="2686"/>
                    <a:pt x="2686" y="2893"/>
                    <a:pt x="2509" y="3070"/>
                  </a:cubicBezTo>
                  <a:lnTo>
                    <a:pt x="2007" y="2775"/>
                  </a:lnTo>
                  <a:cubicBezTo>
                    <a:pt x="1938" y="2735"/>
                    <a:pt x="1863" y="2716"/>
                    <a:pt x="1789" y="2716"/>
                  </a:cubicBezTo>
                  <a:cubicBezTo>
                    <a:pt x="1640" y="2716"/>
                    <a:pt x="1496" y="2794"/>
                    <a:pt x="1417" y="2952"/>
                  </a:cubicBezTo>
                  <a:lnTo>
                    <a:pt x="561" y="4427"/>
                  </a:lnTo>
                  <a:cubicBezTo>
                    <a:pt x="414" y="4633"/>
                    <a:pt x="502" y="4899"/>
                    <a:pt x="709" y="5017"/>
                  </a:cubicBezTo>
                  <a:lnTo>
                    <a:pt x="1211" y="5312"/>
                  </a:lnTo>
                  <a:cubicBezTo>
                    <a:pt x="1122" y="5548"/>
                    <a:pt x="1063" y="5814"/>
                    <a:pt x="1004" y="6079"/>
                  </a:cubicBezTo>
                  <a:lnTo>
                    <a:pt x="414" y="6079"/>
                  </a:lnTo>
                  <a:cubicBezTo>
                    <a:pt x="178" y="6079"/>
                    <a:pt x="1" y="6256"/>
                    <a:pt x="1" y="6492"/>
                  </a:cubicBezTo>
                  <a:lnTo>
                    <a:pt x="1" y="8233"/>
                  </a:lnTo>
                  <a:cubicBezTo>
                    <a:pt x="1" y="8469"/>
                    <a:pt x="178" y="8647"/>
                    <a:pt x="414" y="8647"/>
                  </a:cubicBezTo>
                  <a:lnTo>
                    <a:pt x="1004" y="8647"/>
                  </a:lnTo>
                  <a:cubicBezTo>
                    <a:pt x="1063" y="8912"/>
                    <a:pt x="1122" y="9178"/>
                    <a:pt x="1211" y="9414"/>
                  </a:cubicBezTo>
                  <a:lnTo>
                    <a:pt x="709" y="9709"/>
                  </a:lnTo>
                  <a:cubicBezTo>
                    <a:pt x="502" y="9827"/>
                    <a:pt x="414" y="10092"/>
                    <a:pt x="561" y="10299"/>
                  </a:cubicBezTo>
                  <a:lnTo>
                    <a:pt x="1417" y="11804"/>
                  </a:lnTo>
                  <a:cubicBezTo>
                    <a:pt x="1495" y="11939"/>
                    <a:pt x="1636" y="12011"/>
                    <a:pt x="1782" y="12011"/>
                  </a:cubicBezTo>
                  <a:cubicBezTo>
                    <a:pt x="1859" y="12011"/>
                    <a:pt x="1936" y="11992"/>
                    <a:pt x="2007" y="11951"/>
                  </a:cubicBezTo>
                  <a:lnTo>
                    <a:pt x="2509" y="11656"/>
                  </a:lnTo>
                  <a:cubicBezTo>
                    <a:pt x="2686" y="11863"/>
                    <a:pt x="2863" y="12040"/>
                    <a:pt x="3070" y="12217"/>
                  </a:cubicBezTo>
                  <a:lnTo>
                    <a:pt x="2774" y="12719"/>
                  </a:lnTo>
                  <a:cubicBezTo>
                    <a:pt x="2656" y="12925"/>
                    <a:pt x="2715" y="13191"/>
                    <a:pt x="2922" y="13309"/>
                  </a:cubicBezTo>
                  <a:lnTo>
                    <a:pt x="4427" y="14194"/>
                  </a:lnTo>
                  <a:cubicBezTo>
                    <a:pt x="4490" y="14230"/>
                    <a:pt x="4559" y="14247"/>
                    <a:pt x="4627" y="14247"/>
                  </a:cubicBezTo>
                  <a:cubicBezTo>
                    <a:pt x="4782" y="14247"/>
                    <a:pt x="4935" y="14160"/>
                    <a:pt x="5017" y="14017"/>
                  </a:cubicBezTo>
                  <a:lnTo>
                    <a:pt x="5312" y="13515"/>
                  </a:lnTo>
                  <a:cubicBezTo>
                    <a:pt x="5548" y="13604"/>
                    <a:pt x="5814" y="13663"/>
                    <a:pt x="6050" y="13722"/>
                  </a:cubicBezTo>
                  <a:lnTo>
                    <a:pt x="6050" y="14312"/>
                  </a:lnTo>
                  <a:cubicBezTo>
                    <a:pt x="6050" y="14548"/>
                    <a:pt x="6256" y="14725"/>
                    <a:pt x="6492" y="14755"/>
                  </a:cubicBezTo>
                  <a:lnTo>
                    <a:pt x="8204" y="14755"/>
                  </a:lnTo>
                  <a:cubicBezTo>
                    <a:pt x="8469" y="14755"/>
                    <a:pt x="8646" y="14548"/>
                    <a:pt x="8646" y="14312"/>
                  </a:cubicBezTo>
                  <a:lnTo>
                    <a:pt x="8646" y="13722"/>
                  </a:lnTo>
                  <a:cubicBezTo>
                    <a:pt x="8912" y="13663"/>
                    <a:pt x="9148" y="13604"/>
                    <a:pt x="9414" y="13515"/>
                  </a:cubicBezTo>
                  <a:lnTo>
                    <a:pt x="9709" y="14017"/>
                  </a:lnTo>
                  <a:cubicBezTo>
                    <a:pt x="9791" y="14160"/>
                    <a:pt x="9944" y="14247"/>
                    <a:pt x="10099" y="14247"/>
                  </a:cubicBezTo>
                  <a:cubicBezTo>
                    <a:pt x="10167" y="14247"/>
                    <a:pt x="10236" y="14230"/>
                    <a:pt x="10299" y="14194"/>
                  </a:cubicBezTo>
                  <a:lnTo>
                    <a:pt x="11774" y="13309"/>
                  </a:lnTo>
                  <a:cubicBezTo>
                    <a:pt x="12010" y="13191"/>
                    <a:pt x="12069" y="12925"/>
                    <a:pt x="11951" y="12719"/>
                  </a:cubicBezTo>
                  <a:lnTo>
                    <a:pt x="11656" y="12217"/>
                  </a:lnTo>
                  <a:cubicBezTo>
                    <a:pt x="11833" y="12040"/>
                    <a:pt x="12040" y="11863"/>
                    <a:pt x="12217" y="11656"/>
                  </a:cubicBezTo>
                  <a:lnTo>
                    <a:pt x="12718" y="11951"/>
                  </a:lnTo>
                  <a:cubicBezTo>
                    <a:pt x="12789" y="11992"/>
                    <a:pt x="12867" y="12011"/>
                    <a:pt x="12944" y="12011"/>
                  </a:cubicBezTo>
                  <a:cubicBezTo>
                    <a:pt x="13090" y="12011"/>
                    <a:pt x="13231" y="11939"/>
                    <a:pt x="13309" y="11804"/>
                  </a:cubicBezTo>
                  <a:lnTo>
                    <a:pt x="14164" y="10299"/>
                  </a:lnTo>
                  <a:cubicBezTo>
                    <a:pt x="14282" y="10092"/>
                    <a:pt x="14223" y="9827"/>
                    <a:pt x="14017" y="9709"/>
                  </a:cubicBezTo>
                  <a:lnTo>
                    <a:pt x="13486" y="9414"/>
                  </a:lnTo>
                  <a:cubicBezTo>
                    <a:pt x="13574" y="9178"/>
                    <a:pt x="13663" y="8912"/>
                    <a:pt x="13692" y="8647"/>
                  </a:cubicBezTo>
                  <a:lnTo>
                    <a:pt x="14282" y="8647"/>
                  </a:lnTo>
                  <a:cubicBezTo>
                    <a:pt x="14548" y="8647"/>
                    <a:pt x="14725" y="8469"/>
                    <a:pt x="14725" y="8233"/>
                  </a:cubicBezTo>
                  <a:lnTo>
                    <a:pt x="14725" y="6492"/>
                  </a:lnTo>
                  <a:cubicBezTo>
                    <a:pt x="14725" y="6256"/>
                    <a:pt x="14548" y="6079"/>
                    <a:pt x="14312" y="6079"/>
                  </a:cubicBezTo>
                  <a:lnTo>
                    <a:pt x="13722" y="6079"/>
                  </a:lnTo>
                  <a:cubicBezTo>
                    <a:pt x="13663" y="5814"/>
                    <a:pt x="13604" y="5578"/>
                    <a:pt x="13515" y="5312"/>
                  </a:cubicBezTo>
                  <a:lnTo>
                    <a:pt x="14046" y="5017"/>
                  </a:lnTo>
                  <a:cubicBezTo>
                    <a:pt x="14223" y="4899"/>
                    <a:pt x="14312" y="4633"/>
                    <a:pt x="14194" y="4427"/>
                  </a:cubicBezTo>
                  <a:lnTo>
                    <a:pt x="13338" y="2952"/>
                  </a:lnTo>
                  <a:cubicBezTo>
                    <a:pt x="13260" y="2816"/>
                    <a:pt x="13119" y="2731"/>
                    <a:pt x="12972" y="2731"/>
                  </a:cubicBezTo>
                  <a:cubicBezTo>
                    <a:pt x="12896" y="2731"/>
                    <a:pt x="12819" y="2754"/>
                    <a:pt x="12748" y="2804"/>
                  </a:cubicBezTo>
                  <a:lnTo>
                    <a:pt x="12217" y="3099"/>
                  </a:lnTo>
                  <a:cubicBezTo>
                    <a:pt x="12040" y="2893"/>
                    <a:pt x="11863" y="2716"/>
                    <a:pt x="11656" y="2538"/>
                  </a:cubicBezTo>
                  <a:lnTo>
                    <a:pt x="11951" y="2007"/>
                  </a:lnTo>
                  <a:cubicBezTo>
                    <a:pt x="12099" y="1801"/>
                    <a:pt x="12010" y="1535"/>
                    <a:pt x="11804" y="1417"/>
                  </a:cubicBezTo>
                  <a:lnTo>
                    <a:pt x="10299" y="561"/>
                  </a:lnTo>
                  <a:cubicBezTo>
                    <a:pt x="10228" y="521"/>
                    <a:pt x="10150" y="501"/>
                    <a:pt x="10074" y="501"/>
                  </a:cubicBezTo>
                  <a:cubicBezTo>
                    <a:pt x="9927" y="501"/>
                    <a:pt x="9786" y="573"/>
                    <a:pt x="9709" y="709"/>
                  </a:cubicBezTo>
                  <a:lnTo>
                    <a:pt x="9414" y="1211"/>
                  </a:lnTo>
                  <a:cubicBezTo>
                    <a:pt x="9178" y="1152"/>
                    <a:pt x="8912" y="1063"/>
                    <a:pt x="8676" y="1004"/>
                  </a:cubicBezTo>
                  <a:lnTo>
                    <a:pt x="8676" y="414"/>
                  </a:lnTo>
                  <a:cubicBezTo>
                    <a:pt x="8676" y="178"/>
                    <a:pt x="8469" y="1"/>
                    <a:pt x="82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4" name="Google Shape;3714;p74"/>
          <p:cNvGrpSpPr/>
          <p:nvPr/>
        </p:nvGrpSpPr>
        <p:grpSpPr>
          <a:xfrm>
            <a:off x="1408882" y="2877125"/>
            <a:ext cx="398237" cy="398868"/>
            <a:chOff x="1408882" y="2877125"/>
            <a:chExt cx="398237" cy="398868"/>
          </a:xfrm>
        </p:grpSpPr>
        <p:sp>
          <p:nvSpPr>
            <p:cNvPr id="3715" name="Google Shape;3715;p74"/>
            <p:cNvSpPr/>
            <p:nvPr/>
          </p:nvSpPr>
          <p:spPr>
            <a:xfrm>
              <a:off x="1408882" y="3190751"/>
              <a:ext cx="70120" cy="85242"/>
            </a:xfrm>
            <a:custGeom>
              <a:avLst/>
              <a:gdLst/>
              <a:ahLst/>
              <a:cxnLst/>
              <a:rect l="l" t="t" r="r" b="b"/>
              <a:pathLst>
                <a:path w="2598" h="3158" extrusionOk="0">
                  <a:moveTo>
                    <a:pt x="1742" y="856"/>
                  </a:moveTo>
                  <a:lnTo>
                    <a:pt x="1742" y="2302"/>
                  </a:lnTo>
                  <a:lnTo>
                    <a:pt x="886" y="2302"/>
                  </a:lnTo>
                  <a:lnTo>
                    <a:pt x="886" y="856"/>
                  </a:lnTo>
                  <a:close/>
                  <a:moveTo>
                    <a:pt x="444" y="0"/>
                  </a:moveTo>
                  <a:cubicBezTo>
                    <a:pt x="207" y="0"/>
                    <a:pt x="1" y="177"/>
                    <a:pt x="1" y="413"/>
                  </a:cubicBezTo>
                  <a:lnTo>
                    <a:pt x="1" y="2715"/>
                  </a:lnTo>
                  <a:cubicBezTo>
                    <a:pt x="1" y="2951"/>
                    <a:pt x="207" y="3158"/>
                    <a:pt x="444" y="3158"/>
                  </a:cubicBezTo>
                  <a:lnTo>
                    <a:pt x="2184" y="3158"/>
                  </a:lnTo>
                  <a:cubicBezTo>
                    <a:pt x="2421" y="3158"/>
                    <a:pt x="2598" y="2951"/>
                    <a:pt x="2598" y="2715"/>
                  </a:cubicBezTo>
                  <a:lnTo>
                    <a:pt x="2598" y="413"/>
                  </a:lnTo>
                  <a:cubicBezTo>
                    <a:pt x="2598" y="177"/>
                    <a:pt x="24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4"/>
            <p:cNvSpPr/>
            <p:nvPr/>
          </p:nvSpPr>
          <p:spPr>
            <a:xfrm>
              <a:off x="1518785" y="3128614"/>
              <a:ext cx="70120" cy="147379"/>
            </a:xfrm>
            <a:custGeom>
              <a:avLst/>
              <a:gdLst/>
              <a:ahLst/>
              <a:cxnLst/>
              <a:rect l="l" t="t" r="r" b="b"/>
              <a:pathLst>
                <a:path w="2598" h="5460" extrusionOk="0">
                  <a:moveTo>
                    <a:pt x="1742" y="856"/>
                  </a:moveTo>
                  <a:lnTo>
                    <a:pt x="1742" y="4604"/>
                  </a:lnTo>
                  <a:lnTo>
                    <a:pt x="857" y="4604"/>
                  </a:lnTo>
                  <a:lnTo>
                    <a:pt x="857" y="856"/>
                  </a:lnTo>
                  <a:close/>
                  <a:moveTo>
                    <a:pt x="444" y="1"/>
                  </a:moveTo>
                  <a:cubicBezTo>
                    <a:pt x="207" y="1"/>
                    <a:pt x="1" y="178"/>
                    <a:pt x="1" y="414"/>
                  </a:cubicBezTo>
                  <a:lnTo>
                    <a:pt x="1" y="5017"/>
                  </a:lnTo>
                  <a:cubicBezTo>
                    <a:pt x="1" y="5253"/>
                    <a:pt x="207" y="5460"/>
                    <a:pt x="444" y="5460"/>
                  </a:cubicBezTo>
                  <a:lnTo>
                    <a:pt x="2155" y="5460"/>
                  </a:lnTo>
                  <a:cubicBezTo>
                    <a:pt x="2391" y="5460"/>
                    <a:pt x="2598" y="5253"/>
                    <a:pt x="2598" y="5017"/>
                  </a:cubicBezTo>
                  <a:lnTo>
                    <a:pt x="2598" y="414"/>
                  </a:lnTo>
                  <a:cubicBezTo>
                    <a:pt x="2598" y="178"/>
                    <a:pt x="2391"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4"/>
            <p:cNvSpPr/>
            <p:nvPr/>
          </p:nvSpPr>
          <p:spPr>
            <a:xfrm>
              <a:off x="1627096" y="3066504"/>
              <a:ext cx="70120" cy="209489"/>
            </a:xfrm>
            <a:custGeom>
              <a:avLst/>
              <a:gdLst/>
              <a:ahLst/>
              <a:cxnLst/>
              <a:rect l="l" t="t" r="r" b="b"/>
              <a:pathLst>
                <a:path w="2598" h="7761" extrusionOk="0">
                  <a:moveTo>
                    <a:pt x="1742" y="856"/>
                  </a:moveTo>
                  <a:lnTo>
                    <a:pt x="1742" y="6905"/>
                  </a:lnTo>
                  <a:lnTo>
                    <a:pt x="857" y="6905"/>
                  </a:lnTo>
                  <a:lnTo>
                    <a:pt x="857" y="856"/>
                  </a:lnTo>
                  <a:close/>
                  <a:moveTo>
                    <a:pt x="444" y="0"/>
                  </a:moveTo>
                  <a:cubicBezTo>
                    <a:pt x="208" y="0"/>
                    <a:pt x="1" y="177"/>
                    <a:pt x="30" y="413"/>
                  </a:cubicBezTo>
                  <a:lnTo>
                    <a:pt x="30" y="7318"/>
                  </a:lnTo>
                  <a:cubicBezTo>
                    <a:pt x="1" y="7554"/>
                    <a:pt x="208" y="7761"/>
                    <a:pt x="444" y="7761"/>
                  </a:cubicBezTo>
                  <a:lnTo>
                    <a:pt x="2185" y="7761"/>
                  </a:lnTo>
                  <a:cubicBezTo>
                    <a:pt x="2421" y="7761"/>
                    <a:pt x="2598" y="7554"/>
                    <a:pt x="2598" y="7318"/>
                  </a:cubicBezTo>
                  <a:lnTo>
                    <a:pt x="2598" y="413"/>
                  </a:lnTo>
                  <a:cubicBezTo>
                    <a:pt x="2598" y="177"/>
                    <a:pt x="2421" y="0"/>
                    <a:pt x="2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4"/>
            <p:cNvSpPr/>
            <p:nvPr/>
          </p:nvSpPr>
          <p:spPr>
            <a:xfrm>
              <a:off x="1737000" y="3003585"/>
              <a:ext cx="70120" cy="272408"/>
            </a:xfrm>
            <a:custGeom>
              <a:avLst/>
              <a:gdLst/>
              <a:ahLst/>
              <a:cxnLst/>
              <a:rect l="l" t="t" r="r" b="b"/>
              <a:pathLst>
                <a:path w="2598" h="10092" extrusionOk="0">
                  <a:moveTo>
                    <a:pt x="1712" y="856"/>
                  </a:moveTo>
                  <a:lnTo>
                    <a:pt x="1742" y="9236"/>
                  </a:lnTo>
                  <a:lnTo>
                    <a:pt x="857" y="9236"/>
                  </a:lnTo>
                  <a:lnTo>
                    <a:pt x="857" y="856"/>
                  </a:lnTo>
                  <a:close/>
                  <a:moveTo>
                    <a:pt x="444" y="0"/>
                  </a:moveTo>
                  <a:cubicBezTo>
                    <a:pt x="208" y="0"/>
                    <a:pt x="1" y="207"/>
                    <a:pt x="1" y="443"/>
                  </a:cubicBezTo>
                  <a:lnTo>
                    <a:pt x="1" y="9678"/>
                  </a:lnTo>
                  <a:cubicBezTo>
                    <a:pt x="1" y="9914"/>
                    <a:pt x="208" y="10092"/>
                    <a:pt x="444" y="10092"/>
                  </a:cubicBezTo>
                  <a:lnTo>
                    <a:pt x="2155" y="10092"/>
                  </a:lnTo>
                  <a:cubicBezTo>
                    <a:pt x="2391" y="10092"/>
                    <a:pt x="2598" y="9914"/>
                    <a:pt x="2598" y="9678"/>
                  </a:cubicBezTo>
                  <a:lnTo>
                    <a:pt x="2598" y="443"/>
                  </a:lnTo>
                  <a:cubicBezTo>
                    <a:pt x="2598" y="207"/>
                    <a:pt x="2391" y="0"/>
                    <a:pt x="2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4"/>
            <p:cNvSpPr/>
            <p:nvPr/>
          </p:nvSpPr>
          <p:spPr>
            <a:xfrm>
              <a:off x="1410475" y="2880040"/>
              <a:ext cx="89229" cy="174345"/>
            </a:xfrm>
            <a:custGeom>
              <a:avLst/>
              <a:gdLst/>
              <a:ahLst/>
              <a:cxnLst/>
              <a:rect l="l" t="t" r="r" b="b"/>
              <a:pathLst>
                <a:path w="3306" h="6459" extrusionOk="0">
                  <a:moveTo>
                    <a:pt x="1211" y="1390"/>
                  </a:moveTo>
                  <a:lnTo>
                    <a:pt x="1211" y="2452"/>
                  </a:lnTo>
                  <a:cubicBezTo>
                    <a:pt x="1152" y="2393"/>
                    <a:pt x="1093" y="2364"/>
                    <a:pt x="1034" y="2305"/>
                  </a:cubicBezTo>
                  <a:cubicBezTo>
                    <a:pt x="916" y="2187"/>
                    <a:pt x="857" y="2010"/>
                    <a:pt x="916" y="1862"/>
                  </a:cubicBezTo>
                  <a:cubicBezTo>
                    <a:pt x="945" y="1656"/>
                    <a:pt x="1063" y="1508"/>
                    <a:pt x="1211" y="1390"/>
                  </a:cubicBezTo>
                  <a:close/>
                  <a:moveTo>
                    <a:pt x="1948" y="3544"/>
                  </a:moveTo>
                  <a:cubicBezTo>
                    <a:pt x="2303" y="3633"/>
                    <a:pt x="2509" y="3987"/>
                    <a:pt x="2450" y="4341"/>
                  </a:cubicBezTo>
                  <a:cubicBezTo>
                    <a:pt x="2391" y="4636"/>
                    <a:pt x="2214" y="4902"/>
                    <a:pt x="1948" y="5020"/>
                  </a:cubicBezTo>
                  <a:lnTo>
                    <a:pt x="1948" y="3544"/>
                  </a:lnTo>
                  <a:close/>
                  <a:moveTo>
                    <a:pt x="1602" y="0"/>
                  </a:moveTo>
                  <a:cubicBezTo>
                    <a:pt x="1388" y="0"/>
                    <a:pt x="1211" y="166"/>
                    <a:pt x="1211" y="357"/>
                  </a:cubicBezTo>
                  <a:lnTo>
                    <a:pt x="1211" y="653"/>
                  </a:lnTo>
                  <a:lnTo>
                    <a:pt x="1122" y="682"/>
                  </a:lnTo>
                  <a:cubicBezTo>
                    <a:pt x="621" y="830"/>
                    <a:pt x="267" y="1243"/>
                    <a:pt x="207" y="1744"/>
                  </a:cubicBezTo>
                  <a:cubicBezTo>
                    <a:pt x="89" y="2157"/>
                    <a:pt x="237" y="2600"/>
                    <a:pt x="591" y="2895"/>
                  </a:cubicBezTo>
                  <a:cubicBezTo>
                    <a:pt x="768" y="3043"/>
                    <a:pt x="1004" y="3161"/>
                    <a:pt x="1211" y="3249"/>
                  </a:cubicBezTo>
                  <a:lnTo>
                    <a:pt x="1211" y="5079"/>
                  </a:lnTo>
                  <a:cubicBezTo>
                    <a:pt x="1004" y="5049"/>
                    <a:pt x="798" y="4961"/>
                    <a:pt x="591" y="4843"/>
                  </a:cubicBezTo>
                  <a:cubicBezTo>
                    <a:pt x="529" y="4793"/>
                    <a:pt x="458" y="4770"/>
                    <a:pt x="386" y="4770"/>
                  </a:cubicBezTo>
                  <a:cubicBezTo>
                    <a:pt x="287" y="4770"/>
                    <a:pt x="188" y="4816"/>
                    <a:pt x="119" y="4902"/>
                  </a:cubicBezTo>
                  <a:cubicBezTo>
                    <a:pt x="1" y="5079"/>
                    <a:pt x="30" y="5315"/>
                    <a:pt x="207" y="5433"/>
                  </a:cubicBezTo>
                  <a:cubicBezTo>
                    <a:pt x="503" y="5639"/>
                    <a:pt x="857" y="5787"/>
                    <a:pt x="1211" y="5787"/>
                  </a:cubicBezTo>
                  <a:lnTo>
                    <a:pt x="1211" y="6082"/>
                  </a:lnTo>
                  <a:cubicBezTo>
                    <a:pt x="1211" y="6333"/>
                    <a:pt x="1395" y="6458"/>
                    <a:pt x="1580" y="6458"/>
                  </a:cubicBezTo>
                  <a:cubicBezTo>
                    <a:pt x="1764" y="6458"/>
                    <a:pt x="1948" y="6333"/>
                    <a:pt x="1948" y="6082"/>
                  </a:cubicBezTo>
                  <a:lnTo>
                    <a:pt x="1948" y="5757"/>
                  </a:lnTo>
                  <a:cubicBezTo>
                    <a:pt x="2214" y="5698"/>
                    <a:pt x="2480" y="5580"/>
                    <a:pt x="2686" y="5374"/>
                  </a:cubicBezTo>
                  <a:cubicBezTo>
                    <a:pt x="2952" y="5138"/>
                    <a:pt x="3129" y="4813"/>
                    <a:pt x="3188" y="4459"/>
                  </a:cubicBezTo>
                  <a:cubicBezTo>
                    <a:pt x="3306" y="3751"/>
                    <a:pt x="2893" y="3072"/>
                    <a:pt x="2214" y="2866"/>
                  </a:cubicBezTo>
                  <a:lnTo>
                    <a:pt x="2184" y="2866"/>
                  </a:lnTo>
                  <a:lnTo>
                    <a:pt x="1948" y="2777"/>
                  </a:lnTo>
                  <a:lnTo>
                    <a:pt x="1948" y="1331"/>
                  </a:lnTo>
                  <a:cubicBezTo>
                    <a:pt x="2037" y="1361"/>
                    <a:pt x="2155" y="1420"/>
                    <a:pt x="2243" y="1479"/>
                  </a:cubicBezTo>
                  <a:cubicBezTo>
                    <a:pt x="2310" y="1532"/>
                    <a:pt x="2383" y="1555"/>
                    <a:pt x="2453" y="1555"/>
                  </a:cubicBezTo>
                  <a:cubicBezTo>
                    <a:pt x="2695" y="1555"/>
                    <a:pt x="2912" y="1281"/>
                    <a:pt x="2775" y="1007"/>
                  </a:cubicBezTo>
                  <a:cubicBezTo>
                    <a:pt x="2539" y="800"/>
                    <a:pt x="2243" y="653"/>
                    <a:pt x="1948" y="594"/>
                  </a:cubicBezTo>
                  <a:lnTo>
                    <a:pt x="1948" y="357"/>
                  </a:lnTo>
                  <a:cubicBezTo>
                    <a:pt x="1948" y="180"/>
                    <a:pt x="1830" y="33"/>
                    <a:pt x="1653" y="3"/>
                  </a:cubicBezTo>
                  <a:cubicBezTo>
                    <a:pt x="1636" y="1"/>
                    <a:pt x="1619" y="0"/>
                    <a:pt x="16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4"/>
            <p:cNvSpPr/>
            <p:nvPr/>
          </p:nvSpPr>
          <p:spPr>
            <a:xfrm>
              <a:off x="1504454" y="2877125"/>
              <a:ext cx="223018" cy="179041"/>
            </a:xfrm>
            <a:custGeom>
              <a:avLst/>
              <a:gdLst/>
              <a:ahLst/>
              <a:cxnLst/>
              <a:rect l="l" t="t" r="r" b="b"/>
              <a:pathLst>
                <a:path w="8263" h="6633" extrusionOk="0">
                  <a:moveTo>
                    <a:pt x="6596" y="1"/>
                  </a:moveTo>
                  <a:cubicBezTo>
                    <a:pt x="6507" y="1"/>
                    <a:pt x="6419" y="38"/>
                    <a:pt x="6345" y="111"/>
                  </a:cubicBezTo>
                  <a:lnTo>
                    <a:pt x="4840" y="1292"/>
                  </a:lnTo>
                  <a:cubicBezTo>
                    <a:pt x="4722" y="1380"/>
                    <a:pt x="4692" y="1528"/>
                    <a:pt x="4722" y="1675"/>
                  </a:cubicBezTo>
                  <a:cubicBezTo>
                    <a:pt x="4742" y="1897"/>
                    <a:pt x="4928" y="2036"/>
                    <a:pt x="5128" y="2036"/>
                  </a:cubicBezTo>
                  <a:cubicBezTo>
                    <a:pt x="5221" y="2036"/>
                    <a:pt x="5317" y="2006"/>
                    <a:pt x="5401" y="1941"/>
                  </a:cubicBezTo>
                  <a:lnTo>
                    <a:pt x="6050" y="1410"/>
                  </a:lnTo>
                  <a:lnTo>
                    <a:pt x="6050" y="1410"/>
                  </a:lnTo>
                  <a:cubicBezTo>
                    <a:pt x="5578" y="3947"/>
                    <a:pt x="3394" y="5777"/>
                    <a:pt x="827" y="5777"/>
                  </a:cubicBezTo>
                  <a:lnTo>
                    <a:pt x="502" y="5777"/>
                  </a:lnTo>
                  <a:cubicBezTo>
                    <a:pt x="355" y="5777"/>
                    <a:pt x="237" y="5865"/>
                    <a:pt x="148" y="5983"/>
                  </a:cubicBezTo>
                  <a:cubicBezTo>
                    <a:pt x="1" y="6278"/>
                    <a:pt x="207" y="6632"/>
                    <a:pt x="532" y="6632"/>
                  </a:cubicBezTo>
                  <a:lnTo>
                    <a:pt x="827" y="6632"/>
                  </a:lnTo>
                  <a:cubicBezTo>
                    <a:pt x="3866" y="6632"/>
                    <a:pt x="6463" y="4419"/>
                    <a:pt x="6935" y="1410"/>
                  </a:cubicBezTo>
                  <a:lnTo>
                    <a:pt x="7437" y="1941"/>
                  </a:lnTo>
                  <a:cubicBezTo>
                    <a:pt x="7525" y="2007"/>
                    <a:pt x="7630" y="2040"/>
                    <a:pt x="7740" y="2040"/>
                  </a:cubicBezTo>
                  <a:cubicBezTo>
                    <a:pt x="7776" y="2040"/>
                    <a:pt x="7813" y="2037"/>
                    <a:pt x="7850" y="2029"/>
                  </a:cubicBezTo>
                  <a:cubicBezTo>
                    <a:pt x="8174" y="1941"/>
                    <a:pt x="8263" y="1528"/>
                    <a:pt x="8027" y="1292"/>
                  </a:cubicBezTo>
                  <a:lnTo>
                    <a:pt x="6847" y="111"/>
                  </a:lnTo>
                  <a:cubicBezTo>
                    <a:pt x="6773" y="38"/>
                    <a:pt x="6684" y="1"/>
                    <a:pt x="6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1" name="Google Shape;3721;p74"/>
          <p:cNvGrpSpPr/>
          <p:nvPr/>
        </p:nvGrpSpPr>
        <p:grpSpPr>
          <a:xfrm>
            <a:off x="3361690" y="2877719"/>
            <a:ext cx="398210" cy="398274"/>
            <a:chOff x="3361690" y="2877719"/>
            <a:chExt cx="398210" cy="398274"/>
          </a:xfrm>
        </p:grpSpPr>
        <p:sp>
          <p:nvSpPr>
            <p:cNvPr id="3722" name="Google Shape;3722;p74"/>
            <p:cNvSpPr/>
            <p:nvPr/>
          </p:nvSpPr>
          <p:spPr>
            <a:xfrm>
              <a:off x="3361690" y="2877719"/>
              <a:ext cx="398210" cy="398274"/>
            </a:xfrm>
            <a:custGeom>
              <a:avLst/>
              <a:gdLst/>
              <a:ahLst/>
              <a:cxnLst/>
              <a:rect l="l" t="t" r="r" b="b"/>
              <a:pathLst>
                <a:path w="14754" h="14755" extrusionOk="0">
                  <a:moveTo>
                    <a:pt x="13898" y="857"/>
                  </a:moveTo>
                  <a:lnTo>
                    <a:pt x="13898" y="2273"/>
                  </a:lnTo>
                  <a:lnTo>
                    <a:pt x="13810" y="2184"/>
                  </a:lnTo>
                  <a:cubicBezTo>
                    <a:pt x="13721" y="2096"/>
                    <a:pt x="13610" y="2052"/>
                    <a:pt x="13500" y="2052"/>
                  </a:cubicBezTo>
                  <a:cubicBezTo>
                    <a:pt x="13389" y="2052"/>
                    <a:pt x="13278" y="2096"/>
                    <a:pt x="13190" y="2184"/>
                  </a:cubicBezTo>
                  <a:lnTo>
                    <a:pt x="10888" y="4486"/>
                  </a:lnTo>
                  <a:cubicBezTo>
                    <a:pt x="10741" y="4633"/>
                    <a:pt x="10711" y="4870"/>
                    <a:pt x="10829" y="5047"/>
                  </a:cubicBezTo>
                  <a:cubicBezTo>
                    <a:pt x="11154" y="5489"/>
                    <a:pt x="11390" y="6020"/>
                    <a:pt x="11479" y="6610"/>
                  </a:cubicBezTo>
                  <a:cubicBezTo>
                    <a:pt x="11538" y="6788"/>
                    <a:pt x="11715" y="6935"/>
                    <a:pt x="11921" y="6935"/>
                  </a:cubicBezTo>
                  <a:lnTo>
                    <a:pt x="12423" y="6935"/>
                  </a:lnTo>
                  <a:lnTo>
                    <a:pt x="12423" y="7820"/>
                  </a:lnTo>
                  <a:lnTo>
                    <a:pt x="11921" y="7820"/>
                  </a:lnTo>
                  <a:cubicBezTo>
                    <a:pt x="11715" y="7820"/>
                    <a:pt x="11538" y="7968"/>
                    <a:pt x="11479" y="8174"/>
                  </a:cubicBezTo>
                  <a:cubicBezTo>
                    <a:pt x="11390" y="8735"/>
                    <a:pt x="11154" y="9266"/>
                    <a:pt x="10829" y="9738"/>
                  </a:cubicBezTo>
                  <a:cubicBezTo>
                    <a:pt x="10711" y="9886"/>
                    <a:pt x="10741" y="10122"/>
                    <a:pt x="10888" y="10269"/>
                  </a:cubicBezTo>
                  <a:lnTo>
                    <a:pt x="11272" y="10653"/>
                  </a:lnTo>
                  <a:lnTo>
                    <a:pt x="10652" y="11273"/>
                  </a:lnTo>
                  <a:lnTo>
                    <a:pt x="10298" y="10889"/>
                  </a:lnTo>
                  <a:cubicBezTo>
                    <a:pt x="10212" y="10803"/>
                    <a:pt x="10096" y="10757"/>
                    <a:pt x="9979" y="10757"/>
                  </a:cubicBezTo>
                  <a:cubicBezTo>
                    <a:pt x="9896" y="10757"/>
                    <a:pt x="9812" y="10781"/>
                    <a:pt x="9738" y="10830"/>
                  </a:cubicBezTo>
                  <a:cubicBezTo>
                    <a:pt x="9265" y="11155"/>
                    <a:pt x="8734" y="11391"/>
                    <a:pt x="8174" y="11479"/>
                  </a:cubicBezTo>
                  <a:cubicBezTo>
                    <a:pt x="7967" y="11509"/>
                    <a:pt x="7820" y="11715"/>
                    <a:pt x="7820" y="11922"/>
                  </a:cubicBezTo>
                  <a:lnTo>
                    <a:pt x="7820" y="12423"/>
                  </a:lnTo>
                  <a:lnTo>
                    <a:pt x="6964" y="12423"/>
                  </a:lnTo>
                  <a:lnTo>
                    <a:pt x="6964" y="11922"/>
                  </a:lnTo>
                  <a:cubicBezTo>
                    <a:pt x="6964" y="11686"/>
                    <a:pt x="6787" y="11509"/>
                    <a:pt x="6580" y="11479"/>
                  </a:cubicBezTo>
                  <a:cubicBezTo>
                    <a:pt x="6020" y="11391"/>
                    <a:pt x="5489" y="11155"/>
                    <a:pt x="5016" y="10830"/>
                  </a:cubicBezTo>
                  <a:cubicBezTo>
                    <a:pt x="4955" y="10781"/>
                    <a:pt x="4878" y="10757"/>
                    <a:pt x="4798" y="10757"/>
                  </a:cubicBezTo>
                  <a:cubicBezTo>
                    <a:pt x="4687" y="10757"/>
                    <a:pt x="4571" y="10803"/>
                    <a:pt x="4485" y="10889"/>
                  </a:cubicBezTo>
                  <a:lnTo>
                    <a:pt x="2184" y="13191"/>
                  </a:lnTo>
                  <a:cubicBezTo>
                    <a:pt x="2007" y="13368"/>
                    <a:pt x="2007" y="13633"/>
                    <a:pt x="2184" y="13810"/>
                  </a:cubicBezTo>
                  <a:lnTo>
                    <a:pt x="2272" y="13899"/>
                  </a:lnTo>
                  <a:lnTo>
                    <a:pt x="856" y="13899"/>
                  </a:lnTo>
                  <a:lnTo>
                    <a:pt x="856" y="12482"/>
                  </a:lnTo>
                  <a:lnTo>
                    <a:pt x="944" y="12571"/>
                  </a:lnTo>
                  <a:cubicBezTo>
                    <a:pt x="1033" y="12660"/>
                    <a:pt x="1144" y="12704"/>
                    <a:pt x="1254" y="12704"/>
                  </a:cubicBezTo>
                  <a:cubicBezTo>
                    <a:pt x="1365" y="12704"/>
                    <a:pt x="1476" y="12660"/>
                    <a:pt x="1564" y="12571"/>
                  </a:cubicBezTo>
                  <a:lnTo>
                    <a:pt x="3866" y="10269"/>
                  </a:lnTo>
                  <a:cubicBezTo>
                    <a:pt x="4013" y="10122"/>
                    <a:pt x="4043" y="9886"/>
                    <a:pt x="3925" y="9738"/>
                  </a:cubicBezTo>
                  <a:cubicBezTo>
                    <a:pt x="3600" y="9266"/>
                    <a:pt x="3364" y="8735"/>
                    <a:pt x="3275" y="8174"/>
                  </a:cubicBezTo>
                  <a:cubicBezTo>
                    <a:pt x="3246" y="7968"/>
                    <a:pt x="3069" y="7820"/>
                    <a:pt x="2862" y="7820"/>
                  </a:cubicBezTo>
                  <a:lnTo>
                    <a:pt x="2331" y="7820"/>
                  </a:lnTo>
                  <a:lnTo>
                    <a:pt x="2331" y="6935"/>
                  </a:lnTo>
                  <a:lnTo>
                    <a:pt x="2862" y="6935"/>
                  </a:lnTo>
                  <a:cubicBezTo>
                    <a:pt x="3039" y="6935"/>
                    <a:pt x="3246" y="6788"/>
                    <a:pt x="3275" y="6610"/>
                  </a:cubicBezTo>
                  <a:cubicBezTo>
                    <a:pt x="3364" y="6050"/>
                    <a:pt x="3600" y="5519"/>
                    <a:pt x="3925" y="5047"/>
                  </a:cubicBezTo>
                  <a:cubicBezTo>
                    <a:pt x="4043" y="4870"/>
                    <a:pt x="4013" y="4633"/>
                    <a:pt x="3866" y="4486"/>
                  </a:cubicBezTo>
                  <a:lnTo>
                    <a:pt x="3512" y="4102"/>
                  </a:lnTo>
                  <a:lnTo>
                    <a:pt x="4102" y="3512"/>
                  </a:lnTo>
                  <a:lnTo>
                    <a:pt x="4485" y="3866"/>
                  </a:lnTo>
                  <a:cubicBezTo>
                    <a:pt x="4571" y="3952"/>
                    <a:pt x="4677" y="3998"/>
                    <a:pt x="4786" y="3998"/>
                  </a:cubicBezTo>
                  <a:cubicBezTo>
                    <a:pt x="4863" y="3998"/>
                    <a:pt x="4943" y="3975"/>
                    <a:pt x="5016" y="3925"/>
                  </a:cubicBezTo>
                  <a:cubicBezTo>
                    <a:pt x="5489" y="3601"/>
                    <a:pt x="6020" y="3365"/>
                    <a:pt x="6580" y="3276"/>
                  </a:cubicBezTo>
                  <a:cubicBezTo>
                    <a:pt x="6787" y="3247"/>
                    <a:pt x="6934" y="3070"/>
                    <a:pt x="6934" y="2863"/>
                  </a:cubicBezTo>
                  <a:lnTo>
                    <a:pt x="6934" y="2332"/>
                  </a:lnTo>
                  <a:lnTo>
                    <a:pt x="7820" y="2332"/>
                  </a:lnTo>
                  <a:lnTo>
                    <a:pt x="7820" y="2863"/>
                  </a:lnTo>
                  <a:cubicBezTo>
                    <a:pt x="7790" y="3070"/>
                    <a:pt x="7938" y="3247"/>
                    <a:pt x="8144" y="3276"/>
                  </a:cubicBezTo>
                  <a:cubicBezTo>
                    <a:pt x="8705" y="3394"/>
                    <a:pt x="9236" y="3601"/>
                    <a:pt x="9708" y="3925"/>
                  </a:cubicBezTo>
                  <a:cubicBezTo>
                    <a:pt x="9782" y="3975"/>
                    <a:pt x="9866" y="3998"/>
                    <a:pt x="9950" y="3998"/>
                  </a:cubicBezTo>
                  <a:cubicBezTo>
                    <a:pt x="10067" y="3998"/>
                    <a:pt x="10183" y="3952"/>
                    <a:pt x="10269" y="3866"/>
                  </a:cubicBezTo>
                  <a:lnTo>
                    <a:pt x="12570" y="1565"/>
                  </a:lnTo>
                  <a:cubicBezTo>
                    <a:pt x="12747" y="1388"/>
                    <a:pt x="12747" y="1122"/>
                    <a:pt x="12570" y="945"/>
                  </a:cubicBezTo>
                  <a:lnTo>
                    <a:pt x="12482" y="857"/>
                  </a:lnTo>
                  <a:close/>
                  <a:moveTo>
                    <a:pt x="11449" y="1"/>
                  </a:moveTo>
                  <a:cubicBezTo>
                    <a:pt x="11065" y="1"/>
                    <a:pt x="10859" y="473"/>
                    <a:pt x="11154" y="739"/>
                  </a:cubicBezTo>
                  <a:lnTo>
                    <a:pt x="11656" y="1270"/>
                  </a:lnTo>
                  <a:lnTo>
                    <a:pt x="9915" y="3011"/>
                  </a:lnTo>
                  <a:cubicBezTo>
                    <a:pt x="9531" y="2775"/>
                    <a:pt x="9118" y="2627"/>
                    <a:pt x="8675" y="2509"/>
                  </a:cubicBezTo>
                  <a:lnTo>
                    <a:pt x="8675" y="1889"/>
                  </a:lnTo>
                  <a:cubicBezTo>
                    <a:pt x="8675" y="1653"/>
                    <a:pt x="8498" y="1476"/>
                    <a:pt x="8262" y="1476"/>
                  </a:cubicBezTo>
                  <a:lnTo>
                    <a:pt x="6521" y="1476"/>
                  </a:lnTo>
                  <a:cubicBezTo>
                    <a:pt x="6285" y="1476"/>
                    <a:pt x="6079" y="1653"/>
                    <a:pt x="6079" y="1889"/>
                  </a:cubicBezTo>
                  <a:lnTo>
                    <a:pt x="6079" y="2509"/>
                  </a:lnTo>
                  <a:cubicBezTo>
                    <a:pt x="5666" y="2627"/>
                    <a:pt x="5252" y="2775"/>
                    <a:pt x="4869" y="3011"/>
                  </a:cubicBezTo>
                  <a:lnTo>
                    <a:pt x="4426" y="2568"/>
                  </a:lnTo>
                  <a:cubicBezTo>
                    <a:pt x="4338" y="2494"/>
                    <a:pt x="4227" y="2457"/>
                    <a:pt x="4116" y="2457"/>
                  </a:cubicBezTo>
                  <a:cubicBezTo>
                    <a:pt x="4006" y="2457"/>
                    <a:pt x="3895" y="2494"/>
                    <a:pt x="3807" y="2568"/>
                  </a:cubicBezTo>
                  <a:lnTo>
                    <a:pt x="2597" y="3807"/>
                  </a:lnTo>
                  <a:cubicBezTo>
                    <a:pt x="2420" y="3984"/>
                    <a:pt x="2420" y="4250"/>
                    <a:pt x="2597" y="4427"/>
                  </a:cubicBezTo>
                  <a:lnTo>
                    <a:pt x="3010" y="4840"/>
                  </a:lnTo>
                  <a:cubicBezTo>
                    <a:pt x="2803" y="5224"/>
                    <a:pt x="2626" y="5637"/>
                    <a:pt x="2508" y="6079"/>
                  </a:cubicBezTo>
                  <a:lnTo>
                    <a:pt x="1918" y="6079"/>
                  </a:lnTo>
                  <a:cubicBezTo>
                    <a:pt x="1682" y="6079"/>
                    <a:pt x="1476" y="6256"/>
                    <a:pt x="1476" y="6492"/>
                  </a:cubicBezTo>
                  <a:lnTo>
                    <a:pt x="1476" y="8233"/>
                  </a:lnTo>
                  <a:cubicBezTo>
                    <a:pt x="1476" y="8469"/>
                    <a:pt x="1682" y="8676"/>
                    <a:pt x="1918" y="8676"/>
                  </a:cubicBezTo>
                  <a:lnTo>
                    <a:pt x="2508" y="8676"/>
                  </a:lnTo>
                  <a:cubicBezTo>
                    <a:pt x="2626" y="9089"/>
                    <a:pt x="2803" y="9502"/>
                    <a:pt x="3010" y="9886"/>
                  </a:cubicBezTo>
                  <a:lnTo>
                    <a:pt x="1269" y="11656"/>
                  </a:lnTo>
                  <a:lnTo>
                    <a:pt x="738" y="11125"/>
                  </a:lnTo>
                  <a:cubicBezTo>
                    <a:pt x="651" y="11038"/>
                    <a:pt x="541" y="10998"/>
                    <a:pt x="433" y="10998"/>
                  </a:cubicBezTo>
                  <a:cubicBezTo>
                    <a:pt x="213" y="10998"/>
                    <a:pt x="0" y="11163"/>
                    <a:pt x="0" y="11420"/>
                  </a:cubicBezTo>
                  <a:lnTo>
                    <a:pt x="0" y="14312"/>
                  </a:lnTo>
                  <a:cubicBezTo>
                    <a:pt x="0" y="14548"/>
                    <a:pt x="207" y="14755"/>
                    <a:pt x="443" y="14755"/>
                  </a:cubicBezTo>
                  <a:lnTo>
                    <a:pt x="3305" y="14755"/>
                  </a:lnTo>
                  <a:cubicBezTo>
                    <a:pt x="3718" y="14755"/>
                    <a:pt x="3895" y="14282"/>
                    <a:pt x="3630" y="14017"/>
                  </a:cubicBezTo>
                  <a:lnTo>
                    <a:pt x="3098" y="13486"/>
                  </a:lnTo>
                  <a:lnTo>
                    <a:pt x="4869" y="11715"/>
                  </a:lnTo>
                  <a:cubicBezTo>
                    <a:pt x="5252" y="11951"/>
                    <a:pt x="5666" y="12128"/>
                    <a:pt x="6079" y="12246"/>
                  </a:cubicBezTo>
                  <a:lnTo>
                    <a:pt x="6079" y="12837"/>
                  </a:lnTo>
                  <a:cubicBezTo>
                    <a:pt x="6079" y="13073"/>
                    <a:pt x="6285" y="13279"/>
                    <a:pt x="6521" y="13279"/>
                  </a:cubicBezTo>
                  <a:lnTo>
                    <a:pt x="8233" y="13279"/>
                  </a:lnTo>
                  <a:cubicBezTo>
                    <a:pt x="8498" y="13279"/>
                    <a:pt x="8675" y="13073"/>
                    <a:pt x="8675" y="12837"/>
                  </a:cubicBezTo>
                  <a:lnTo>
                    <a:pt x="8675" y="12246"/>
                  </a:lnTo>
                  <a:cubicBezTo>
                    <a:pt x="9118" y="12128"/>
                    <a:pt x="9531" y="11951"/>
                    <a:pt x="9915" y="11745"/>
                  </a:cubicBezTo>
                  <a:lnTo>
                    <a:pt x="10328" y="12158"/>
                  </a:lnTo>
                  <a:cubicBezTo>
                    <a:pt x="10416" y="12246"/>
                    <a:pt x="10527" y="12291"/>
                    <a:pt x="10638" y="12291"/>
                  </a:cubicBezTo>
                  <a:cubicBezTo>
                    <a:pt x="10748" y="12291"/>
                    <a:pt x="10859" y="12246"/>
                    <a:pt x="10947" y="12158"/>
                  </a:cubicBezTo>
                  <a:lnTo>
                    <a:pt x="12157" y="10948"/>
                  </a:lnTo>
                  <a:cubicBezTo>
                    <a:pt x="12334" y="10771"/>
                    <a:pt x="12334" y="10505"/>
                    <a:pt x="12157" y="10328"/>
                  </a:cubicBezTo>
                  <a:lnTo>
                    <a:pt x="11744" y="9915"/>
                  </a:lnTo>
                  <a:cubicBezTo>
                    <a:pt x="11980" y="9502"/>
                    <a:pt x="12157" y="9089"/>
                    <a:pt x="12246" y="8676"/>
                  </a:cubicBezTo>
                  <a:lnTo>
                    <a:pt x="12865" y="8676"/>
                  </a:lnTo>
                  <a:cubicBezTo>
                    <a:pt x="13101" y="8676"/>
                    <a:pt x="13278" y="8469"/>
                    <a:pt x="13278" y="8233"/>
                  </a:cubicBezTo>
                  <a:lnTo>
                    <a:pt x="13278" y="6522"/>
                  </a:lnTo>
                  <a:cubicBezTo>
                    <a:pt x="13278" y="6256"/>
                    <a:pt x="13101" y="6079"/>
                    <a:pt x="12865" y="6079"/>
                  </a:cubicBezTo>
                  <a:lnTo>
                    <a:pt x="12246" y="6079"/>
                  </a:lnTo>
                  <a:cubicBezTo>
                    <a:pt x="12128" y="5637"/>
                    <a:pt x="11980" y="5224"/>
                    <a:pt x="11744" y="4840"/>
                  </a:cubicBezTo>
                  <a:lnTo>
                    <a:pt x="13485" y="3099"/>
                  </a:lnTo>
                  <a:lnTo>
                    <a:pt x="14016" y="3630"/>
                  </a:lnTo>
                  <a:cubicBezTo>
                    <a:pt x="14099" y="3713"/>
                    <a:pt x="14202" y="3750"/>
                    <a:pt x="14304" y="3750"/>
                  </a:cubicBezTo>
                  <a:cubicBezTo>
                    <a:pt x="14530" y="3750"/>
                    <a:pt x="14754" y="3570"/>
                    <a:pt x="14754" y="3306"/>
                  </a:cubicBezTo>
                  <a:lnTo>
                    <a:pt x="14754" y="443"/>
                  </a:lnTo>
                  <a:cubicBezTo>
                    <a:pt x="14754" y="178"/>
                    <a:pt x="14577" y="1"/>
                    <a:pt x="14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4"/>
            <p:cNvSpPr/>
            <p:nvPr/>
          </p:nvSpPr>
          <p:spPr>
            <a:xfrm>
              <a:off x="3441310" y="2986850"/>
              <a:ext cx="209496" cy="179473"/>
            </a:xfrm>
            <a:custGeom>
              <a:avLst/>
              <a:gdLst/>
              <a:ahLst/>
              <a:cxnLst/>
              <a:rect l="l" t="t" r="r" b="b"/>
              <a:pathLst>
                <a:path w="7762" h="6649" extrusionOk="0">
                  <a:moveTo>
                    <a:pt x="4457" y="886"/>
                  </a:moveTo>
                  <a:cubicBezTo>
                    <a:pt x="4604" y="1063"/>
                    <a:pt x="4752" y="1299"/>
                    <a:pt x="4781" y="1564"/>
                  </a:cubicBezTo>
                  <a:cubicBezTo>
                    <a:pt x="4811" y="1682"/>
                    <a:pt x="4840" y="1771"/>
                    <a:pt x="4870" y="1889"/>
                  </a:cubicBezTo>
                  <a:lnTo>
                    <a:pt x="4014" y="1889"/>
                  </a:lnTo>
                  <a:cubicBezTo>
                    <a:pt x="4043" y="1771"/>
                    <a:pt x="4073" y="1682"/>
                    <a:pt x="4102" y="1564"/>
                  </a:cubicBezTo>
                  <a:cubicBezTo>
                    <a:pt x="4161" y="1299"/>
                    <a:pt x="4279" y="1092"/>
                    <a:pt x="4457" y="886"/>
                  </a:cubicBezTo>
                  <a:close/>
                  <a:moveTo>
                    <a:pt x="3300" y="1169"/>
                  </a:moveTo>
                  <a:cubicBezTo>
                    <a:pt x="3215" y="1430"/>
                    <a:pt x="3157" y="1718"/>
                    <a:pt x="3099" y="2007"/>
                  </a:cubicBezTo>
                  <a:cubicBezTo>
                    <a:pt x="2804" y="2036"/>
                    <a:pt x="2539" y="2125"/>
                    <a:pt x="2243" y="2213"/>
                  </a:cubicBezTo>
                  <a:cubicBezTo>
                    <a:pt x="2474" y="1782"/>
                    <a:pt x="2844" y="1407"/>
                    <a:pt x="3300" y="1169"/>
                  </a:cubicBezTo>
                  <a:close/>
                  <a:moveTo>
                    <a:pt x="5548" y="1151"/>
                  </a:moveTo>
                  <a:cubicBezTo>
                    <a:pt x="5991" y="1387"/>
                    <a:pt x="6375" y="1771"/>
                    <a:pt x="6611" y="2213"/>
                  </a:cubicBezTo>
                  <a:cubicBezTo>
                    <a:pt x="6345" y="2125"/>
                    <a:pt x="6050" y="2036"/>
                    <a:pt x="5755" y="2007"/>
                  </a:cubicBezTo>
                  <a:cubicBezTo>
                    <a:pt x="5725" y="1712"/>
                    <a:pt x="5637" y="1417"/>
                    <a:pt x="5548" y="1151"/>
                  </a:cubicBezTo>
                  <a:close/>
                  <a:moveTo>
                    <a:pt x="3011" y="2892"/>
                  </a:moveTo>
                  <a:lnTo>
                    <a:pt x="3011" y="3335"/>
                  </a:lnTo>
                  <a:lnTo>
                    <a:pt x="3011" y="3777"/>
                  </a:lnTo>
                  <a:lnTo>
                    <a:pt x="2686" y="3689"/>
                  </a:lnTo>
                  <a:cubicBezTo>
                    <a:pt x="2421" y="3630"/>
                    <a:pt x="2184" y="3512"/>
                    <a:pt x="2007" y="3335"/>
                  </a:cubicBezTo>
                  <a:cubicBezTo>
                    <a:pt x="2184" y="3158"/>
                    <a:pt x="2421" y="3040"/>
                    <a:pt x="2686" y="2981"/>
                  </a:cubicBezTo>
                  <a:cubicBezTo>
                    <a:pt x="2775" y="2951"/>
                    <a:pt x="2893" y="2922"/>
                    <a:pt x="3011" y="2892"/>
                  </a:cubicBezTo>
                  <a:close/>
                  <a:moveTo>
                    <a:pt x="5873" y="2892"/>
                  </a:moveTo>
                  <a:cubicBezTo>
                    <a:pt x="5991" y="2922"/>
                    <a:pt x="6109" y="2951"/>
                    <a:pt x="6227" y="2981"/>
                  </a:cubicBezTo>
                  <a:cubicBezTo>
                    <a:pt x="6463" y="3040"/>
                    <a:pt x="6699" y="3158"/>
                    <a:pt x="6876" y="3335"/>
                  </a:cubicBezTo>
                  <a:cubicBezTo>
                    <a:pt x="6699" y="3512"/>
                    <a:pt x="6463" y="3630"/>
                    <a:pt x="6227" y="3689"/>
                  </a:cubicBezTo>
                  <a:lnTo>
                    <a:pt x="5873" y="3777"/>
                  </a:lnTo>
                  <a:lnTo>
                    <a:pt x="5873" y="3335"/>
                  </a:lnTo>
                  <a:lnTo>
                    <a:pt x="5873" y="2892"/>
                  </a:lnTo>
                  <a:close/>
                  <a:moveTo>
                    <a:pt x="4457" y="2745"/>
                  </a:moveTo>
                  <a:cubicBezTo>
                    <a:pt x="4634" y="2745"/>
                    <a:pt x="4811" y="2745"/>
                    <a:pt x="4988" y="2774"/>
                  </a:cubicBezTo>
                  <a:cubicBezTo>
                    <a:pt x="4988" y="2951"/>
                    <a:pt x="5017" y="3128"/>
                    <a:pt x="5017" y="3335"/>
                  </a:cubicBezTo>
                  <a:cubicBezTo>
                    <a:pt x="5017" y="3512"/>
                    <a:pt x="5017" y="3689"/>
                    <a:pt x="4988" y="3895"/>
                  </a:cubicBezTo>
                  <a:lnTo>
                    <a:pt x="3896" y="3895"/>
                  </a:lnTo>
                  <a:cubicBezTo>
                    <a:pt x="3866" y="3689"/>
                    <a:pt x="3866" y="3512"/>
                    <a:pt x="3866" y="3335"/>
                  </a:cubicBezTo>
                  <a:cubicBezTo>
                    <a:pt x="3866" y="3128"/>
                    <a:pt x="3866" y="2951"/>
                    <a:pt x="3896" y="2774"/>
                  </a:cubicBezTo>
                  <a:cubicBezTo>
                    <a:pt x="4073" y="2745"/>
                    <a:pt x="4250" y="2745"/>
                    <a:pt x="4457" y="2745"/>
                  </a:cubicBezTo>
                  <a:close/>
                  <a:moveTo>
                    <a:pt x="2243" y="4426"/>
                  </a:moveTo>
                  <a:lnTo>
                    <a:pt x="2243" y="4426"/>
                  </a:lnTo>
                  <a:cubicBezTo>
                    <a:pt x="2539" y="4544"/>
                    <a:pt x="2804" y="4604"/>
                    <a:pt x="3099" y="4663"/>
                  </a:cubicBezTo>
                  <a:cubicBezTo>
                    <a:pt x="3158" y="4928"/>
                    <a:pt x="3217" y="5223"/>
                    <a:pt x="3306" y="5489"/>
                  </a:cubicBezTo>
                  <a:cubicBezTo>
                    <a:pt x="2863" y="5253"/>
                    <a:pt x="2480" y="4899"/>
                    <a:pt x="2243" y="4426"/>
                  </a:cubicBezTo>
                  <a:close/>
                  <a:moveTo>
                    <a:pt x="6640" y="4456"/>
                  </a:moveTo>
                  <a:cubicBezTo>
                    <a:pt x="6404" y="4899"/>
                    <a:pt x="6020" y="5282"/>
                    <a:pt x="5578" y="5518"/>
                  </a:cubicBezTo>
                  <a:cubicBezTo>
                    <a:pt x="5666" y="5223"/>
                    <a:pt x="5725" y="4958"/>
                    <a:pt x="5784" y="4663"/>
                  </a:cubicBezTo>
                  <a:cubicBezTo>
                    <a:pt x="6079" y="4604"/>
                    <a:pt x="6345" y="4544"/>
                    <a:pt x="6640" y="4456"/>
                  </a:cubicBezTo>
                  <a:close/>
                  <a:moveTo>
                    <a:pt x="4870" y="4751"/>
                  </a:moveTo>
                  <a:cubicBezTo>
                    <a:pt x="4840" y="4869"/>
                    <a:pt x="4811" y="4987"/>
                    <a:pt x="4781" y="5105"/>
                  </a:cubicBezTo>
                  <a:cubicBezTo>
                    <a:pt x="4752" y="5341"/>
                    <a:pt x="4634" y="5577"/>
                    <a:pt x="4457" y="5784"/>
                  </a:cubicBezTo>
                  <a:lnTo>
                    <a:pt x="4457" y="5754"/>
                  </a:lnTo>
                  <a:cubicBezTo>
                    <a:pt x="4279" y="5577"/>
                    <a:pt x="4161" y="5341"/>
                    <a:pt x="4102" y="5105"/>
                  </a:cubicBezTo>
                  <a:cubicBezTo>
                    <a:pt x="4073" y="4987"/>
                    <a:pt x="4043" y="4869"/>
                    <a:pt x="4014" y="4751"/>
                  </a:cubicBezTo>
                  <a:close/>
                  <a:moveTo>
                    <a:pt x="4457" y="0"/>
                  </a:moveTo>
                  <a:cubicBezTo>
                    <a:pt x="1476" y="0"/>
                    <a:pt x="1" y="3600"/>
                    <a:pt x="2096" y="5666"/>
                  </a:cubicBezTo>
                  <a:cubicBezTo>
                    <a:pt x="2775" y="6345"/>
                    <a:pt x="3610" y="6649"/>
                    <a:pt x="4427" y="6649"/>
                  </a:cubicBezTo>
                  <a:cubicBezTo>
                    <a:pt x="6131" y="6649"/>
                    <a:pt x="7761" y="5329"/>
                    <a:pt x="7761" y="3335"/>
                  </a:cubicBezTo>
                  <a:cubicBezTo>
                    <a:pt x="7761" y="1505"/>
                    <a:pt x="6286" y="0"/>
                    <a:pt x="44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4" name="Google Shape;3724;p74"/>
          <p:cNvGrpSpPr/>
          <p:nvPr/>
        </p:nvGrpSpPr>
        <p:grpSpPr>
          <a:xfrm>
            <a:off x="4722741" y="2878853"/>
            <a:ext cx="396645" cy="397141"/>
            <a:chOff x="4722741" y="2878853"/>
            <a:chExt cx="396645" cy="397141"/>
          </a:xfrm>
        </p:grpSpPr>
        <p:sp>
          <p:nvSpPr>
            <p:cNvPr id="3725" name="Google Shape;3725;p74"/>
            <p:cNvSpPr/>
            <p:nvPr/>
          </p:nvSpPr>
          <p:spPr>
            <a:xfrm>
              <a:off x="4722741" y="2956969"/>
              <a:ext cx="396645" cy="319024"/>
            </a:xfrm>
            <a:custGeom>
              <a:avLst/>
              <a:gdLst/>
              <a:ahLst/>
              <a:cxnLst/>
              <a:rect l="l" t="t" r="r" b="b"/>
              <a:pathLst>
                <a:path w="14696" h="11819" extrusionOk="0">
                  <a:moveTo>
                    <a:pt x="12571" y="871"/>
                  </a:moveTo>
                  <a:cubicBezTo>
                    <a:pt x="12866" y="871"/>
                    <a:pt x="13131" y="1107"/>
                    <a:pt x="13131" y="1432"/>
                  </a:cubicBezTo>
                  <a:cubicBezTo>
                    <a:pt x="13131" y="1609"/>
                    <a:pt x="13072" y="1757"/>
                    <a:pt x="12954" y="1875"/>
                  </a:cubicBezTo>
                  <a:cubicBezTo>
                    <a:pt x="12748" y="1550"/>
                    <a:pt x="12452" y="1284"/>
                    <a:pt x="12098" y="1107"/>
                  </a:cubicBezTo>
                  <a:cubicBezTo>
                    <a:pt x="12216" y="960"/>
                    <a:pt x="12364" y="871"/>
                    <a:pt x="12541" y="871"/>
                  </a:cubicBezTo>
                  <a:close/>
                  <a:moveTo>
                    <a:pt x="3630" y="1727"/>
                  </a:moveTo>
                  <a:cubicBezTo>
                    <a:pt x="4161" y="1727"/>
                    <a:pt x="4663" y="2081"/>
                    <a:pt x="4840" y="2583"/>
                  </a:cubicBezTo>
                  <a:lnTo>
                    <a:pt x="1889" y="2583"/>
                  </a:lnTo>
                  <a:cubicBezTo>
                    <a:pt x="1358" y="2553"/>
                    <a:pt x="1358" y="1786"/>
                    <a:pt x="1889" y="1727"/>
                  </a:cubicBezTo>
                  <a:close/>
                  <a:moveTo>
                    <a:pt x="11538" y="1816"/>
                  </a:moveTo>
                  <a:cubicBezTo>
                    <a:pt x="11921" y="1934"/>
                    <a:pt x="12187" y="2229"/>
                    <a:pt x="12305" y="2583"/>
                  </a:cubicBezTo>
                  <a:lnTo>
                    <a:pt x="11951" y="2583"/>
                  </a:lnTo>
                  <a:cubicBezTo>
                    <a:pt x="11715" y="2583"/>
                    <a:pt x="11508" y="2406"/>
                    <a:pt x="11508" y="2170"/>
                  </a:cubicBezTo>
                  <a:lnTo>
                    <a:pt x="11538" y="1816"/>
                  </a:lnTo>
                  <a:close/>
                  <a:moveTo>
                    <a:pt x="10682" y="1816"/>
                  </a:moveTo>
                  <a:lnTo>
                    <a:pt x="10682" y="2170"/>
                  </a:lnTo>
                  <a:cubicBezTo>
                    <a:pt x="10682" y="2406"/>
                    <a:pt x="10505" y="2612"/>
                    <a:pt x="10269" y="2612"/>
                  </a:cubicBezTo>
                  <a:lnTo>
                    <a:pt x="9885" y="2612"/>
                  </a:lnTo>
                  <a:cubicBezTo>
                    <a:pt x="10003" y="2229"/>
                    <a:pt x="10298" y="1934"/>
                    <a:pt x="10682" y="1816"/>
                  </a:cubicBezTo>
                  <a:close/>
                  <a:moveTo>
                    <a:pt x="4928" y="3468"/>
                  </a:moveTo>
                  <a:lnTo>
                    <a:pt x="4928" y="4206"/>
                  </a:lnTo>
                  <a:cubicBezTo>
                    <a:pt x="4987" y="4973"/>
                    <a:pt x="4397" y="5622"/>
                    <a:pt x="3630" y="5622"/>
                  </a:cubicBezTo>
                  <a:cubicBezTo>
                    <a:pt x="2863" y="5622"/>
                    <a:pt x="2243" y="4973"/>
                    <a:pt x="2331" y="4206"/>
                  </a:cubicBezTo>
                  <a:lnTo>
                    <a:pt x="2331" y="3468"/>
                  </a:lnTo>
                  <a:close/>
                  <a:moveTo>
                    <a:pt x="11110" y="3136"/>
                  </a:moveTo>
                  <a:cubicBezTo>
                    <a:pt x="11420" y="3136"/>
                    <a:pt x="11730" y="3247"/>
                    <a:pt x="11980" y="3468"/>
                  </a:cubicBezTo>
                  <a:lnTo>
                    <a:pt x="12423" y="3468"/>
                  </a:lnTo>
                  <a:lnTo>
                    <a:pt x="12423" y="4206"/>
                  </a:lnTo>
                  <a:cubicBezTo>
                    <a:pt x="12512" y="4973"/>
                    <a:pt x="11892" y="5622"/>
                    <a:pt x="11125" y="5622"/>
                  </a:cubicBezTo>
                  <a:cubicBezTo>
                    <a:pt x="10357" y="5622"/>
                    <a:pt x="9738" y="4973"/>
                    <a:pt x="9826" y="4206"/>
                  </a:cubicBezTo>
                  <a:lnTo>
                    <a:pt x="9826" y="3468"/>
                  </a:lnTo>
                  <a:lnTo>
                    <a:pt x="10239" y="3468"/>
                  </a:lnTo>
                  <a:cubicBezTo>
                    <a:pt x="10490" y="3247"/>
                    <a:pt x="10800" y="3136"/>
                    <a:pt x="11110" y="3136"/>
                  </a:cubicBezTo>
                  <a:close/>
                  <a:moveTo>
                    <a:pt x="7377" y="6920"/>
                  </a:moveTo>
                  <a:cubicBezTo>
                    <a:pt x="8026" y="6920"/>
                    <a:pt x="8321" y="7688"/>
                    <a:pt x="7879" y="8130"/>
                  </a:cubicBezTo>
                  <a:cubicBezTo>
                    <a:pt x="7734" y="8285"/>
                    <a:pt x="7550" y="8354"/>
                    <a:pt x="7369" y="8354"/>
                  </a:cubicBezTo>
                  <a:cubicBezTo>
                    <a:pt x="6999" y="8354"/>
                    <a:pt x="6640" y="8065"/>
                    <a:pt x="6640" y="7628"/>
                  </a:cubicBezTo>
                  <a:cubicBezTo>
                    <a:pt x="6669" y="7245"/>
                    <a:pt x="6964" y="6920"/>
                    <a:pt x="7377" y="6920"/>
                  </a:cubicBezTo>
                  <a:close/>
                  <a:moveTo>
                    <a:pt x="3651" y="6330"/>
                  </a:moveTo>
                  <a:cubicBezTo>
                    <a:pt x="4440" y="6330"/>
                    <a:pt x="5239" y="6667"/>
                    <a:pt x="5813" y="7422"/>
                  </a:cubicBezTo>
                  <a:cubicBezTo>
                    <a:pt x="5784" y="7510"/>
                    <a:pt x="5784" y="7569"/>
                    <a:pt x="5813" y="7658"/>
                  </a:cubicBezTo>
                  <a:cubicBezTo>
                    <a:pt x="5784" y="8012"/>
                    <a:pt x="5931" y="8396"/>
                    <a:pt x="6167" y="8691"/>
                  </a:cubicBezTo>
                  <a:cubicBezTo>
                    <a:pt x="5607" y="8986"/>
                    <a:pt x="5223" y="9487"/>
                    <a:pt x="5017" y="10107"/>
                  </a:cubicBezTo>
                  <a:lnTo>
                    <a:pt x="886" y="10107"/>
                  </a:lnTo>
                  <a:lnTo>
                    <a:pt x="886" y="9074"/>
                  </a:lnTo>
                  <a:cubicBezTo>
                    <a:pt x="886" y="7394"/>
                    <a:pt x="2250" y="6330"/>
                    <a:pt x="3651" y="6330"/>
                  </a:cubicBezTo>
                  <a:close/>
                  <a:moveTo>
                    <a:pt x="11071" y="6350"/>
                  </a:moveTo>
                  <a:cubicBezTo>
                    <a:pt x="12468" y="6350"/>
                    <a:pt x="13839" y="7409"/>
                    <a:pt x="13839" y="9074"/>
                  </a:cubicBezTo>
                  <a:lnTo>
                    <a:pt x="13839" y="10107"/>
                  </a:lnTo>
                  <a:lnTo>
                    <a:pt x="9708" y="10107"/>
                  </a:lnTo>
                  <a:cubicBezTo>
                    <a:pt x="9531" y="9487"/>
                    <a:pt x="9118" y="8986"/>
                    <a:pt x="8558" y="8691"/>
                  </a:cubicBezTo>
                  <a:cubicBezTo>
                    <a:pt x="8794" y="8396"/>
                    <a:pt x="8941" y="8012"/>
                    <a:pt x="8941" y="7658"/>
                  </a:cubicBezTo>
                  <a:cubicBezTo>
                    <a:pt x="8941" y="7569"/>
                    <a:pt x="8941" y="7510"/>
                    <a:pt x="8941" y="7422"/>
                  </a:cubicBezTo>
                  <a:cubicBezTo>
                    <a:pt x="9502" y="6681"/>
                    <a:pt x="10290" y="6350"/>
                    <a:pt x="11071" y="6350"/>
                  </a:cubicBezTo>
                  <a:close/>
                  <a:moveTo>
                    <a:pt x="7362" y="9310"/>
                  </a:moveTo>
                  <a:cubicBezTo>
                    <a:pt x="8130" y="9310"/>
                    <a:pt x="8897" y="9812"/>
                    <a:pt x="8941" y="10815"/>
                  </a:cubicBezTo>
                  <a:lnTo>
                    <a:pt x="8941" y="10963"/>
                  </a:lnTo>
                  <a:lnTo>
                    <a:pt x="5784" y="10963"/>
                  </a:lnTo>
                  <a:lnTo>
                    <a:pt x="5784" y="10815"/>
                  </a:lnTo>
                  <a:cubicBezTo>
                    <a:pt x="5828" y="9812"/>
                    <a:pt x="6595" y="9310"/>
                    <a:pt x="7362" y="9310"/>
                  </a:cubicBezTo>
                  <a:close/>
                  <a:moveTo>
                    <a:pt x="12555" y="0"/>
                  </a:moveTo>
                  <a:cubicBezTo>
                    <a:pt x="12013" y="0"/>
                    <a:pt x="11478" y="299"/>
                    <a:pt x="11243" y="842"/>
                  </a:cubicBezTo>
                  <a:lnTo>
                    <a:pt x="11095" y="842"/>
                  </a:lnTo>
                  <a:cubicBezTo>
                    <a:pt x="9915" y="871"/>
                    <a:pt x="8941" y="1816"/>
                    <a:pt x="8941" y="3025"/>
                  </a:cubicBezTo>
                  <a:lnTo>
                    <a:pt x="8941" y="4176"/>
                  </a:lnTo>
                  <a:cubicBezTo>
                    <a:pt x="8941" y="4766"/>
                    <a:pt x="9207" y="5356"/>
                    <a:pt x="9649" y="5770"/>
                  </a:cubicBezTo>
                  <a:cubicBezTo>
                    <a:pt x="9236" y="5947"/>
                    <a:pt x="8853" y="6212"/>
                    <a:pt x="8528" y="6566"/>
                  </a:cubicBezTo>
                  <a:cubicBezTo>
                    <a:pt x="8218" y="6212"/>
                    <a:pt x="7790" y="6035"/>
                    <a:pt x="7362" y="6035"/>
                  </a:cubicBezTo>
                  <a:cubicBezTo>
                    <a:pt x="6935" y="6035"/>
                    <a:pt x="6507" y="6212"/>
                    <a:pt x="6197" y="6566"/>
                  </a:cubicBezTo>
                  <a:cubicBezTo>
                    <a:pt x="5872" y="6212"/>
                    <a:pt x="5489" y="5947"/>
                    <a:pt x="5076" y="5770"/>
                  </a:cubicBezTo>
                  <a:cubicBezTo>
                    <a:pt x="5518" y="5356"/>
                    <a:pt x="5784" y="4766"/>
                    <a:pt x="5784" y="4176"/>
                  </a:cubicBezTo>
                  <a:lnTo>
                    <a:pt x="5784" y="3025"/>
                  </a:lnTo>
                  <a:cubicBezTo>
                    <a:pt x="5784" y="1816"/>
                    <a:pt x="4810" y="871"/>
                    <a:pt x="3630" y="842"/>
                  </a:cubicBezTo>
                  <a:lnTo>
                    <a:pt x="1889" y="842"/>
                  </a:lnTo>
                  <a:cubicBezTo>
                    <a:pt x="413" y="842"/>
                    <a:pt x="59" y="2907"/>
                    <a:pt x="1446" y="3379"/>
                  </a:cubicBezTo>
                  <a:lnTo>
                    <a:pt x="1446" y="4176"/>
                  </a:lnTo>
                  <a:cubicBezTo>
                    <a:pt x="1446" y="4766"/>
                    <a:pt x="1712" y="5356"/>
                    <a:pt x="2154" y="5770"/>
                  </a:cubicBezTo>
                  <a:cubicBezTo>
                    <a:pt x="856" y="6360"/>
                    <a:pt x="30" y="7628"/>
                    <a:pt x="0" y="9074"/>
                  </a:cubicBezTo>
                  <a:lnTo>
                    <a:pt x="0" y="10520"/>
                  </a:lnTo>
                  <a:cubicBezTo>
                    <a:pt x="0" y="10756"/>
                    <a:pt x="207" y="10933"/>
                    <a:pt x="443" y="10933"/>
                  </a:cubicBezTo>
                  <a:lnTo>
                    <a:pt x="4899" y="10933"/>
                  </a:lnTo>
                  <a:lnTo>
                    <a:pt x="4899" y="11376"/>
                  </a:lnTo>
                  <a:cubicBezTo>
                    <a:pt x="4899" y="11612"/>
                    <a:pt x="5105" y="11819"/>
                    <a:pt x="5341" y="11819"/>
                  </a:cubicBezTo>
                  <a:lnTo>
                    <a:pt x="9354" y="11819"/>
                  </a:lnTo>
                  <a:cubicBezTo>
                    <a:pt x="9620" y="11819"/>
                    <a:pt x="9797" y="11612"/>
                    <a:pt x="9797" y="11376"/>
                  </a:cubicBezTo>
                  <a:lnTo>
                    <a:pt x="9797" y="10933"/>
                  </a:lnTo>
                  <a:lnTo>
                    <a:pt x="14252" y="10933"/>
                  </a:lnTo>
                  <a:cubicBezTo>
                    <a:pt x="14268" y="10935"/>
                    <a:pt x="14283" y="10936"/>
                    <a:pt x="14298" y="10936"/>
                  </a:cubicBezTo>
                  <a:cubicBezTo>
                    <a:pt x="14514" y="10936"/>
                    <a:pt x="14695" y="10741"/>
                    <a:pt x="14695" y="10520"/>
                  </a:cubicBezTo>
                  <a:lnTo>
                    <a:pt x="14695" y="9074"/>
                  </a:lnTo>
                  <a:cubicBezTo>
                    <a:pt x="14695" y="7658"/>
                    <a:pt x="13839" y="6360"/>
                    <a:pt x="12541" y="5770"/>
                  </a:cubicBezTo>
                  <a:lnTo>
                    <a:pt x="12571" y="5770"/>
                  </a:lnTo>
                  <a:cubicBezTo>
                    <a:pt x="13013" y="5356"/>
                    <a:pt x="13279" y="4796"/>
                    <a:pt x="13279" y="4176"/>
                  </a:cubicBezTo>
                  <a:lnTo>
                    <a:pt x="13279" y="3025"/>
                  </a:lnTo>
                  <a:cubicBezTo>
                    <a:pt x="13279" y="2907"/>
                    <a:pt x="13249" y="2819"/>
                    <a:pt x="13249" y="2701"/>
                  </a:cubicBezTo>
                  <a:cubicBezTo>
                    <a:pt x="14105" y="2229"/>
                    <a:pt x="14252" y="1048"/>
                    <a:pt x="13515" y="370"/>
                  </a:cubicBezTo>
                  <a:cubicBezTo>
                    <a:pt x="13241" y="119"/>
                    <a:pt x="12897" y="0"/>
                    <a:pt x="125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4"/>
            <p:cNvSpPr/>
            <p:nvPr/>
          </p:nvSpPr>
          <p:spPr>
            <a:xfrm>
              <a:off x="4823117" y="2878853"/>
              <a:ext cx="197243" cy="145840"/>
            </a:xfrm>
            <a:custGeom>
              <a:avLst/>
              <a:gdLst/>
              <a:ahLst/>
              <a:cxnLst/>
              <a:rect l="l" t="t" r="r" b="b"/>
              <a:pathLst>
                <a:path w="7308" h="5403" extrusionOk="0">
                  <a:moveTo>
                    <a:pt x="4840" y="806"/>
                  </a:moveTo>
                  <a:cubicBezTo>
                    <a:pt x="5585" y="806"/>
                    <a:pt x="6218" y="1766"/>
                    <a:pt x="5517" y="2467"/>
                  </a:cubicBezTo>
                  <a:lnTo>
                    <a:pt x="3658" y="4355"/>
                  </a:lnTo>
                  <a:lnTo>
                    <a:pt x="1770" y="2467"/>
                  </a:lnTo>
                  <a:cubicBezTo>
                    <a:pt x="1386" y="2083"/>
                    <a:pt x="1386" y="1493"/>
                    <a:pt x="1770" y="1110"/>
                  </a:cubicBezTo>
                  <a:cubicBezTo>
                    <a:pt x="1962" y="918"/>
                    <a:pt x="2212" y="822"/>
                    <a:pt x="2463" y="822"/>
                  </a:cubicBezTo>
                  <a:cubicBezTo>
                    <a:pt x="2714" y="822"/>
                    <a:pt x="2965" y="918"/>
                    <a:pt x="3157" y="1110"/>
                  </a:cubicBezTo>
                  <a:lnTo>
                    <a:pt x="3334" y="1316"/>
                  </a:lnTo>
                  <a:cubicBezTo>
                    <a:pt x="3422" y="1390"/>
                    <a:pt x="3533" y="1427"/>
                    <a:pt x="3643" y="1427"/>
                  </a:cubicBezTo>
                  <a:cubicBezTo>
                    <a:pt x="3754" y="1427"/>
                    <a:pt x="3865" y="1390"/>
                    <a:pt x="3953" y="1316"/>
                  </a:cubicBezTo>
                  <a:lnTo>
                    <a:pt x="4160" y="1110"/>
                  </a:lnTo>
                  <a:cubicBezTo>
                    <a:pt x="4374" y="896"/>
                    <a:pt x="4612" y="806"/>
                    <a:pt x="4840" y="806"/>
                  </a:cubicBezTo>
                  <a:close/>
                  <a:moveTo>
                    <a:pt x="4758" y="0"/>
                  </a:moveTo>
                  <a:cubicBezTo>
                    <a:pt x="4389" y="0"/>
                    <a:pt x="4001" y="121"/>
                    <a:pt x="3629" y="401"/>
                  </a:cubicBezTo>
                  <a:cubicBezTo>
                    <a:pt x="3266" y="129"/>
                    <a:pt x="2886" y="12"/>
                    <a:pt x="2526" y="12"/>
                  </a:cubicBezTo>
                  <a:cubicBezTo>
                    <a:pt x="1126" y="12"/>
                    <a:pt x="1" y="1773"/>
                    <a:pt x="1150" y="3087"/>
                  </a:cubicBezTo>
                  <a:lnTo>
                    <a:pt x="3334" y="5270"/>
                  </a:lnTo>
                  <a:cubicBezTo>
                    <a:pt x="3422" y="5359"/>
                    <a:pt x="3533" y="5403"/>
                    <a:pt x="3643" y="5403"/>
                  </a:cubicBezTo>
                  <a:cubicBezTo>
                    <a:pt x="3754" y="5403"/>
                    <a:pt x="3865" y="5359"/>
                    <a:pt x="3953" y="5270"/>
                  </a:cubicBezTo>
                  <a:lnTo>
                    <a:pt x="6137" y="3087"/>
                  </a:lnTo>
                  <a:cubicBezTo>
                    <a:pt x="7307" y="1776"/>
                    <a:pt x="6175" y="0"/>
                    <a:pt x="4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7" name="Google Shape;3727;p74"/>
          <p:cNvGrpSpPr/>
          <p:nvPr/>
        </p:nvGrpSpPr>
        <p:grpSpPr>
          <a:xfrm>
            <a:off x="7377964" y="2873994"/>
            <a:ext cx="399020" cy="402809"/>
            <a:chOff x="7377964" y="2873994"/>
            <a:chExt cx="399020" cy="402809"/>
          </a:xfrm>
        </p:grpSpPr>
        <p:sp>
          <p:nvSpPr>
            <p:cNvPr id="3728" name="Google Shape;3728;p74"/>
            <p:cNvSpPr/>
            <p:nvPr/>
          </p:nvSpPr>
          <p:spPr>
            <a:xfrm>
              <a:off x="7589808" y="2957347"/>
              <a:ext cx="187176" cy="319456"/>
            </a:xfrm>
            <a:custGeom>
              <a:avLst/>
              <a:gdLst/>
              <a:ahLst/>
              <a:cxnLst/>
              <a:rect l="l" t="t" r="r" b="b"/>
              <a:pathLst>
                <a:path w="6935" h="11835" extrusionOk="0">
                  <a:moveTo>
                    <a:pt x="5931" y="887"/>
                  </a:moveTo>
                  <a:cubicBezTo>
                    <a:pt x="5990" y="887"/>
                    <a:pt x="6049" y="946"/>
                    <a:pt x="6049" y="1034"/>
                  </a:cubicBezTo>
                  <a:lnTo>
                    <a:pt x="6049" y="5401"/>
                  </a:lnTo>
                  <a:cubicBezTo>
                    <a:pt x="6049" y="6316"/>
                    <a:pt x="5636" y="7172"/>
                    <a:pt x="4928" y="7733"/>
                  </a:cubicBezTo>
                  <a:lnTo>
                    <a:pt x="4515" y="8028"/>
                  </a:lnTo>
                  <a:cubicBezTo>
                    <a:pt x="3836" y="8559"/>
                    <a:pt x="3453" y="9355"/>
                    <a:pt x="3453" y="10211"/>
                  </a:cubicBezTo>
                  <a:lnTo>
                    <a:pt x="3453" y="10949"/>
                  </a:lnTo>
                  <a:lnTo>
                    <a:pt x="885" y="10949"/>
                  </a:lnTo>
                  <a:lnTo>
                    <a:pt x="885" y="7526"/>
                  </a:lnTo>
                  <a:cubicBezTo>
                    <a:pt x="885" y="6847"/>
                    <a:pt x="1239" y="6228"/>
                    <a:pt x="1800" y="5903"/>
                  </a:cubicBezTo>
                  <a:lnTo>
                    <a:pt x="3157" y="5106"/>
                  </a:lnTo>
                  <a:cubicBezTo>
                    <a:pt x="3253" y="5049"/>
                    <a:pt x="3373" y="5017"/>
                    <a:pt x="3493" y="5017"/>
                  </a:cubicBezTo>
                  <a:cubicBezTo>
                    <a:pt x="3559" y="5017"/>
                    <a:pt x="3626" y="5026"/>
                    <a:pt x="3689" y="5047"/>
                  </a:cubicBezTo>
                  <a:cubicBezTo>
                    <a:pt x="3895" y="5106"/>
                    <a:pt x="4043" y="5224"/>
                    <a:pt x="4131" y="5372"/>
                  </a:cubicBezTo>
                  <a:cubicBezTo>
                    <a:pt x="4161" y="5431"/>
                    <a:pt x="4161" y="5460"/>
                    <a:pt x="4131" y="5490"/>
                  </a:cubicBezTo>
                  <a:cubicBezTo>
                    <a:pt x="4131" y="5519"/>
                    <a:pt x="4102" y="5549"/>
                    <a:pt x="4072" y="5578"/>
                  </a:cubicBezTo>
                  <a:lnTo>
                    <a:pt x="2803" y="6316"/>
                  </a:lnTo>
                  <a:cubicBezTo>
                    <a:pt x="2425" y="6468"/>
                    <a:pt x="2737" y="7115"/>
                    <a:pt x="3075" y="7115"/>
                  </a:cubicBezTo>
                  <a:cubicBezTo>
                    <a:pt x="3132" y="7115"/>
                    <a:pt x="3190" y="7097"/>
                    <a:pt x="3246" y="7054"/>
                  </a:cubicBezTo>
                  <a:lnTo>
                    <a:pt x="4544" y="6316"/>
                  </a:lnTo>
                  <a:cubicBezTo>
                    <a:pt x="4928" y="6080"/>
                    <a:pt x="5164" y="5667"/>
                    <a:pt x="5193" y="5224"/>
                  </a:cubicBezTo>
                  <a:lnTo>
                    <a:pt x="5193" y="1595"/>
                  </a:lnTo>
                  <a:cubicBezTo>
                    <a:pt x="5193" y="1182"/>
                    <a:pt x="5518" y="887"/>
                    <a:pt x="5931" y="887"/>
                  </a:cubicBezTo>
                  <a:close/>
                  <a:moveTo>
                    <a:pt x="5878" y="1"/>
                  </a:moveTo>
                  <a:cubicBezTo>
                    <a:pt x="5016" y="1"/>
                    <a:pt x="4308" y="699"/>
                    <a:pt x="4308" y="1595"/>
                  </a:cubicBezTo>
                  <a:lnTo>
                    <a:pt x="4308" y="4398"/>
                  </a:lnTo>
                  <a:cubicBezTo>
                    <a:pt x="4072" y="4251"/>
                    <a:pt x="3799" y="4177"/>
                    <a:pt x="3523" y="4177"/>
                  </a:cubicBezTo>
                  <a:cubicBezTo>
                    <a:pt x="3246" y="4177"/>
                    <a:pt x="2966" y="4251"/>
                    <a:pt x="2715" y="4398"/>
                  </a:cubicBezTo>
                  <a:lnTo>
                    <a:pt x="1357" y="5165"/>
                  </a:lnTo>
                  <a:cubicBezTo>
                    <a:pt x="531" y="5667"/>
                    <a:pt x="0" y="6552"/>
                    <a:pt x="0" y="7526"/>
                  </a:cubicBezTo>
                  <a:lnTo>
                    <a:pt x="0" y="11391"/>
                  </a:lnTo>
                  <a:cubicBezTo>
                    <a:pt x="0" y="11627"/>
                    <a:pt x="177" y="11834"/>
                    <a:pt x="443" y="11834"/>
                  </a:cubicBezTo>
                  <a:lnTo>
                    <a:pt x="3895" y="11834"/>
                  </a:lnTo>
                  <a:cubicBezTo>
                    <a:pt x="4131" y="11834"/>
                    <a:pt x="4308" y="11627"/>
                    <a:pt x="4308" y="11391"/>
                  </a:cubicBezTo>
                  <a:lnTo>
                    <a:pt x="4308" y="10211"/>
                  </a:lnTo>
                  <a:cubicBezTo>
                    <a:pt x="4308" y="9621"/>
                    <a:pt x="4603" y="9090"/>
                    <a:pt x="5046" y="8736"/>
                  </a:cubicBezTo>
                  <a:lnTo>
                    <a:pt x="5459" y="8441"/>
                  </a:lnTo>
                  <a:cubicBezTo>
                    <a:pt x="6403" y="7703"/>
                    <a:pt x="6934" y="6611"/>
                    <a:pt x="6934" y="5431"/>
                  </a:cubicBezTo>
                  <a:lnTo>
                    <a:pt x="6934" y="1005"/>
                  </a:lnTo>
                  <a:cubicBezTo>
                    <a:pt x="6934" y="444"/>
                    <a:pt x="6492" y="2"/>
                    <a:pt x="5931" y="2"/>
                  </a:cubicBezTo>
                  <a:cubicBezTo>
                    <a:pt x="5913" y="1"/>
                    <a:pt x="5896" y="1"/>
                    <a:pt x="5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4"/>
            <p:cNvSpPr/>
            <p:nvPr/>
          </p:nvSpPr>
          <p:spPr>
            <a:xfrm>
              <a:off x="7377964" y="2956915"/>
              <a:ext cx="187176" cy="319078"/>
            </a:xfrm>
            <a:custGeom>
              <a:avLst/>
              <a:gdLst/>
              <a:ahLst/>
              <a:cxnLst/>
              <a:rect l="l" t="t" r="r" b="b"/>
              <a:pathLst>
                <a:path w="6935" h="11821" extrusionOk="0">
                  <a:moveTo>
                    <a:pt x="1033" y="873"/>
                  </a:moveTo>
                  <a:cubicBezTo>
                    <a:pt x="1417" y="873"/>
                    <a:pt x="1741" y="1198"/>
                    <a:pt x="1771" y="1581"/>
                  </a:cubicBezTo>
                  <a:lnTo>
                    <a:pt x="1771" y="5211"/>
                  </a:lnTo>
                  <a:cubicBezTo>
                    <a:pt x="1771" y="5653"/>
                    <a:pt x="2007" y="6067"/>
                    <a:pt x="2420" y="6303"/>
                  </a:cubicBezTo>
                  <a:lnTo>
                    <a:pt x="3718" y="7040"/>
                  </a:lnTo>
                  <a:cubicBezTo>
                    <a:pt x="3774" y="7083"/>
                    <a:pt x="3832" y="7102"/>
                    <a:pt x="3889" y="7102"/>
                  </a:cubicBezTo>
                  <a:cubicBezTo>
                    <a:pt x="4227" y="7102"/>
                    <a:pt x="4535" y="6454"/>
                    <a:pt x="4131" y="6303"/>
                  </a:cubicBezTo>
                  <a:lnTo>
                    <a:pt x="2892" y="5565"/>
                  </a:lnTo>
                  <a:cubicBezTo>
                    <a:pt x="2833" y="5535"/>
                    <a:pt x="2803" y="5506"/>
                    <a:pt x="2803" y="5476"/>
                  </a:cubicBezTo>
                  <a:cubicBezTo>
                    <a:pt x="2803" y="5447"/>
                    <a:pt x="2803" y="5417"/>
                    <a:pt x="2803" y="5358"/>
                  </a:cubicBezTo>
                  <a:cubicBezTo>
                    <a:pt x="2945" y="5136"/>
                    <a:pt x="3197" y="5011"/>
                    <a:pt x="3446" y="5011"/>
                  </a:cubicBezTo>
                  <a:cubicBezTo>
                    <a:pt x="3561" y="5011"/>
                    <a:pt x="3675" y="5037"/>
                    <a:pt x="3777" y="5093"/>
                  </a:cubicBezTo>
                  <a:lnTo>
                    <a:pt x="5134" y="5890"/>
                  </a:lnTo>
                  <a:cubicBezTo>
                    <a:pt x="5725" y="6214"/>
                    <a:pt x="6079" y="6834"/>
                    <a:pt x="6079" y="7512"/>
                  </a:cubicBezTo>
                  <a:lnTo>
                    <a:pt x="6079" y="10935"/>
                  </a:lnTo>
                  <a:lnTo>
                    <a:pt x="3482" y="10935"/>
                  </a:lnTo>
                  <a:lnTo>
                    <a:pt x="3482" y="10198"/>
                  </a:lnTo>
                  <a:cubicBezTo>
                    <a:pt x="3482" y="9371"/>
                    <a:pt x="3098" y="8575"/>
                    <a:pt x="2420" y="8044"/>
                  </a:cubicBezTo>
                  <a:lnTo>
                    <a:pt x="2007" y="7749"/>
                  </a:lnTo>
                  <a:cubicBezTo>
                    <a:pt x="1298" y="7188"/>
                    <a:pt x="885" y="6332"/>
                    <a:pt x="885" y="5417"/>
                  </a:cubicBezTo>
                  <a:lnTo>
                    <a:pt x="885" y="1021"/>
                  </a:lnTo>
                  <a:cubicBezTo>
                    <a:pt x="885" y="932"/>
                    <a:pt x="944" y="873"/>
                    <a:pt x="1033" y="873"/>
                  </a:cubicBezTo>
                  <a:close/>
                  <a:moveTo>
                    <a:pt x="1020" y="0"/>
                  </a:moveTo>
                  <a:cubicBezTo>
                    <a:pt x="749" y="0"/>
                    <a:pt x="470" y="71"/>
                    <a:pt x="207" y="224"/>
                  </a:cubicBezTo>
                  <a:cubicBezTo>
                    <a:pt x="89" y="283"/>
                    <a:pt x="0" y="401"/>
                    <a:pt x="0" y="519"/>
                  </a:cubicBezTo>
                  <a:lnTo>
                    <a:pt x="0" y="6657"/>
                  </a:lnTo>
                  <a:cubicBezTo>
                    <a:pt x="0" y="7040"/>
                    <a:pt x="207" y="7424"/>
                    <a:pt x="502" y="7660"/>
                  </a:cubicBezTo>
                  <a:lnTo>
                    <a:pt x="1889" y="8752"/>
                  </a:lnTo>
                  <a:cubicBezTo>
                    <a:pt x="2331" y="9106"/>
                    <a:pt x="2626" y="9637"/>
                    <a:pt x="2626" y="10227"/>
                  </a:cubicBezTo>
                  <a:lnTo>
                    <a:pt x="2626" y="11378"/>
                  </a:lnTo>
                  <a:cubicBezTo>
                    <a:pt x="2626" y="11643"/>
                    <a:pt x="2803" y="11821"/>
                    <a:pt x="3039" y="11821"/>
                  </a:cubicBezTo>
                  <a:lnTo>
                    <a:pt x="6521" y="11821"/>
                  </a:lnTo>
                  <a:cubicBezTo>
                    <a:pt x="6757" y="11821"/>
                    <a:pt x="6934" y="11643"/>
                    <a:pt x="6934" y="11378"/>
                  </a:cubicBezTo>
                  <a:lnTo>
                    <a:pt x="6934" y="7542"/>
                  </a:lnTo>
                  <a:cubicBezTo>
                    <a:pt x="6934" y="6539"/>
                    <a:pt x="6403" y="5653"/>
                    <a:pt x="5548" y="5152"/>
                  </a:cubicBezTo>
                  <a:lnTo>
                    <a:pt x="4220" y="4385"/>
                  </a:lnTo>
                  <a:cubicBezTo>
                    <a:pt x="3951" y="4240"/>
                    <a:pt x="3668" y="4168"/>
                    <a:pt x="3381" y="4168"/>
                  </a:cubicBezTo>
                  <a:cubicBezTo>
                    <a:pt x="3258" y="4168"/>
                    <a:pt x="3134" y="4181"/>
                    <a:pt x="3010" y="4208"/>
                  </a:cubicBezTo>
                  <a:cubicBezTo>
                    <a:pt x="2862" y="4267"/>
                    <a:pt x="2744" y="4326"/>
                    <a:pt x="2597" y="4385"/>
                  </a:cubicBezTo>
                  <a:lnTo>
                    <a:pt x="2597" y="1581"/>
                  </a:lnTo>
                  <a:cubicBezTo>
                    <a:pt x="2597" y="649"/>
                    <a:pt x="1845" y="0"/>
                    <a:pt x="10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4"/>
            <p:cNvSpPr/>
            <p:nvPr/>
          </p:nvSpPr>
          <p:spPr>
            <a:xfrm>
              <a:off x="7445655" y="2873994"/>
              <a:ext cx="259644" cy="219206"/>
            </a:xfrm>
            <a:custGeom>
              <a:avLst/>
              <a:gdLst/>
              <a:ahLst/>
              <a:cxnLst/>
              <a:rect l="l" t="t" r="r" b="b"/>
              <a:pathLst>
                <a:path w="9620" h="8121" extrusionOk="0">
                  <a:moveTo>
                    <a:pt x="6722" y="977"/>
                  </a:moveTo>
                  <a:cubicBezTo>
                    <a:pt x="8075" y="977"/>
                    <a:pt x="9233" y="2709"/>
                    <a:pt x="7967" y="3975"/>
                  </a:cubicBezTo>
                  <a:lnTo>
                    <a:pt x="4869" y="7073"/>
                  </a:lnTo>
                  <a:lnTo>
                    <a:pt x="1800" y="3975"/>
                  </a:lnTo>
                  <a:cubicBezTo>
                    <a:pt x="535" y="2709"/>
                    <a:pt x="1692" y="977"/>
                    <a:pt x="3046" y="977"/>
                  </a:cubicBezTo>
                  <a:cubicBezTo>
                    <a:pt x="3460" y="977"/>
                    <a:pt x="3892" y="1139"/>
                    <a:pt x="4279" y="1526"/>
                  </a:cubicBezTo>
                  <a:lnTo>
                    <a:pt x="4574" y="1821"/>
                  </a:lnTo>
                  <a:cubicBezTo>
                    <a:pt x="4662" y="1909"/>
                    <a:pt x="4773" y="1954"/>
                    <a:pt x="4884" y="1954"/>
                  </a:cubicBezTo>
                  <a:cubicBezTo>
                    <a:pt x="4994" y="1954"/>
                    <a:pt x="5105" y="1909"/>
                    <a:pt x="5194" y="1821"/>
                  </a:cubicBezTo>
                  <a:lnTo>
                    <a:pt x="5489" y="1526"/>
                  </a:lnTo>
                  <a:cubicBezTo>
                    <a:pt x="5876" y="1139"/>
                    <a:pt x="6308" y="977"/>
                    <a:pt x="6722" y="977"/>
                  </a:cubicBezTo>
                  <a:close/>
                  <a:moveTo>
                    <a:pt x="2916" y="1"/>
                  </a:moveTo>
                  <a:cubicBezTo>
                    <a:pt x="2251" y="1"/>
                    <a:pt x="1583" y="252"/>
                    <a:pt x="1063" y="758"/>
                  </a:cubicBezTo>
                  <a:cubicBezTo>
                    <a:pt x="0" y="1821"/>
                    <a:pt x="59" y="3591"/>
                    <a:pt x="1210" y="4594"/>
                  </a:cubicBezTo>
                  <a:lnTo>
                    <a:pt x="4603" y="7988"/>
                  </a:lnTo>
                  <a:cubicBezTo>
                    <a:pt x="4692" y="8076"/>
                    <a:pt x="4803" y="8121"/>
                    <a:pt x="4913" y="8121"/>
                  </a:cubicBezTo>
                  <a:cubicBezTo>
                    <a:pt x="5024" y="8121"/>
                    <a:pt x="5135" y="8076"/>
                    <a:pt x="5223" y="7988"/>
                  </a:cubicBezTo>
                  <a:lnTo>
                    <a:pt x="8616" y="4594"/>
                  </a:lnTo>
                  <a:cubicBezTo>
                    <a:pt x="9620" y="3562"/>
                    <a:pt x="9620" y="1909"/>
                    <a:pt x="8616" y="906"/>
                  </a:cubicBezTo>
                  <a:lnTo>
                    <a:pt x="8587" y="906"/>
                  </a:lnTo>
                  <a:cubicBezTo>
                    <a:pt x="8071" y="390"/>
                    <a:pt x="7407" y="131"/>
                    <a:pt x="6743" y="131"/>
                  </a:cubicBezTo>
                  <a:cubicBezTo>
                    <a:pt x="6079" y="131"/>
                    <a:pt x="5415" y="390"/>
                    <a:pt x="4899" y="906"/>
                  </a:cubicBezTo>
                  <a:cubicBezTo>
                    <a:pt x="4373" y="304"/>
                    <a:pt x="3646" y="1"/>
                    <a:pt x="29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4"/>
            <p:cNvSpPr/>
            <p:nvPr/>
          </p:nvSpPr>
          <p:spPr>
            <a:xfrm>
              <a:off x="7541226" y="2947737"/>
              <a:ext cx="70903" cy="69479"/>
            </a:xfrm>
            <a:custGeom>
              <a:avLst/>
              <a:gdLst/>
              <a:ahLst/>
              <a:cxnLst/>
              <a:rect l="l" t="t" r="r" b="b"/>
              <a:pathLst>
                <a:path w="2627" h="2574" extrusionOk="0">
                  <a:moveTo>
                    <a:pt x="1342" y="1"/>
                  </a:moveTo>
                  <a:cubicBezTo>
                    <a:pt x="1122" y="1"/>
                    <a:pt x="915" y="196"/>
                    <a:pt x="915" y="417"/>
                  </a:cubicBezTo>
                  <a:lnTo>
                    <a:pt x="915" y="859"/>
                  </a:lnTo>
                  <a:lnTo>
                    <a:pt x="472" y="859"/>
                  </a:lnTo>
                  <a:cubicBezTo>
                    <a:pt x="236" y="859"/>
                    <a:pt x="59" y="1007"/>
                    <a:pt x="30" y="1243"/>
                  </a:cubicBezTo>
                  <a:cubicBezTo>
                    <a:pt x="0" y="1479"/>
                    <a:pt x="207" y="1715"/>
                    <a:pt x="472" y="1715"/>
                  </a:cubicBezTo>
                  <a:lnTo>
                    <a:pt x="885" y="1715"/>
                  </a:lnTo>
                  <a:lnTo>
                    <a:pt x="885" y="2128"/>
                  </a:lnTo>
                  <a:cubicBezTo>
                    <a:pt x="885" y="2364"/>
                    <a:pt x="1033" y="2541"/>
                    <a:pt x="1269" y="2571"/>
                  </a:cubicBezTo>
                  <a:cubicBezTo>
                    <a:pt x="1284" y="2573"/>
                    <a:pt x="1299" y="2573"/>
                    <a:pt x="1314" y="2573"/>
                  </a:cubicBezTo>
                  <a:cubicBezTo>
                    <a:pt x="1534" y="2573"/>
                    <a:pt x="1741" y="2378"/>
                    <a:pt x="1741" y="2158"/>
                  </a:cubicBezTo>
                  <a:lnTo>
                    <a:pt x="1741" y="1715"/>
                  </a:lnTo>
                  <a:lnTo>
                    <a:pt x="2184" y="1715"/>
                  </a:lnTo>
                  <a:cubicBezTo>
                    <a:pt x="2420" y="1715"/>
                    <a:pt x="2626" y="1479"/>
                    <a:pt x="2597" y="1243"/>
                  </a:cubicBezTo>
                  <a:cubicBezTo>
                    <a:pt x="2567" y="1036"/>
                    <a:pt x="2390" y="859"/>
                    <a:pt x="2184" y="859"/>
                  </a:cubicBezTo>
                  <a:lnTo>
                    <a:pt x="1771" y="859"/>
                  </a:lnTo>
                  <a:lnTo>
                    <a:pt x="1771" y="446"/>
                  </a:lnTo>
                  <a:cubicBezTo>
                    <a:pt x="1771" y="210"/>
                    <a:pt x="1623" y="33"/>
                    <a:pt x="1387" y="3"/>
                  </a:cubicBezTo>
                  <a:cubicBezTo>
                    <a:pt x="1372" y="2"/>
                    <a:pt x="1357" y="1"/>
                    <a:pt x="13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2" name="Google Shape;3732;p74"/>
          <p:cNvGrpSpPr/>
          <p:nvPr/>
        </p:nvGrpSpPr>
        <p:grpSpPr>
          <a:xfrm>
            <a:off x="4721149" y="3506887"/>
            <a:ext cx="399830" cy="397734"/>
            <a:chOff x="4721149" y="3506887"/>
            <a:chExt cx="399830" cy="397734"/>
          </a:xfrm>
        </p:grpSpPr>
        <p:sp>
          <p:nvSpPr>
            <p:cNvPr id="3733" name="Google Shape;3733;p74"/>
            <p:cNvSpPr/>
            <p:nvPr/>
          </p:nvSpPr>
          <p:spPr>
            <a:xfrm>
              <a:off x="4874290" y="3552666"/>
              <a:ext cx="81834" cy="69803"/>
            </a:xfrm>
            <a:custGeom>
              <a:avLst/>
              <a:gdLst/>
              <a:ahLst/>
              <a:cxnLst/>
              <a:rect l="l" t="t" r="r" b="b"/>
              <a:pathLst>
                <a:path w="3032" h="2586" extrusionOk="0">
                  <a:moveTo>
                    <a:pt x="1744" y="874"/>
                  </a:moveTo>
                  <a:cubicBezTo>
                    <a:pt x="1961" y="874"/>
                    <a:pt x="2175" y="1021"/>
                    <a:pt x="2175" y="1316"/>
                  </a:cubicBezTo>
                  <a:cubicBezTo>
                    <a:pt x="2175" y="1597"/>
                    <a:pt x="1954" y="1737"/>
                    <a:pt x="1733" y="1737"/>
                  </a:cubicBezTo>
                  <a:cubicBezTo>
                    <a:pt x="1511" y="1737"/>
                    <a:pt x="1290" y="1597"/>
                    <a:pt x="1290" y="1316"/>
                  </a:cubicBezTo>
                  <a:cubicBezTo>
                    <a:pt x="1305" y="1021"/>
                    <a:pt x="1526" y="874"/>
                    <a:pt x="1744" y="874"/>
                  </a:cubicBezTo>
                  <a:close/>
                  <a:moveTo>
                    <a:pt x="1724" y="0"/>
                  </a:moveTo>
                  <a:cubicBezTo>
                    <a:pt x="1407" y="0"/>
                    <a:pt x="1084" y="116"/>
                    <a:pt x="818" y="372"/>
                  </a:cubicBezTo>
                  <a:cubicBezTo>
                    <a:pt x="0" y="1190"/>
                    <a:pt x="570" y="2586"/>
                    <a:pt x="1697" y="2586"/>
                  </a:cubicBezTo>
                  <a:cubicBezTo>
                    <a:pt x="1709" y="2586"/>
                    <a:pt x="1721" y="2586"/>
                    <a:pt x="1733" y="2585"/>
                  </a:cubicBezTo>
                  <a:cubicBezTo>
                    <a:pt x="2441" y="2585"/>
                    <a:pt x="3031" y="2025"/>
                    <a:pt x="3031" y="1316"/>
                  </a:cubicBezTo>
                  <a:cubicBezTo>
                    <a:pt x="3031" y="516"/>
                    <a:pt x="2393" y="0"/>
                    <a:pt x="17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4"/>
            <p:cNvSpPr/>
            <p:nvPr/>
          </p:nvSpPr>
          <p:spPr>
            <a:xfrm>
              <a:off x="5034125" y="3694107"/>
              <a:ext cx="23130" cy="23942"/>
            </a:xfrm>
            <a:custGeom>
              <a:avLst/>
              <a:gdLst/>
              <a:ahLst/>
              <a:cxnLst/>
              <a:rect l="l" t="t" r="r" b="b"/>
              <a:pathLst>
                <a:path w="857" h="887" extrusionOk="0">
                  <a:moveTo>
                    <a:pt x="414" y="1"/>
                  </a:moveTo>
                  <a:cubicBezTo>
                    <a:pt x="178" y="1"/>
                    <a:pt x="1" y="207"/>
                    <a:pt x="1" y="444"/>
                  </a:cubicBezTo>
                  <a:cubicBezTo>
                    <a:pt x="1" y="680"/>
                    <a:pt x="178" y="886"/>
                    <a:pt x="414" y="886"/>
                  </a:cubicBezTo>
                  <a:cubicBezTo>
                    <a:pt x="650" y="886"/>
                    <a:pt x="856" y="680"/>
                    <a:pt x="856" y="444"/>
                  </a:cubicBezTo>
                  <a:cubicBezTo>
                    <a:pt x="856" y="207"/>
                    <a:pt x="65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4"/>
            <p:cNvSpPr/>
            <p:nvPr/>
          </p:nvSpPr>
          <p:spPr>
            <a:xfrm>
              <a:off x="4784845" y="3694107"/>
              <a:ext cx="23940" cy="23942"/>
            </a:xfrm>
            <a:custGeom>
              <a:avLst/>
              <a:gdLst/>
              <a:ahLst/>
              <a:cxnLst/>
              <a:rect l="l" t="t" r="r" b="b"/>
              <a:pathLst>
                <a:path w="887" h="887" extrusionOk="0">
                  <a:moveTo>
                    <a:pt x="444" y="1"/>
                  </a:moveTo>
                  <a:cubicBezTo>
                    <a:pt x="207" y="1"/>
                    <a:pt x="1" y="207"/>
                    <a:pt x="1" y="444"/>
                  </a:cubicBezTo>
                  <a:cubicBezTo>
                    <a:pt x="1" y="680"/>
                    <a:pt x="207" y="886"/>
                    <a:pt x="444" y="886"/>
                  </a:cubicBezTo>
                  <a:cubicBezTo>
                    <a:pt x="680" y="886"/>
                    <a:pt x="886" y="680"/>
                    <a:pt x="886" y="444"/>
                  </a:cubicBezTo>
                  <a:cubicBezTo>
                    <a:pt x="886" y="207"/>
                    <a:pt x="680" y="1"/>
                    <a:pt x="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4"/>
            <p:cNvSpPr/>
            <p:nvPr/>
          </p:nvSpPr>
          <p:spPr>
            <a:xfrm>
              <a:off x="4721149" y="3506887"/>
              <a:ext cx="399830" cy="397734"/>
            </a:xfrm>
            <a:custGeom>
              <a:avLst/>
              <a:gdLst/>
              <a:ahLst/>
              <a:cxnLst/>
              <a:rect l="l" t="t" r="r" b="b"/>
              <a:pathLst>
                <a:path w="14814" h="14735" extrusionOk="0">
                  <a:moveTo>
                    <a:pt x="7407" y="829"/>
                  </a:moveTo>
                  <a:cubicBezTo>
                    <a:pt x="9089" y="829"/>
                    <a:pt x="10121" y="2688"/>
                    <a:pt x="9236" y="4134"/>
                  </a:cubicBezTo>
                  <a:lnTo>
                    <a:pt x="7377" y="7084"/>
                  </a:lnTo>
                  <a:lnTo>
                    <a:pt x="5577" y="4134"/>
                  </a:lnTo>
                  <a:cubicBezTo>
                    <a:pt x="4663" y="2688"/>
                    <a:pt x="5695" y="829"/>
                    <a:pt x="7407" y="829"/>
                  </a:cubicBezTo>
                  <a:close/>
                  <a:moveTo>
                    <a:pt x="2804" y="6081"/>
                  </a:moveTo>
                  <a:cubicBezTo>
                    <a:pt x="3807" y="6081"/>
                    <a:pt x="4456" y="7173"/>
                    <a:pt x="3925" y="8029"/>
                  </a:cubicBezTo>
                  <a:lnTo>
                    <a:pt x="2774" y="9976"/>
                  </a:lnTo>
                  <a:lnTo>
                    <a:pt x="1682" y="8029"/>
                  </a:lnTo>
                  <a:cubicBezTo>
                    <a:pt x="1181" y="7173"/>
                    <a:pt x="1800" y="6081"/>
                    <a:pt x="2804" y="6081"/>
                  </a:cubicBezTo>
                  <a:close/>
                  <a:moveTo>
                    <a:pt x="12039" y="6081"/>
                  </a:moveTo>
                  <a:cubicBezTo>
                    <a:pt x="13043" y="6081"/>
                    <a:pt x="13662" y="7173"/>
                    <a:pt x="13161" y="8029"/>
                  </a:cubicBezTo>
                  <a:lnTo>
                    <a:pt x="12010" y="9976"/>
                  </a:lnTo>
                  <a:lnTo>
                    <a:pt x="10889" y="8029"/>
                  </a:lnTo>
                  <a:cubicBezTo>
                    <a:pt x="10387" y="7173"/>
                    <a:pt x="11007" y="6081"/>
                    <a:pt x="12039" y="6081"/>
                  </a:cubicBezTo>
                  <a:close/>
                  <a:moveTo>
                    <a:pt x="2784" y="13007"/>
                  </a:moveTo>
                  <a:cubicBezTo>
                    <a:pt x="3004" y="13007"/>
                    <a:pt x="3217" y="13171"/>
                    <a:pt x="3217" y="13429"/>
                  </a:cubicBezTo>
                  <a:cubicBezTo>
                    <a:pt x="3217" y="13665"/>
                    <a:pt x="3010" y="13871"/>
                    <a:pt x="2774" y="13871"/>
                  </a:cubicBezTo>
                  <a:cubicBezTo>
                    <a:pt x="2390" y="13871"/>
                    <a:pt x="2213" y="13399"/>
                    <a:pt x="2479" y="13133"/>
                  </a:cubicBezTo>
                  <a:cubicBezTo>
                    <a:pt x="2566" y="13046"/>
                    <a:pt x="2676" y="13007"/>
                    <a:pt x="2784" y="13007"/>
                  </a:cubicBezTo>
                  <a:close/>
                  <a:moveTo>
                    <a:pt x="7416" y="13007"/>
                  </a:moveTo>
                  <a:cubicBezTo>
                    <a:pt x="7637" y="13007"/>
                    <a:pt x="7849" y="13171"/>
                    <a:pt x="7849" y="13429"/>
                  </a:cubicBezTo>
                  <a:cubicBezTo>
                    <a:pt x="7849" y="13665"/>
                    <a:pt x="7643" y="13871"/>
                    <a:pt x="7407" y="13871"/>
                  </a:cubicBezTo>
                  <a:cubicBezTo>
                    <a:pt x="7023" y="13871"/>
                    <a:pt x="6817" y="13399"/>
                    <a:pt x="7112" y="13133"/>
                  </a:cubicBezTo>
                  <a:cubicBezTo>
                    <a:pt x="7199" y="13046"/>
                    <a:pt x="7309" y="13007"/>
                    <a:pt x="7416" y="13007"/>
                  </a:cubicBezTo>
                  <a:close/>
                  <a:moveTo>
                    <a:pt x="12019" y="13007"/>
                  </a:moveTo>
                  <a:cubicBezTo>
                    <a:pt x="12237" y="13007"/>
                    <a:pt x="12443" y="13171"/>
                    <a:pt x="12423" y="13429"/>
                  </a:cubicBezTo>
                  <a:cubicBezTo>
                    <a:pt x="12452" y="13665"/>
                    <a:pt x="12246" y="13871"/>
                    <a:pt x="12010" y="13871"/>
                  </a:cubicBezTo>
                  <a:cubicBezTo>
                    <a:pt x="11626" y="13871"/>
                    <a:pt x="11420" y="13399"/>
                    <a:pt x="11715" y="13133"/>
                  </a:cubicBezTo>
                  <a:cubicBezTo>
                    <a:pt x="11802" y="13046"/>
                    <a:pt x="11912" y="13007"/>
                    <a:pt x="12019" y="13007"/>
                  </a:cubicBezTo>
                  <a:close/>
                  <a:moveTo>
                    <a:pt x="7465" y="1"/>
                  </a:moveTo>
                  <a:cubicBezTo>
                    <a:pt x="7426" y="1"/>
                    <a:pt x="7387" y="1"/>
                    <a:pt x="7348" y="3"/>
                  </a:cubicBezTo>
                  <a:cubicBezTo>
                    <a:pt x="5017" y="62"/>
                    <a:pt x="3630" y="2629"/>
                    <a:pt x="4869" y="4606"/>
                  </a:cubicBezTo>
                  <a:lnTo>
                    <a:pt x="6994" y="8029"/>
                  </a:lnTo>
                  <a:lnTo>
                    <a:pt x="6994" y="12219"/>
                  </a:lnTo>
                  <a:cubicBezTo>
                    <a:pt x="6610" y="12366"/>
                    <a:pt x="6344" y="12632"/>
                    <a:pt x="6197" y="13015"/>
                  </a:cubicBezTo>
                  <a:lnTo>
                    <a:pt x="4043" y="13015"/>
                  </a:lnTo>
                  <a:cubicBezTo>
                    <a:pt x="3895" y="12632"/>
                    <a:pt x="3600" y="12366"/>
                    <a:pt x="3246" y="12219"/>
                  </a:cubicBezTo>
                  <a:lnTo>
                    <a:pt x="3246" y="10979"/>
                  </a:lnTo>
                  <a:lnTo>
                    <a:pt x="4692" y="8501"/>
                  </a:lnTo>
                  <a:cubicBezTo>
                    <a:pt x="5518" y="7055"/>
                    <a:pt x="4485" y="5226"/>
                    <a:pt x="2804" y="5226"/>
                  </a:cubicBezTo>
                  <a:cubicBezTo>
                    <a:pt x="1151" y="5226"/>
                    <a:pt x="89" y="7055"/>
                    <a:pt x="945" y="8501"/>
                  </a:cubicBezTo>
                  <a:lnTo>
                    <a:pt x="2390" y="10979"/>
                  </a:lnTo>
                  <a:lnTo>
                    <a:pt x="2390" y="12219"/>
                  </a:lnTo>
                  <a:cubicBezTo>
                    <a:pt x="2007" y="12366"/>
                    <a:pt x="1712" y="12632"/>
                    <a:pt x="1594" y="13015"/>
                  </a:cubicBezTo>
                  <a:lnTo>
                    <a:pt x="472" y="13015"/>
                  </a:lnTo>
                  <a:cubicBezTo>
                    <a:pt x="266" y="13015"/>
                    <a:pt x="89" y="13163"/>
                    <a:pt x="30" y="13399"/>
                  </a:cubicBezTo>
                  <a:cubicBezTo>
                    <a:pt x="0" y="13635"/>
                    <a:pt x="207" y="13871"/>
                    <a:pt x="472" y="13871"/>
                  </a:cubicBezTo>
                  <a:lnTo>
                    <a:pt x="1564" y="13871"/>
                  </a:lnTo>
                  <a:cubicBezTo>
                    <a:pt x="1771" y="14447"/>
                    <a:pt x="2287" y="14734"/>
                    <a:pt x="2800" y="14734"/>
                  </a:cubicBezTo>
                  <a:cubicBezTo>
                    <a:pt x="3313" y="14734"/>
                    <a:pt x="3822" y="14447"/>
                    <a:pt x="4013" y="13871"/>
                  </a:cubicBezTo>
                  <a:lnTo>
                    <a:pt x="6197" y="13871"/>
                  </a:lnTo>
                  <a:cubicBezTo>
                    <a:pt x="6389" y="14447"/>
                    <a:pt x="6898" y="14734"/>
                    <a:pt x="7410" y="14734"/>
                  </a:cubicBezTo>
                  <a:cubicBezTo>
                    <a:pt x="7923" y="14734"/>
                    <a:pt x="8439" y="14447"/>
                    <a:pt x="8646" y="13871"/>
                  </a:cubicBezTo>
                  <a:lnTo>
                    <a:pt x="10800" y="13871"/>
                  </a:lnTo>
                  <a:cubicBezTo>
                    <a:pt x="11007" y="14447"/>
                    <a:pt x="11516" y="14734"/>
                    <a:pt x="12025" y="14734"/>
                  </a:cubicBezTo>
                  <a:cubicBezTo>
                    <a:pt x="12534" y="14734"/>
                    <a:pt x="13043" y="14447"/>
                    <a:pt x="13249" y="13871"/>
                  </a:cubicBezTo>
                  <a:lnTo>
                    <a:pt x="14341" y="13871"/>
                  </a:lnTo>
                  <a:cubicBezTo>
                    <a:pt x="14577" y="13871"/>
                    <a:pt x="14754" y="13724"/>
                    <a:pt x="14784" y="13488"/>
                  </a:cubicBezTo>
                  <a:cubicBezTo>
                    <a:pt x="14813" y="13252"/>
                    <a:pt x="14607" y="13015"/>
                    <a:pt x="14370" y="13015"/>
                  </a:cubicBezTo>
                  <a:lnTo>
                    <a:pt x="13249" y="13015"/>
                  </a:lnTo>
                  <a:cubicBezTo>
                    <a:pt x="13131" y="12632"/>
                    <a:pt x="12836" y="12337"/>
                    <a:pt x="12482" y="12219"/>
                  </a:cubicBezTo>
                  <a:lnTo>
                    <a:pt x="12482" y="10950"/>
                  </a:lnTo>
                  <a:lnTo>
                    <a:pt x="13898" y="8471"/>
                  </a:lnTo>
                  <a:cubicBezTo>
                    <a:pt x="14754" y="7025"/>
                    <a:pt x="13721" y="5226"/>
                    <a:pt x="12039" y="5226"/>
                  </a:cubicBezTo>
                  <a:cubicBezTo>
                    <a:pt x="10357" y="5226"/>
                    <a:pt x="9325" y="7025"/>
                    <a:pt x="10151" y="8471"/>
                  </a:cubicBezTo>
                  <a:lnTo>
                    <a:pt x="11597" y="10950"/>
                  </a:lnTo>
                  <a:lnTo>
                    <a:pt x="11597" y="12219"/>
                  </a:lnTo>
                  <a:cubicBezTo>
                    <a:pt x="11243" y="12337"/>
                    <a:pt x="10948" y="12632"/>
                    <a:pt x="10830" y="13015"/>
                  </a:cubicBezTo>
                  <a:lnTo>
                    <a:pt x="8646" y="13015"/>
                  </a:lnTo>
                  <a:cubicBezTo>
                    <a:pt x="8528" y="12632"/>
                    <a:pt x="8233" y="12337"/>
                    <a:pt x="7849" y="12219"/>
                  </a:cubicBezTo>
                  <a:lnTo>
                    <a:pt x="7849" y="8029"/>
                  </a:lnTo>
                  <a:lnTo>
                    <a:pt x="10003" y="4606"/>
                  </a:lnTo>
                  <a:cubicBezTo>
                    <a:pt x="11252" y="2603"/>
                    <a:pt x="9816" y="1"/>
                    <a:pt x="7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37" name="Google Shape;3737;p74"/>
          <p:cNvSpPr/>
          <p:nvPr/>
        </p:nvSpPr>
        <p:spPr>
          <a:xfrm>
            <a:off x="5386156" y="3506158"/>
            <a:ext cx="397428" cy="398247"/>
          </a:xfrm>
          <a:custGeom>
            <a:avLst/>
            <a:gdLst/>
            <a:ahLst/>
            <a:cxnLst/>
            <a:rect l="l" t="t" r="r" b="b"/>
            <a:pathLst>
              <a:path w="14725" h="14754" extrusionOk="0">
                <a:moveTo>
                  <a:pt x="7141" y="885"/>
                </a:moveTo>
                <a:lnTo>
                  <a:pt x="7583" y="1800"/>
                </a:lnTo>
                <a:cubicBezTo>
                  <a:pt x="7642" y="1918"/>
                  <a:pt x="7761" y="2007"/>
                  <a:pt x="7908" y="2036"/>
                </a:cubicBezTo>
                <a:lnTo>
                  <a:pt x="9826" y="2272"/>
                </a:lnTo>
                <a:lnTo>
                  <a:pt x="9826" y="3187"/>
                </a:lnTo>
                <a:lnTo>
                  <a:pt x="9118" y="3216"/>
                </a:lnTo>
                <a:cubicBezTo>
                  <a:pt x="9099" y="3213"/>
                  <a:pt x="9080" y="3211"/>
                  <a:pt x="9061" y="3211"/>
                </a:cubicBezTo>
                <a:cubicBezTo>
                  <a:pt x="8934" y="3211"/>
                  <a:pt x="8815" y="3295"/>
                  <a:pt x="8764" y="3423"/>
                </a:cubicBezTo>
                <a:cubicBezTo>
                  <a:pt x="8507" y="3838"/>
                  <a:pt x="8064" y="4068"/>
                  <a:pt x="7614" y="4068"/>
                </a:cubicBezTo>
                <a:cubicBezTo>
                  <a:pt x="7392" y="4068"/>
                  <a:pt x="7168" y="4012"/>
                  <a:pt x="6964" y="3895"/>
                </a:cubicBezTo>
                <a:cubicBezTo>
                  <a:pt x="6893" y="3855"/>
                  <a:pt x="6815" y="3835"/>
                  <a:pt x="6739" y="3835"/>
                </a:cubicBezTo>
                <a:cubicBezTo>
                  <a:pt x="6592" y="3835"/>
                  <a:pt x="6451" y="3907"/>
                  <a:pt x="6374" y="4043"/>
                </a:cubicBezTo>
                <a:cubicBezTo>
                  <a:pt x="6256" y="4279"/>
                  <a:pt x="6344" y="4544"/>
                  <a:pt x="6551" y="4633"/>
                </a:cubicBezTo>
                <a:cubicBezTo>
                  <a:pt x="6905" y="4839"/>
                  <a:pt x="7288" y="4928"/>
                  <a:pt x="7672" y="4928"/>
                </a:cubicBezTo>
                <a:lnTo>
                  <a:pt x="8026" y="5400"/>
                </a:lnTo>
                <a:cubicBezTo>
                  <a:pt x="8439" y="6020"/>
                  <a:pt x="8675" y="6757"/>
                  <a:pt x="8675" y="7495"/>
                </a:cubicBezTo>
                <a:lnTo>
                  <a:pt x="8675" y="8056"/>
                </a:lnTo>
                <a:lnTo>
                  <a:pt x="6079" y="8085"/>
                </a:lnTo>
                <a:lnTo>
                  <a:pt x="6079" y="6492"/>
                </a:lnTo>
                <a:cubicBezTo>
                  <a:pt x="6079" y="6374"/>
                  <a:pt x="6020" y="6285"/>
                  <a:pt x="5961" y="6197"/>
                </a:cubicBezTo>
                <a:lnTo>
                  <a:pt x="5547" y="5784"/>
                </a:lnTo>
                <a:cubicBezTo>
                  <a:pt x="4957" y="5193"/>
                  <a:pt x="4662" y="4426"/>
                  <a:pt x="4662" y="3630"/>
                </a:cubicBezTo>
                <a:cubicBezTo>
                  <a:pt x="4662" y="2213"/>
                  <a:pt x="5724" y="1033"/>
                  <a:pt x="7141" y="885"/>
                </a:cubicBezTo>
                <a:close/>
                <a:moveTo>
                  <a:pt x="3334" y="12452"/>
                </a:moveTo>
                <a:cubicBezTo>
                  <a:pt x="3393" y="12452"/>
                  <a:pt x="3452" y="12511"/>
                  <a:pt x="3452" y="12600"/>
                </a:cubicBezTo>
                <a:lnTo>
                  <a:pt x="3452" y="13751"/>
                </a:lnTo>
                <a:cubicBezTo>
                  <a:pt x="3452" y="13839"/>
                  <a:pt x="3393" y="13898"/>
                  <a:pt x="3305" y="13898"/>
                </a:cubicBezTo>
                <a:lnTo>
                  <a:pt x="1003" y="13898"/>
                </a:lnTo>
                <a:cubicBezTo>
                  <a:pt x="944" y="13898"/>
                  <a:pt x="885" y="13839"/>
                  <a:pt x="885" y="13751"/>
                </a:cubicBezTo>
                <a:lnTo>
                  <a:pt x="885" y="12600"/>
                </a:lnTo>
                <a:cubicBezTo>
                  <a:pt x="885" y="12511"/>
                  <a:pt x="944" y="12452"/>
                  <a:pt x="1003" y="12452"/>
                </a:cubicBezTo>
                <a:close/>
                <a:moveTo>
                  <a:pt x="8528" y="12452"/>
                </a:moveTo>
                <a:cubicBezTo>
                  <a:pt x="8616" y="12452"/>
                  <a:pt x="8675" y="12511"/>
                  <a:pt x="8675" y="12600"/>
                </a:cubicBezTo>
                <a:lnTo>
                  <a:pt x="8675" y="13751"/>
                </a:lnTo>
                <a:cubicBezTo>
                  <a:pt x="8675" y="13839"/>
                  <a:pt x="8616" y="13898"/>
                  <a:pt x="8528" y="13898"/>
                </a:cubicBezTo>
                <a:lnTo>
                  <a:pt x="6226" y="13898"/>
                </a:lnTo>
                <a:cubicBezTo>
                  <a:pt x="6138" y="13898"/>
                  <a:pt x="6079" y="13839"/>
                  <a:pt x="6079" y="13751"/>
                </a:cubicBezTo>
                <a:lnTo>
                  <a:pt x="6079" y="12600"/>
                </a:lnTo>
                <a:cubicBezTo>
                  <a:pt x="6079" y="12511"/>
                  <a:pt x="6138" y="12452"/>
                  <a:pt x="6226" y="12452"/>
                </a:cubicBezTo>
                <a:close/>
                <a:moveTo>
                  <a:pt x="13751" y="12452"/>
                </a:moveTo>
                <a:cubicBezTo>
                  <a:pt x="13839" y="12452"/>
                  <a:pt x="13898" y="12511"/>
                  <a:pt x="13898" y="12600"/>
                </a:cubicBezTo>
                <a:lnTo>
                  <a:pt x="13898" y="13751"/>
                </a:lnTo>
                <a:cubicBezTo>
                  <a:pt x="13898" y="13839"/>
                  <a:pt x="13810" y="13898"/>
                  <a:pt x="13751" y="13898"/>
                </a:cubicBezTo>
                <a:lnTo>
                  <a:pt x="11449" y="13898"/>
                </a:lnTo>
                <a:cubicBezTo>
                  <a:pt x="11360" y="13898"/>
                  <a:pt x="11301" y="13839"/>
                  <a:pt x="11301" y="13751"/>
                </a:cubicBezTo>
                <a:lnTo>
                  <a:pt x="11301" y="12600"/>
                </a:lnTo>
                <a:cubicBezTo>
                  <a:pt x="11301" y="12511"/>
                  <a:pt x="11360" y="12452"/>
                  <a:pt x="11449" y="12452"/>
                </a:cubicBezTo>
                <a:close/>
                <a:moveTo>
                  <a:pt x="7406" y="0"/>
                </a:moveTo>
                <a:cubicBezTo>
                  <a:pt x="5400" y="0"/>
                  <a:pt x="3807" y="1594"/>
                  <a:pt x="3807" y="3600"/>
                </a:cubicBezTo>
                <a:cubicBezTo>
                  <a:pt x="3807" y="4633"/>
                  <a:pt x="4220" y="5636"/>
                  <a:pt x="4957" y="6344"/>
                </a:cubicBezTo>
                <a:lnTo>
                  <a:pt x="5223" y="6639"/>
                </a:lnTo>
                <a:lnTo>
                  <a:pt x="5223" y="8498"/>
                </a:lnTo>
                <a:cubicBezTo>
                  <a:pt x="5223" y="8734"/>
                  <a:pt x="5429" y="8941"/>
                  <a:pt x="5665" y="8941"/>
                </a:cubicBezTo>
                <a:lnTo>
                  <a:pt x="6964" y="8941"/>
                </a:lnTo>
                <a:lnTo>
                  <a:pt x="6964" y="9856"/>
                </a:lnTo>
                <a:lnTo>
                  <a:pt x="3010" y="9856"/>
                </a:lnTo>
                <a:cubicBezTo>
                  <a:pt x="2302" y="9856"/>
                  <a:pt x="1711" y="10416"/>
                  <a:pt x="1711" y="11154"/>
                </a:cubicBezTo>
                <a:lnTo>
                  <a:pt x="1711" y="11567"/>
                </a:lnTo>
                <a:lnTo>
                  <a:pt x="1003" y="11567"/>
                </a:lnTo>
                <a:cubicBezTo>
                  <a:pt x="472" y="11567"/>
                  <a:pt x="0" y="12039"/>
                  <a:pt x="0" y="12600"/>
                </a:cubicBezTo>
                <a:lnTo>
                  <a:pt x="0" y="13751"/>
                </a:lnTo>
                <a:cubicBezTo>
                  <a:pt x="0" y="14282"/>
                  <a:pt x="472" y="14754"/>
                  <a:pt x="1003" y="14754"/>
                </a:cubicBezTo>
                <a:lnTo>
                  <a:pt x="3334" y="14754"/>
                </a:lnTo>
                <a:cubicBezTo>
                  <a:pt x="3866" y="14754"/>
                  <a:pt x="4338" y="14311"/>
                  <a:pt x="4338" y="13751"/>
                </a:cubicBezTo>
                <a:lnTo>
                  <a:pt x="4338" y="12600"/>
                </a:lnTo>
                <a:cubicBezTo>
                  <a:pt x="4338" y="12039"/>
                  <a:pt x="3895" y="11597"/>
                  <a:pt x="3334" y="11597"/>
                </a:cubicBezTo>
                <a:lnTo>
                  <a:pt x="2597" y="11597"/>
                </a:lnTo>
                <a:lnTo>
                  <a:pt x="2597" y="11154"/>
                </a:lnTo>
                <a:cubicBezTo>
                  <a:pt x="2597" y="10918"/>
                  <a:pt x="2774" y="10711"/>
                  <a:pt x="3010" y="10711"/>
                </a:cubicBezTo>
                <a:lnTo>
                  <a:pt x="6934" y="10711"/>
                </a:lnTo>
                <a:lnTo>
                  <a:pt x="6934" y="11597"/>
                </a:lnTo>
                <a:lnTo>
                  <a:pt x="6197" y="11597"/>
                </a:lnTo>
                <a:cubicBezTo>
                  <a:pt x="5636" y="11597"/>
                  <a:pt x="5193" y="12039"/>
                  <a:pt x="5193" y="12600"/>
                </a:cubicBezTo>
                <a:lnTo>
                  <a:pt x="5193" y="13751"/>
                </a:lnTo>
                <a:cubicBezTo>
                  <a:pt x="5193" y="14311"/>
                  <a:pt x="5636" y="14754"/>
                  <a:pt x="6197" y="14754"/>
                </a:cubicBezTo>
                <a:lnTo>
                  <a:pt x="8498" y="14754"/>
                </a:lnTo>
                <a:cubicBezTo>
                  <a:pt x="9059" y="14754"/>
                  <a:pt x="9501" y="14311"/>
                  <a:pt x="9501" y="13751"/>
                </a:cubicBezTo>
                <a:lnTo>
                  <a:pt x="9501" y="12600"/>
                </a:lnTo>
                <a:cubicBezTo>
                  <a:pt x="9501" y="12039"/>
                  <a:pt x="9059" y="11597"/>
                  <a:pt x="8498" y="11597"/>
                </a:cubicBezTo>
                <a:lnTo>
                  <a:pt x="7761" y="11597"/>
                </a:lnTo>
                <a:lnTo>
                  <a:pt x="7761" y="10711"/>
                </a:lnTo>
                <a:lnTo>
                  <a:pt x="11715" y="10711"/>
                </a:lnTo>
                <a:cubicBezTo>
                  <a:pt x="11951" y="10711"/>
                  <a:pt x="12157" y="10918"/>
                  <a:pt x="12157" y="11154"/>
                </a:cubicBezTo>
                <a:lnTo>
                  <a:pt x="12157" y="11597"/>
                </a:lnTo>
                <a:lnTo>
                  <a:pt x="11419" y="11597"/>
                </a:lnTo>
                <a:cubicBezTo>
                  <a:pt x="10859" y="11597"/>
                  <a:pt x="10387" y="12039"/>
                  <a:pt x="10387" y="12600"/>
                </a:cubicBezTo>
                <a:lnTo>
                  <a:pt x="10387" y="13751"/>
                </a:lnTo>
                <a:cubicBezTo>
                  <a:pt x="10387" y="14311"/>
                  <a:pt x="10859" y="14754"/>
                  <a:pt x="11419" y="14754"/>
                </a:cubicBezTo>
                <a:lnTo>
                  <a:pt x="13721" y="14754"/>
                </a:lnTo>
                <a:cubicBezTo>
                  <a:pt x="14282" y="14754"/>
                  <a:pt x="14724" y="14311"/>
                  <a:pt x="14724" y="13751"/>
                </a:cubicBezTo>
                <a:lnTo>
                  <a:pt x="14724" y="12600"/>
                </a:lnTo>
                <a:cubicBezTo>
                  <a:pt x="14724" y="12039"/>
                  <a:pt x="14282" y="11597"/>
                  <a:pt x="13721" y="11597"/>
                </a:cubicBezTo>
                <a:lnTo>
                  <a:pt x="13013" y="11597"/>
                </a:lnTo>
                <a:lnTo>
                  <a:pt x="13013" y="11154"/>
                </a:lnTo>
                <a:cubicBezTo>
                  <a:pt x="13013" y="10446"/>
                  <a:pt x="12423" y="9856"/>
                  <a:pt x="11715" y="9856"/>
                </a:cubicBezTo>
                <a:lnTo>
                  <a:pt x="7820" y="9856"/>
                </a:lnTo>
                <a:lnTo>
                  <a:pt x="7820" y="8941"/>
                </a:lnTo>
                <a:lnTo>
                  <a:pt x="9088" y="8941"/>
                </a:lnTo>
                <a:cubicBezTo>
                  <a:pt x="9354" y="8941"/>
                  <a:pt x="9531" y="8734"/>
                  <a:pt x="9531" y="8498"/>
                </a:cubicBezTo>
                <a:lnTo>
                  <a:pt x="9531" y="7466"/>
                </a:lnTo>
                <a:cubicBezTo>
                  <a:pt x="9531" y="6551"/>
                  <a:pt x="9265" y="5636"/>
                  <a:pt x="8705" y="4898"/>
                </a:cubicBezTo>
                <a:lnTo>
                  <a:pt x="8557" y="4662"/>
                </a:lnTo>
                <a:cubicBezTo>
                  <a:pt x="8852" y="4515"/>
                  <a:pt x="9118" y="4308"/>
                  <a:pt x="9324" y="4013"/>
                </a:cubicBezTo>
                <a:lnTo>
                  <a:pt x="10239" y="4013"/>
                </a:lnTo>
                <a:cubicBezTo>
                  <a:pt x="10505" y="4013"/>
                  <a:pt x="10682" y="3836"/>
                  <a:pt x="10682" y="3600"/>
                </a:cubicBezTo>
                <a:lnTo>
                  <a:pt x="10682" y="1859"/>
                </a:lnTo>
                <a:cubicBezTo>
                  <a:pt x="10682" y="1653"/>
                  <a:pt x="10534" y="1476"/>
                  <a:pt x="10328" y="1417"/>
                </a:cubicBezTo>
                <a:lnTo>
                  <a:pt x="8233" y="1180"/>
                </a:lnTo>
                <a:lnTo>
                  <a:pt x="7761" y="236"/>
                </a:lnTo>
                <a:cubicBezTo>
                  <a:pt x="7701" y="89"/>
                  <a:pt x="7554" y="0"/>
                  <a:pt x="7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8" name="Google Shape;3738;p74"/>
          <p:cNvGrpSpPr/>
          <p:nvPr/>
        </p:nvGrpSpPr>
        <p:grpSpPr>
          <a:xfrm>
            <a:off x="3340961" y="3506536"/>
            <a:ext cx="440450" cy="397869"/>
            <a:chOff x="3340961" y="3506536"/>
            <a:chExt cx="440450" cy="397869"/>
          </a:xfrm>
        </p:grpSpPr>
        <p:sp>
          <p:nvSpPr>
            <p:cNvPr id="3739" name="Google Shape;3739;p74"/>
            <p:cNvSpPr/>
            <p:nvPr/>
          </p:nvSpPr>
          <p:spPr>
            <a:xfrm>
              <a:off x="3342554" y="3624817"/>
              <a:ext cx="436482" cy="279588"/>
            </a:xfrm>
            <a:custGeom>
              <a:avLst/>
              <a:gdLst/>
              <a:ahLst/>
              <a:cxnLst/>
              <a:rect l="l" t="t" r="r" b="b"/>
              <a:pathLst>
                <a:path w="16172" h="10358" extrusionOk="0">
                  <a:moveTo>
                    <a:pt x="9296" y="945"/>
                  </a:moveTo>
                  <a:lnTo>
                    <a:pt x="9974" y="3158"/>
                  </a:lnTo>
                  <a:lnTo>
                    <a:pt x="6198" y="3158"/>
                  </a:lnTo>
                  <a:lnTo>
                    <a:pt x="6876" y="945"/>
                  </a:lnTo>
                  <a:close/>
                  <a:moveTo>
                    <a:pt x="8381" y="4102"/>
                  </a:moveTo>
                  <a:lnTo>
                    <a:pt x="8086" y="5106"/>
                  </a:lnTo>
                  <a:lnTo>
                    <a:pt x="7761" y="4102"/>
                  </a:lnTo>
                  <a:close/>
                  <a:moveTo>
                    <a:pt x="6788" y="4102"/>
                  </a:moveTo>
                  <a:lnTo>
                    <a:pt x="7437" y="6315"/>
                  </a:lnTo>
                  <a:lnTo>
                    <a:pt x="3689" y="6315"/>
                  </a:lnTo>
                  <a:lnTo>
                    <a:pt x="4339" y="4102"/>
                  </a:lnTo>
                  <a:close/>
                  <a:moveTo>
                    <a:pt x="11804" y="4102"/>
                  </a:moveTo>
                  <a:lnTo>
                    <a:pt x="12483" y="6315"/>
                  </a:lnTo>
                  <a:lnTo>
                    <a:pt x="8735" y="6315"/>
                  </a:lnTo>
                  <a:lnTo>
                    <a:pt x="9384" y="4102"/>
                  </a:lnTo>
                  <a:close/>
                  <a:moveTo>
                    <a:pt x="5873" y="7230"/>
                  </a:moveTo>
                  <a:lnTo>
                    <a:pt x="5548" y="8263"/>
                  </a:lnTo>
                  <a:lnTo>
                    <a:pt x="5253" y="7230"/>
                  </a:lnTo>
                  <a:close/>
                  <a:moveTo>
                    <a:pt x="10889" y="7230"/>
                  </a:moveTo>
                  <a:lnTo>
                    <a:pt x="10565" y="8263"/>
                  </a:lnTo>
                  <a:lnTo>
                    <a:pt x="10270" y="7230"/>
                  </a:lnTo>
                  <a:close/>
                  <a:moveTo>
                    <a:pt x="4250" y="7230"/>
                  </a:moveTo>
                  <a:lnTo>
                    <a:pt x="4929" y="9443"/>
                  </a:lnTo>
                  <a:lnTo>
                    <a:pt x="1152" y="9443"/>
                  </a:lnTo>
                  <a:lnTo>
                    <a:pt x="1830" y="7230"/>
                  </a:lnTo>
                  <a:close/>
                  <a:moveTo>
                    <a:pt x="9296" y="7230"/>
                  </a:moveTo>
                  <a:lnTo>
                    <a:pt x="9945" y="9443"/>
                  </a:lnTo>
                  <a:lnTo>
                    <a:pt x="6198" y="9443"/>
                  </a:lnTo>
                  <a:lnTo>
                    <a:pt x="6847" y="7230"/>
                  </a:lnTo>
                  <a:close/>
                  <a:moveTo>
                    <a:pt x="14312" y="7230"/>
                  </a:moveTo>
                  <a:lnTo>
                    <a:pt x="14961" y="9443"/>
                  </a:lnTo>
                  <a:lnTo>
                    <a:pt x="11214" y="9443"/>
                  </a:lnTo>
                  <a:lnTo>
                    <a:pt x="11863" y="7230"/>
                  </a:lnTo>
                  <a:close/>
                  <a:moveTo>
                    <a:pt x="6522" y="1"/>
                  </a:moveTo>
                  <a:cubicBezTo>
                    <a:pt x="6316" y="1"/>
                    <a:pt x="6139" y="148"/>
                    <a:pt x="6050" y="325"/>
                  </a:cubicBezTo>
                  <a:lnTo>
                    <a:pt x="5224" y="3158"/>
                  </a:lnTo>
                  <a:lnTo>
                    <a:pt x="4014" y="3158"/>
                  </a:lnTo>
                  <a:cubicBezTo>
                    <a:pt x="3807" y="3158"/>
                    <a:pt x="3601" y="3276"/>
                    <a:pt x="3542" y="3483"/>
                  </a:cubicBezTo>
                  <a:lnTo>
                    <a:pt x="2716" y="6286"/>
                  </a:lnTo>
                  <a:lnTo>
                    <a:pt x="1476" y="6286"/>
                  </a:lnTo>
                  <a:cubicBezTo>
                    <a:pt x="1270" y="6286"/>
                    <a:pt x="1093" y="6433"/>
                    <a:pt x="1034" y="6610"/>
                  </a:cubicBezTo>
                  <a:lnTo>
                    <a:pt x="89" y="9768"/>
                  </a:lnTo>
                  <a:cubicBezTo>
                    <a:pt x="1" y="10063"/>
                    <a:pt x="237" y="10358"/>
                    <a:pt x="562" y="10358"/>
                  </a:cubicBezTo>
                  <a:lnTo>
                    <a:pt x="15640" y="10358"/>
                  </a:lnTo>
                  <a:cubicBezTo>
                    <a:pt x="15935" y="10358"/>
                    <a:pt x="16171" y="10063"/>
                    <a:pt x="16083" y="9768"/>
                  </a:cubicBezTo>
                  <a:lnTo>
                    <a:pt x="15138" y="6610"/>
                  </a:lnTo>
                  <a:cubicBezTo>
                    <a:pt x="15079" y="6433"/>
                    <a:pt x="14902" y="6286"/>
                    <a:pt x="14696" y="6286"/>
                  </a:cubicBezTo>
                  <a:lnTo>
                    <a:pt x="13456" y="6286"/>
                  </a:lnTo>
                  <a:lnTo>
                    <a:pt x="12630" y="3483"/>
                  </a:lnTo>
                  <a:cubicBezTo>
                    <a:pt x="12571" y="3276"/>
                    <a:pt x="12365" y="3158"/>
                    <a:pt x="12158" y="3158"/>
                  </a:cubicBezTo>
                  <a:lnTo>
                    <a:pt x="10948" y="3158"/>
                  </a:lnTo>
                  <a:lnTo>
                    <a:pt x="10122" y="325"/>
                  </a:lnTo>
                  <a:cubicBezTo>
                    <a:pt x="10034" y="148"/>
                    <a:pt x="9856" y="1"/>
                    <a:pt x="9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4"/>
            <p:cNvSpPr/>
            <p:nvPr/>
          </p:nvSpPr>
          <p:spPr>
            <a:xfrm>
              <a:off x="3665111" y="3599147"/>
              <a:ext cx="116300" cy="110534"/>
            </a:xfrm>
            <a:custGeom>
              <a:avLst/>
              <a:gdLst/>
              <a:ahLst/>
              <a:cxnLst/>
              <a:rect l="l" t="t" r="r" b="b"/>
              <a:pathLst>
                <a:path w="4309" h="4095" extrusionOk="0">
                  <a:moveTo>
                    <a:pt x="2155" y="1483"/>
                  </a:moveTo>
                  <a:cubicBezTo>
                    <a:pt x="2302" y="1689"/>
                    <a:pt x="2509" y="1896"/>
                    <a:pt x="2715" y="2044"/>
                  </a:cubicBezTo>
                  <a:cubicBezTo>
                    <a:pt x="2509" y="2221"/>
                    <a:pt x="2302" y="2427"/>
                    <a:pt x="2155" y="2634"/>
                  </a:cubicBezTo>
                  <a:cubicBezTo>
                    <a:pt x="1977" y="2427"/>
                    <a:pt x="1771" y="2221"/>
                    <a:pt x="1564" y="2044"/>
                  </a:cubicBezTo>
                  <a:cubicBezTo>
                    <a:pt x="1771" y="1896"/>
                    <a:pt x="1977" y="1689"/>
                    <a:pt x="2155" y="1483"/>
                  </a:cubicBezTo>
                  <a:close/>
                  <a:moveTo>
                    <a:pt x="2155" y="0"/>
                  </a:moveTo>
                  <a:cubicBezTo>
                    <a:pt x="1970" y="0"/>
                    <a:pt x="1786" y="111"/>
                    <a:pt x="1712" y="332"/>
                  </a:cubicBezTo>
                  <a:cubicBezTo>
                    <a:pt x="1505" y="952"/>
                    <a:pt x="1033" y="1394"/>
                    <a:pt x="414" y="1601"/>
                  </a:cubicBezTo>
                  <a:cubicBezTo>
                    <a:pt x="0" y="1748"/>
                    <a:pt x="0" y="2368"/>
                    <a:pt x="414" y="2516"/>
                  </a:cubicBezTo>
                  <a:cubicBezTo>
                    <a:pt x="1033" y="2693"/>
                    <a:pt x="1505" y="3165"/>
                    <a:pt x="1712" y="3784"/>
                  </a:cubicBezTo>
                  <a:cubicBezTo>
                    <a:pt x="1786" y="3991"/>
                    <a:pt x="1970" y="4094"/>
                    <a:pt x="2155" y="4094"/>
                  </a:cubicBezTo>
                  <a:cubicBezTo>
                    <a:pt x="2339" y="4094"/>
                    <a:pt x="2523" y="3991"/>
                    <a:pt x="2597" y="3784"/>
                  </a:cubicBezTo>
                  <a:cubicBezTo>
                    <a:pt x="2804" y="3165"/>
                    <a:pt x="3276" y="2693"/>
                    <a:pt x="3866" y="2516"/>
                  </a:cubicBezTo>
                  <a:cubicBezTo>
                    <a:pt x="4309" y="2368"/>
                    <a:pt x="4309" y="1748"/>
                    <a:pt x="3866" y="1601"/>
                  </a:cubicBezTo>
                  <a:cubicBezTo>
                    <a:pt x="3276" y="1394"/>
                    <a:pt x="2804" y="922"/>
                    <a:pt x="2597" y="332"/>
                  </a:cubicBezTo>
                  <a:cubicBezTo>
                    <a:pt x="2523" y="111"/>
                    <a:pt x="2339" y="0"/>
                    <a:pt x="2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4"/>
            <p:cNvSpPr/>
            <p:nvPr/>
          </p:nvSpPr>
          <p:spPr>
            <a:xfrm>
              <a:off x="3340961" y="3616666"/>
              <a:ext cx="116327" cy="110534"/>
            </a:xfrm>
            <a:custGeom>
              <a:avLst/>
              <a:gdLst/>
              <a:ahLst/>
              <a:cxnLst/>
              <a:rect l="l" t="t" r="r" b="b"/>
              <a:pathLst>
                <a:path w="4310" h="4095" extrusionOk="0">
                  <a:moveTo>
                    <a:pt x="2155" y="1454"/>
                  </a:moveTo>
                  <a:lnTo>
                    <a:pt x="2155" y="1483"/>
                  </a:lnTo>
                  <a:cubicBezTo>
                    <a:pt x="2332" y="1690"/>
                    <a:pt x="2509" y="1896"/>
                    <a:pt x="2745" y="2044"/>
                  </a:cubicBezTo>
                  <a:cubicBezTo>
                    <a:pt x="2509" y="2221"/>
                    <a:pt x="2332" y="2398"/>
                    <a:pt x="2155" y="2634"/>
                  </a:cubicBezTo>
                  <a:cubicBezTo>
                    <a:pt x="1978" y="2398"/>
                    <a:pt x="1801" y="2221"/>
                    <a:pt x="1594" y="2044"/>
                  </a:cubicBezTo>
                  <a:cubicBezTo>
                    <a:pt x="1801" y="1867"/>
                    <a:pt x="1978" y="1690"/>
                    <a:pt x="2155" y="1454"/>
                  </a:cubicBezTo>
                  <a:close/>
                  <a:moveTo>
                    <a:pt x="2155" y="0"/>
                  </a:moveTo>
                  <a:cubicBezTo>
                    <a:pt x="1971" y="0"/>
                    <a:pt x="1786" y="111"/>
                    <a:pt x="1712" y="332"/>
                  </a:cubicBezTo>
                  <a:cubicBezTo>
                    <a:pt x="1506" y="922"/>
                    <a:pt x="1034" y="1395"/>
                    <a:pt x="444" y="1601"/>
                  </a:cubicBezTo>
                  <a:cubicBezTo>
                    <a:pt x="1" y="1749"/>
                    <a:pt x="1" y="2368"/>
                    <a:pt x="444" y="2486"/>
                  </a:cubicBezTo>
                  <a:cubicBezTo>
                    <a:pt x="1034" y="2693"/>
                    <a:pt x="1506" y="3165"/>
                    <a:pt x="1712" y="3785"/>
                  </a:cubicBezTo>
                  <a:cubicBezTo>
                    <a:pt x="1786" y="3991"/>
                    <a:pt x="1971" y="4094"/>
                    <a:pt x="2155" y="4094"/>
                  </a:cubicBezTo>
                  <a:cubicBezTo>
                    <a:pt x="2339" y="4094"/>
                    <a:pt x="2524" y="3991"/>
                    <a:pt x="2598" y="3785"/>
                  </a:cubicBezTo>
                  <a:cubicBezTo>
                    <a:pt x="2804" y="3165"/>
                    <a:pt x="3276" y="2693"/>
                    <a:pt x="3866" y="2486"/>
                  </a:cubicBezTo>
                  <a:cubicBezTo>
                    <a:pt x="4309" y="2368"/>
                    <a:pt x="4309" y="1749"/>
                    <a:pt x="3866" y="1601"/>
                  </a:cubicBezTo>
                  <a:cubicBezTo>
                    <a:pt x="3276" y="1395"/>
                    <a:pt x="2804" y="922"/>
                    <a:pt x="2598" y="332"/>
                  </a:cubicBezTo>
                  <a:cubicBezTo>
                    <a:pt x="2524" y="111"/>
                    <a:pt x="2339" y="0"/>
                    <a:pt x="2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4"/>
            <p:cNvSpPr/>
            <p:nvPr/>
          </p:nvSpPr>
          <p:spPr>
            <a:xfrm>
              <a:off x="3548029" y="3506536"/>
              <a:ext cx="25533" cy="68129"/>
            </a:xfrm>
            <a:custGeom>
              <a:avLst/>
              <a:gdLst/>
              <a:ahLst/>
              <a:cxnLst/>
              <a:rect l="l" t="t" r="r" b="b"/>
              <a:pathLst>
                <a:path w="946" h="2524" extrusionOk="0">
                  <a:moveTo>
                    <a:pt x="473" y="1"/>
                  </a:moveTo>
                  <a:cubicBezTo>
                    <a:pt x="237" y="1"/>
                    <a:pt x="1" y="163"/>
                    <a:pt x="1" y="488"/>
                  </a:cubicBezTo>
                  <a:lnTo>
                    <a:pt x="1" y="2052"/>
                  </a:lnTo>
                  <a:cubicBezTo>
                    <a:pt x="1" y="2317"/>
                    <a:pt x="207" y="2524"/>
                    <a:pt x="473" y="2524"/>
                  </a:cubicBezTo>
                  <a:cubicBezTo>
                    <a:pt x="739" y="2524"/>
                    <a:pt x="945" y="2317"/>
                    <a:pt x="945" y="2052"/>
                  </a:cubicBezTo>
                  <a:lnTo>
                    <a:pt x="945" y="488"/>
                  </a:lnTo>
                  <a:cubicBezTo>
                    <a:pt x="945" y="163"/>
                    <a:pt x="709" y="1"/>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4"/>
            <p:cNvSpPr/>
            <p:nvPr/>
          </p:nvSpPr>
          <p:spPr>
            <a:xfrm>
              <a:off x="3477018" y="3519331"/>
              <a:ext cx="45262" cy="65484"/>
            </a:xfrm>
            <a:custGeom>
              <a:avLst/>
              <a:gdLst/>
              <a:ahLst/>
              <a:cxnLst/>
              <a:rect l="l" t="t" r="r" b="b"/>
              <a:pathLst>
                <a:path w="1677" h="2426" extrusionOk="0">
                  <a:moveTo>
                    <a:pt x="567" y="1"/>
                  </a:moveTo>
                  <a:cubicBezTo>
                    <a:pt x="286" y="1"/>
                    <a:pt x="1" y="249"/>
                    <a:pt x="94" y="604"/>
                  </a:cubicBezTo>
                  <a:lnTo>
                    <a:pt x="625" y="2079"/>
                  </a:lnTo>
                  <a:cubicBezTo>
                    <a:pt x="692" y="2323"/>
                    <a:pt x="871" y="2425"/>
                    <a:pt x="1054" y="2425"/>
                  </a:cubicBezTo>
                  <a:cubicBezTo>
                    <a:pt x="1359" y="2425"/>
                    <a:pt x="1677" y="2142"/>
                    <a:pt x="1511" y="1755"/>
                  </a:cubicBezTo>
                  <a:lnTo>
                    <a:pt x="979" y="279"/>
                  </a:lnTo>
                  <a:cubicBezTo>
                    <a:pt x="893" y="84"/>
                    <a:pt x="731" y="1"/>
                    <a:pt x="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4"/>
            <p:cNvSpPr/>
            <p:nvPr/>
          </p:nvSpPr>
          <p:spPr>
            <a:xfrm>
              <a:off x="3415832" y="3553503"/>
              <a:ext cx="55788" cy="57980"/>
            </a:xfrm>
            <a:custGeom>
              <a:avLst/>
              <a:gdLst/>
              <a:ahLst/>
              <a:cxnLst/>
              <a:rect l="l" t="t" r="r" b="b"/>
              <a:pathLst>
                <a:path w="2067" h="2148" extrusionOk="0">
                  <a:moveTo>
                    <a:pt x="554" y="1"/>
                  </a:moveTo>
                  <a:cubicBezTo>
                    <a:pt x="445" y="1"/>
                    <a:pt x="331" y="38"/>
                    <a:pt x="237" y="105"/>
                  </a:cubicBezTo>
                  <a:cubicBezTo>
                    <a:pt x="30" y="282"/>
                    <a:pt x="1" y="577"/>
                    <a:pt x="178" y="784"/>
                  </a:cubicBezTo>
                  <a:lnTo>
                    <a:pt x="1181" y="1994"/>
                  </a:lnTo>
                  <a:cubicBezTo>
                    <a:pt x="1281" y="2094"/>
                    <a:pt x="1420" y="2147"/>
                    <a:pt x="1559" y="2147"/>
                  </a:cubicBezTo>
                  <a:cubicBezTo>
                    <a:pt x="1665" y="2147"/>
                    <a:pt x="1770" y="2116"/>
                    <a:pt x="1860" y="2053"/>
                  </a:cubicBezTo>
                  <a:cubicBezTo>
                    <a:pt x="2037" y="1876"/>
                    <a:pt x="2066" y="1581"/>
                    <a:pt x="1919" y="1374"/>
                  </a:cubicBezTo>
                  <a:lnTo>
                    <a:pt x="886" y="164"/>
                  </a:lnTo>
                  <a:cubicBezTo>
                    <a:pt x="806" y="52"/>
                    <a:pt x="683" y="1"/>
                    <a:pt x="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4"/>
            <p:cNvSpPr/>
            <p:nvPr/>
          </p:nvSpPr>
          <p:spPr>
            <a:xfrm>
              <a:off x="3601388" y="3519331"/>
              <a:ext cx="43670" cy="64809"/>
            </a:xfrm>
            <a:custGeom>
              <a:avLst/>
              <a:gdLst/>
              <a:ahLst/>
              <a:cxnLst/>
              <a:rect l="l" t="t" r="r" b="b"/>
              <a:pathLst>
                <a:path w="1618" h="2401" extrusionOk="0">
                  <a:moveTo>
                    <a:pt x="1061" y="1"/>
                  </a:moveTo>
                  <a:cubicBezTo>
                    <a:pt x="899" y="1"/>
                    <a:pt x="737" y="84"/>
                    <a:pt x="650" y="279"/>
                  </a:cubicBezTo>
                  <a:lnTo>
                    <a:pt x="89" y="1755"/>
                  </a:lnTo>
                  <a:cubicBezTo>
                    <a:pt x="1" y="1991"/>
                    <a:pt x="148" y="2286"/>
                    <a:pt x="384" y="2374"/>
                  </a:cubicBezTo>
                  <a:cubicBezTo>
                    <a:pt x="432" y="2392"/>
                    <a:pt x="480" y="2400"/>
                    <a:pt x="528" y="2400"/>
                  </a:cubicBezTo>
                  <a:cubicBezTo>
                    <a:pt x="720" y="2400"/>
                    <a:pt x="904" y="2268"/>
                    <a:pt x="975" y="2079"/>
                  </a:cubicBezTo>
                  <a:lnTo>
                    <a:pt x="1506" y="604"/>
                  </a:lnTo>
                  <a:cubicBezTo>
                    <a:pt x="1618" y="249"/>
                    <a:pt x="1340"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4"/>
            <p:cNvSpPr/>
            <p:nvPr/>
          </p:nvSpPr>
          <p:spPr>
            <a:xfrm>
              <a:off x="3649970" y="3553773"/>
              <a:ext cx="55788" cy="57953"/>
            </a:xfrm>
            <a:custGeom>
              <a:avLst/>
              <a:gdLst/>
              <a:ahLst/>
              <a:cxnLst/>
              <a:rect l="l" t="t" r="r" b="b"/>
              <a:pathLst>
                <a:path w="2067" h="2147" extrusionOk="0">
                  <a:moveTo>
                    <a:pt x="1554" y="1"/>
                  </a:moveTo>
                  <a:cubicBezTo>
                    <a:pt x="1420" y="1"/>
                    <a:pt x="1282" y="54"/>
                    <a:pt x="1181" y="154"/>
                  </a:cubicBezTo>
                  <a:lnTo>
                    <a:pt x="178" y="1364"/>
                  </a:lnTo>
                  <a:cubicBezTo>
                    <a:pt x="1" y="1571"/>
                    <a:pt x="30" y="1866"/>
                    <a:pt x="237" y="2043"/>
                  </a:cubicBezTo>
                  <a:cubicBezTo>
                    <a:pt x="332" y="2110"/>
                    <a:pt x="445" y="2147"/>
                    <a:pt x="557" y="2147"/>
                  </a:cubicBezTo>
                  <a:cubicBezTo>
                    <a:pt x="689" y="2147"/>
                    <a:pt x="820" y="2096"/>
                    <a:pt x="916" y="1984"/>
                  </a:cubicBezTo>
                  <a:lnTo>
                    <a:pt x="1889" y="774"/>
                  </a:lnTo>
                  <a:cubicBezTo>
                    <a:pt x="2066" y="567"/>
                    <a:pt x="2037" y="272"/>
                    <a:pt x="1830" y="95"/>
                  </a:cubicBezTo>
                  <a:cubicBezTo>
                    <a:pt x="1754" y="31"/>
                    <a:pt x="1655" y="1"/>
                    <a:pt x="1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7" name="Google Shape;3747;p74"/>
          <p:cNvSpPr/>
          <p:nvPr/>
        </p:nvSpPr>
        <p:spPr>
          <a:xfrm>
            <a:off x="8021459" y="2877638"/>
            <a:ext cx="402205" cy="398355"/>
          </a:xfrm>
          <a:custGeom>
            <a:avLst/>
            <a:gdLst/>
            <a:ahLst/>
            <a:cxnLst/>
            <a:rect l="l" t="t" r="r" b="b"/>
            <a:pathLst>
              <a:path w="14902" h="14758" extrusionOk="0">
                <a:moveTo>
                  <a:pt x="9767" y="1155"/>
                </a:moveTo>
                <a:cubicBezTo>
                  <a:pt x="9561" y="1656"/>
                  <a:pt x="9088" y="2010"/>
                  <a:pt x="8528" y="2010"/>
                </a:cubicBezTo>
                <a:lnTo>
                  <a:pt x="7879" y="2010"/>
                </a:lnTo>
                <a:cubicBezTo>
                  <a:pt x="8056" y="1509"/>
                  <a:pt x="8557" y="1155"/>
                  <a:pt x="9118" y="1155"/>
                </a:cubicBezTo>
                <a:close/>
                <a:moveTo>
                  <a:pt x="9626" y="4393"/>
                </a:moveTo>
                <a:cubicBezTo>
                  <a:pt x="9693" y="4393"/>
                  <a:pt x="9759" y="4395"/>
                  <a:pt x="9826" y="4400"/>
                </a:cubicBezTo>
                <a:cubicBezTo>
                  <a:pt x="11862" y="4548"/>
                  <a:pt x="12924" y="6112"/>
                  <a:pt x="12718" y="8502"/>
                </a:cubicBezTo>
                <a:lnTo>
                  <a:pt x="12688" y="8502"/>
                </a:lnTo>
                <a:cubicBezTo>
                  <a:pt x="12688" y="8679"/>
                  <a:pt x="12659" y="8827"/>
                  <a:pt x="12629" y="9004"/>
                </a:cubicBezTo>
                <a:lnTo>
                  <a:pt x="11361" y="9004"/>
                </a:lnTo>
                <a:lnTo>
                  <a:pt x="10328" y="7440"/>
                </a:lnTo>
                <a:cubicBezTo>
                  <a:pt x="10251" y="7312"/>
                  <a:pt x="10120" y="7251"/>
                  <a:pt x="9985" y="7251"/>
                </a:cubicBezTo>
                <a:cubicBezTo>
                  <a:pt x="9809" y="7251"/>
                  <a:pt x="9628" y="7357"/>
                  <a:pt x="9561" y="7558"/>
                </a:cubicBezTo>
                <a:lnTo>
                  <a:pt x="8823" y="9623"/>
                </a:lnTo>
                <a:lnTo>
                  <a:pt x="7820" y="6968"/>
                </a:lnTo>
                <a:cubicBezTo>
                  <a:pt x="7747" y="6779"/>
                  <a:pt x="7575" y="6683"/>
                  <a:pt x="7405" y="6683"/>
                </a:cubicBezTo>
                <a:cubicBezTo>
                  <a:pt x="7228" y="6683"/>
                  <a:pt x="7054" y="6787"/>
                  <a:pt x="6993" y="6997"/>
                </a:cubicBezTo>
                <a:lnTo>
                  <a:pt x="5990" y="10213"/>
                </a:lnTo>
                <a:lnTo>
                  <a:pt x="5252" y="7558"/>
                </a:lnTo>
                <a:cubicBezTo>
                  <a:pt x="5185" y="7357"/>
                  <a:pt x="5004" y="7251"/>
                  <a:pt x="4822" y="7251"/>
                </a:cubicBezTo>
                <a:cubicBezTo>
                  <a:pt x="4684" y="7251"/>
                  <a:pt x="4545" y="7312"/>
                  <a:pt x="4456" y="7440"/>
                </a:cubicBezTo>
                <a:lnTo>
                  <a:pt x="3453" y="8974"/>
                </a:lnTo>
                <a:lnTo>
                  <a:pt x="2154" y="8974"/>
                </a:lnTo>
                <a:cubicBezTo>
                  <a:pt x="2154" y="8827"/>
                  <a:pt x="2125" y="8679"/>
                  <a:pt x="2125" y="8502"/>
                </a:cubicBezTo>
                <a:cubicBezTo>
                  <a:pt x="1889" y="6112"/>
                  <a:pt x="2980" y="4548"/>
                  <a:pt x="4987" y="4400"/>
                </a:cubicBezTo>
                <a:cubicBezTo>
                  <a:pt x="5054" y="4395"/>
                  <a:pt x="5121" y="4393"/>
                  <a:pt x="5187" y="4393"/>
                </a:cubicBezTo>
                <a:cubicBezTo>
                  <a:pt x="5915" y="4393"/>
                  <a:pt x="6625" y="4686"/>
                  <a:pt x="7111" y="5227"/>
                </a:cubicBezTo>
                <a:cubicBezTo>
                  <a:pt x="7200" y="5300"/>
                  <a:pt x="7311" y="5337"/>
                  <a:pt x="7421" y="5337"/>
                </a:cubicBezTo>
                <a:cubicBezTo>
                  <a:pt x="7532" y="5337"/>
                  <a:pt x="7643" y="5300"/>
                  <a:pt x="7731" y="5227"/>
                </a:cubicBezTo>
                <a:cubicBezTo>
                  <a:pt x="8218" y="4686"/>
                  <a:pt x="8902" y="4393"/>
                  <a:pt x="9626" y="4393"/>
                </a:cubicBezTo>
                <a:close/>
                <a:moveTo>
                  <a:pt x="7407" y="8443"/>
                </a:moveTo>
                <a:lnTo>
                  <a:pt x="8410" y="11010"/>
                </a:lnTo>
                <a:cubicBezTo>
                  <a:pt x="8484" y="11202"/>
                  <a:pt x="8653" y="11298"/>
                  <a:pt x="8823" y="11298"/>
                </a:cubicBezTo>
                <a:cubicBezTo>
                  <a:pt x="8993" y="11298"/>
                  <a:pt x="9162" y="11202"/>
                  <a:pt x="9236" y="11010"/>
                </a:cubicBezTo>
                <a:lnTo>
                  <a:pt x="10092" y="8650"/>
                </a:lnTo>
                <a:lnTo>
                  <a:pt x="10770" y="9682"/>
                </a:lnTo>
                <a:cubicBezTo>
                  <a:pt x="10859" y="9800"/>
                  <a:pt x="10977" y="9859"/>
                  <a:pt x="11124" y="9889"/>
                </a:cubicBezTo>
                <a:lnTo>
                  <a:pt x="12452" y="9889"/>
                </a:lnTo>
                <a:cubicBezTo>
                  <a:pt x="12216" y="10745"/>
                  <a:pt x="11862" y="11571"/>
                  <a:pt x="11361" y="12338"/>
                </a:cubicBezTo>
                <a:lnTo>
                  <a:pt x="11331" y="12338"/>
                </a:lnTo>
                <a:cubicBezTo>
                  <a:pt x="10652" y="13341"/>
                  <a:pt x="9856" y="13902"/>
                  <a:pt x="9088" y="13902"/>
                </a:cubicBezTo>
                <a:lnTo>
                  <a:pt x="8970" y="13902"/>
                </a:lnTo>
                <a:cubicBezTo>
                  <a:pt x="8469" y="13843"/>
                  <a:pt x="8026" y="13666"/>
                  <a:pt x="7643" y="13341"/>
                </a:cubicBezTo>
                <a:cubicBezTo>
                  <a:pt x="7569" y="13282"/>
                  <a:pt x="7473" y="13253"/>
                  <a:pt x="7377" y="13253"/>
                </a:cubicBezTo>
                <a:cubicBezTo>
                  <a:pt x="7281" y="13253"/>
                  <a:pt x="7185" y="13282"/>
                  <a:pt x="7111" y="13341"/>
                </a:cubicBezTo>
                <a:cubicBezTo>
                  <a:pt x="6728" y="13666"/>
                  <a:pt x="6285" y="13843"/>
                  <a:pt x="5784" y="13902"/>
                </a:cubicBezTo>
                <a:cubicBezTo>
                  <a:pt x="5746" y="13905"/>
                  <a:pt x="5707" y="13906"/>
                  <a:pt x="5669" y="13906"/>
                </a:cubicBezTo>
                <a:cubicBezTo>
                  <a:pt x="4905" y="13906"/>
                  <a:pt x="4097" y="13349"/>
                  <a:pt x="3423" y="12338"/>
                </a:cubicBezTo>
                <a:cubicBezTo>
                  <a:pt x="2892" y="11600"/>
                  <a:pt x="2538" y="10745"/>
                  <a:pt x="2302" y="9859"/>
                </a:cubicBezTo>
                <a:lnTo>
                  <a:pt x="3630" y="9859"/>
                </a:lnTo>
                <a:cubicBezTo>
                  <a:pt x="3649" y="9863"/>
                  <a:pt x="3668" y="9865"/>
                  <a:pt x="3688" y="9865"/>
                </a:cubicBezTo>
                <a:cubicBezTo>
                  <a:pt x="3814" y="9865"/>
                  <a:pt x="3932" y="9785"/>
                  <a:pt x="3984" y="9682"/>
                </a:cubicBezTo>
                <a:lnTo>
                  <a:pt x="4633" y="8738"/>
                </a:lnTo>
                <a:lnTo>
                  <a:pt x="5518" y="11866"/>
                </a:lnTo>
                <a:cubicBezTo>
                  <a:pt x="5577" y="12072"/>
                  <a:pt x="5754" y="12176"/>
                  <a:pt x="5931" y="12176"/>
                </a:cubicBezTo>
                <a:cubicBezTo>
                  <a:pt x="6108" y="12176"/>
                  <a:pt x="6285" y="12072"/>
                  <a:pt x="6344" y="11866"/>
                </a:cubicBezTo>
                <a:lnTo>
                  <a:pt x="7407" y="8443"/>
                </a:lnTo>
                <a:close/>
                <a:moveTo>
                  <a:pt x="5665" y="0"/>
                </a:moveTo>
                <a:cubicBezTo>
                  <a:pt x="5455" y="0"/>
                  <a:pt x="5277" y="144"/>
                  <a:pt x="5223" y="387"/>
                </a:cubicBezTo>
                <a:cubicBezTo>
                  <a:pt x="5193" y="623"/>
                  <a:pt x="5371" y="830"/>
                  <a:pt x="5607" y="860"/>
                </a:cubicBezTo>
                <a:cubicBezTo>
                  <a:pt x="6403" y="1007"/>
                  <a:pt x="6964" y="1686"/>
                  <a:pt x="6964" y="2482"/>
                </a:cubicBezTo>
                <a:lnTo>
                  <a:pt x="6964" y="4046"/>
                </a:lnTo>
                <a:cubicBezTo>
                  <a:pt x="6448" y="3711"/>
                  <a:pt x="5820" y="3534"/>
                  <a:pt x="5177" y="3534"/>
                </a:cubicBezTo>
                <a:cubicBezTo>
                  <a:pt x="5084" y="3534"/>
                  <a:pt x="4991" y="3537"/>
                  <a:pt x="4898" y="3545"/>
                </a:cubicBezTo>
                <a:cubicBezTo>
                  <a:pt x="3807" y="3604"/>
                  <a:pt x="2803" y="4135"/>
                  <a:pt x="2095" y="4991"/>
                </a:cubicBezTo>
                <a:cubicBezTo>
                  <a:pt x="1417" y="5905"/>
                  <a:pt x="1121" y="7145"/>
                  <a:pt x="1239" y="8590"/>
                </a:cubicBezTo>
                <a:cubicBezTo>
                  <a:pt x="1239" y="8738"/>
                  <a:pt x="1269" y="8886"/>
                  <a:pt x="1298" y="9004"/>
                </a:cubicBezTo>
                <a:lnTo>
                  <a:pt x="472" y="9004"/>
                </a:lnTo>
                <a:cubicBezTo>
                  <a:pt x="266" y="9004"/>
                  <a:pt x="59" y="9151"/>
                  <a:pt x="30" y="9387"/>
                </a:cubicBezTo>
                <a:cubicBezTo>
                  <a:pt x="0" y="9623"/>
                  <a:pt x="207" y="9859"/>
                  <a:pt x="472" y="9859"/>
                </a:cubicBezTo>
                <a:lnTo>
                  <a:pt x="1446" y="9859"/>
                </a:lnTo>
                <a:cubicBezTo>
                  <a:pt x="1682" y="10922"/>
                  <a:pt x="2125" y="11895"/>
                  <a:pt x="2715" y="12810"/>
                </a:cubicBezTo>
                <a:cubicBezTo>
                  <a:pt x="3600" y="14079"/>
                  <a:pt x="4633" y="14758"/>
                  <a:pt x="5666" y="14758"/>
                </a:cubicBezTo>
                <a:lnTo>
                  <a:pt x="5902" y="14758"/>
                </a:lnTo>
                <a:cubicBezTo>
                  <a:pt x="6433" y="14699"/>
                  <a:pt x="6964" y="14521"/>
                  <a:pt x="7407" y="14197"/>
                </a:cubicBezTo>
                <a:cubicBezTo>
                  <a:pt x="7849" y="14521"/>
                  <a:pt x="8380" y="14699"/>
                  <a:pt x="8911" y="14758"/>
                </a:cubicBezTo>
                <a:lnTo>
                  <a:pt x="9118" y="14758"/>
                </a:lnTo>
                <a:cubicBezTo>
                  <a:pt x="10180" y="14758"/>
                  <a:pt x="11213" y="14049"/>
                  <a:pt x="12069" y="12810"/>
                </a:cubicBezTo>
                <a:cubicBezTo>
                  <a:pt x="12688" y="11895"/>
                  <a:pt x="13101" y="10922"/>
                  <a:pt x="13367" y="9859"/>
                </a:cubicBezTo>
                <a:lnTo>
                  <a:pt x="14341" y="9859"/>
                </a:lnTo>
                <a:cubicBezTo>
                  <a:pt x="14901" y="9859"/>
                  <a:pt x="14901" y="9004"/>
                  <a:pt x="14341" y="9004"/>
                </a:cubicBezTo>
                <a:lnTo>
                  <a:pt x="13485" y="9004"/>
                </a:lnTo>
                <a:cubicBezTo>
                  <a:pt x="13485" y="8856"/>
                  <a:pt x="13544" y="8709"/>
                  <a:pt x="13544" y="8590"/>
                </a:cubicBezTo>
                <a:cubicBezTo>
                  <a:pt x="13662" y="7115"/>
                  <a:pt x="13367" y="5876"/>
                  <a:pt x="12688" y="4991"/>
                </a:cubicBezTo>
                <a:cubicBezTo>
                  <a:pt x="11980" y="4105"/>
                  <a:pt x="10977" y="3574"/>
                  <a:pt x="9885" y="3515"/>
                </a:cubicBezTo>
                <a:cubicBezTo>
                  <a:pt x="9802" y="3509"/>
                  <a:pt x="9718" y="3505"/>
                  <a:pt x="9635" y="3505"/>
                </a:cubicBezTo>
                <a:cubicBezTo>
                  <a:pt x="8982" y="3505"/>
                  <a:pt x="8343" y="3706"/>
                  <a:pt x="7820" y="4046"/>
                </a:cubicBezTo>
                <a:lnTo>
                  <a:pt x="7820" y="2896"/>
                </a:lnTo>
                <a:lnTo>
                  <a:pt x="8557" y="2896"/>
                </a:lnTo>
                <a:cubicBezTo>
                  <a:pt x="9738" y="2866"/>
                  <a:pt x="10711" y="1922"/>
                  <a:pt x="10711" y="712"/>
                </a:cubicBezTo>
                <a:cubicBezTo>
                  <a:pt x="10711" y="476"/>
                  <a:pt x="10505" y="299"/>
                  <a:pt x="10269" y="299"/>
                </a:cubicBezTo>
                <a:lnTo>
                  <a:pt x="9118" y="299"/>
                </a:lnTo>
                <a:cubicBezTo>
                  <a:pt x="8469" y="299"/>
                  <a:pt x="7820" y="594"/>
                  <a:pt x="7436" y="1125"/>
                </a:cubicBezTo>
                <a:cubicBezTo>
                  <a:pt x="7052" y="535"/>
                  <a:pt x="6433" y="122"/>
                  <a:pt x="5725" y="4"/>
                </a:cubicBezTo>
                <a:cubicBezTo>
                  <a:pt x="5705" y="1"/>
                  <a:pt x="5685" y="0"/>
                  <a:pt x="56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8" name="Google Shape;3748;p74"/>
          <p:cNvGrpSpPr/>
          <p:nvPr/>
        </p:nvGrpSpPr>
        <p:grpSpPr>
          <a:xfrm>
            <a:off x="6687370" y="2877935"/>
            <a:ext cx="401503" cy="397896"/>
            <a:chOff x="6687370" y="2877935"/>
            <a:chExt cx="401503" cy="397896"/>
          </a:xfrm>
        </p:grpSpPr>
        <p:sp>
          <p:nvSpPr>
            <p:cNvPr id="3749" name="Google Shape;3749;p74"/>
            <p:cNvSpPr/>
            <p:nvPr/>
          </p:nvSpPr>
          <p:spPr>
            <a:xfrm>
              <a:off x="6687370" y="2877935"/>
              <a:ext cx="401503" cy="397896"/>
            </a:xfrm>
            <a:custGeom>
              <a:avLst/>
              <a:gdLst/>
              <a:ahLst/>
              <a:cxnLst/>
              <a:rect l="l" t="t" r="r" b="b"/>
              <a:pathLst>
                <a:path w="14876" h="14741" extrusionOk="0">
                  <a:moveTo>
                    <a:pt x="3671" y="4500"/>
                  </a:moveTo>
                  <a:cubicBezTo>
                    <a:pt x="3835" y="4500"/>
                    <a:pt x="4000" y="4512"/>
                    <a:pt x="4165" y="4537"/>
                  </a:cubicBezTo>
                  <a:cubicBezTo>
                    <a:pt x="3840" y="5039"/>
                    <a:pt x="3516" y="5540"/>
                    <a:pt x="3250" y="6071"/>
                  </a:cubicBezTo>
                  <a:cubicBezTo>
                    <a:pt x="2748" y="5629"/>
                    <a:pt x="2129" y="5393"/>
                    <a:pt x="1480" y="5334"/>
                  </a:cubicBezTo>
                  <a:cubicBezTo>
                    <a:pt x="2092" y="4795"/>
                    <a:pt x="2868" y="4500"/>
                    <a:pt x="3671" y="4500"/>
                  </a:cubicBezTo>
                  <a:close/>
                  <a:moveTo>
                    <a:pt x="13600" y="872"/>
                  </a:moveTo>
                  <a:cubicBezTo>
                    <a:pt x="13711" y="872"/>
                    <a:pt x="13821" y="874"/>
                    <a:pt x="13932" y="878"/>
                  </a:cubicBezTo>
                  <a:cubicBezTo>
                    <a:pt x="13961" y="1734"/>
                    <a:pt x="13873" y="2589"/>
                    <a:pt x="13725" y="3445"/>
                  </a:cubicBezTo>
                  <a:lnTo>
                    <a:pt x="13725" y="3416"/>
                  </a:lnTo>
                  <a:cubicBezTo>
                    <a:pt x="13401" y="5481"/>
                    <a:pt x="12456" y="7370"/>
                    <a:pt x="11010" y="8904"/>
                  </a:cubicBezTo>
                  <a:cubicBezTo>
                    <a:pt x="10066" y="9819"/>
                    <a:pt x="8974" y="10556"/>
                    <a:pt x="7765" y="11088"/>
                  </a:cubicBezTo>
                  <a:lnTo>
                    <a:pt x="3752" y="7045"/>
                  </a:lnTo>
                  <a:cubicBezTo>
                    <a:pt x="4283" y="5835"/>
                    <a:pt x="5020" y="4744"/>
                    <a:pt x="5906" y="3799"/>
                  </a:cubicBezTo>
                  <a:cubicBezTo>
                    <a:pt x="7411" y="2383"/>
                    <a:pt x="9329" y="1439"/>
                    <a:pt x="11365" y="1085"/>
                  </a:cubicBezTo>
                  <a:cubicBezTo>
                    <a:pt x="12110" y="956"/>
                    <a:pt x="12855" y="872"/>
                    <a:pt x="13600" y="872"/>
                  </a:cubicBezTo>
                  <a:close/>
                  <a:moveTo>
                    <a:pt x="3398" y="7901"/>
                  </a:moveTo>
                  <a:lnTo>
                    <a:pt x="6909" y="11442"/>
                  </a:lnTo>
                  <a:cubicBezTo>
                    <a:pt x="6614" y="11560"/>
                    <a:pt x="6319" y="11648"/>
                    <a:pt x="6024" y="11766"/>
                  </a:cubicBezTo>
                  <a:lnTo>
                    <a:pt x="3073" y="8816"/>
                  </a:lnTo>
                  <a:cubicBezTo>
                    <a:pt x="3161" y="8491"/>
                    <a:pt x="3280" y="8196"/>
                    <a:pt x="3398" y="7901"/>
                  </a:cubicBezTo>
                  <a:close/>
                  <a:moveTo>
                    <a:pt x="10243" y="10645"/>
                  </a:moveTo>
                  <a:lnTo>
                    <a:pt x="10243" y="10645"/>
                  </a:lnTo>
                  <a:cubicBezTo>
                    <a:pt x="10418" y="11606"/>
                    <a:pt x="10133" y="12567"/>
                    <a:pt x="9473" y="13301"/>
                  </a:cubicBezTo>
                  <a:lnTo>
                    <a:pt x="9473" y="13301"/>
                  </a:lnTo>
                  <a:cubicBezTo>
                    <a:pt x="9410" y="12662"/>
                    <a:pt x="9174" y="12054"/>
                    <a:pt x="8738" y="11560"/>
                  </a:cubicBezTo>
                  <a:cubicBezTo>
                    <a:pt x="9270" y="11294"/>
                    <a:pt x="9771" y="10970"/>
                    <a:pt x="10243" y="10645"/>
                  </a:cubicBezTo>
                  <a:close/>
                  <a:moveTo>
                    <a:pt x="3145" y="10584"/>
                  </a:moveTo>
                  <a:cubicBezTo>
                    <a:pt x="3757" y="10584"/>
                    <a:pt x="4367" y="11083"/>
                    <a:pt x="4224" y="11855"/>
                  </a:cubicBezTo>
                  <a:cubicBezTo>
                    <a:pt x="4135" y="12238"/>
                    <a:pt x="3899" y="12533"/>
                    <a:pt x="3545" y="12652"/>
                  </a:cubicBezTo>
                  <a:lnTo>
                    <a:pt x="1273" y="13537"/>
                  </a:lnTo>
                  <a:lnTo>
                    <a:pt x="2158" y="11265"/>
                  </a:lnTo>
                  <a:cubicBezTo>
                    <a:pt x="2355" y="10791"/>
                    <a:pt x="2750" y="10584"/>
                    <a:pt x="3145" y="10584"/>
                  </a:cubicBezTo>
                  <a:close/>
                  <a:moveTo>
                    <a:pt x="13631" y="1"/>
                  </a:moveTo>
                  <a:cubicBezTo>
                    <a:pt x="12826" y="1"/>
                    <a:pt x="12022" y="72"/>
                    <a:pt x="11217" y="229"/>
                  </a:cubicBezTo>
                  <a:cubicBezTo>
                    <a:pt x="10214" y="406"/>
                    <a:pt x="9211" y="731"/>
                    <a:pt x="8266" y="1144"/>
                  </a:cubicBezTo>
                  <a:cubicBezTo>
                    <a:pt x="7175" y="1645"/>
                    <a:pt x="6171" y="2353"/>
                    <a:pt x="5316" y="3180"/>
                  </a:cubicBezTo>
                  <a:cubicBezTo>
                    <a:pt x="5138" y="3386"/>
                    <a:pt x="4961" y="3593"/>
                    <a:pt x="4784" y="3799"/>
                  </a:cubicBezTo>
                  <a:cubicBezTo>
                    <a:pt x="4401" y="3686"/>
                    <a:pt x="4014" y="3632"/>
                    <a:pt x="3634" y="3632"/>
                  </a:cubicBezTo>
                  <a:cubicBezTo>
                    <a:pt x="2225" y="3632"/>
                    <a:pt x="901" y="4374"/>
                    <a:pt x="181" y="5629"/>
                  </a:cubicBezTo>
                  <a:lnTo>
                    <a:pt x="181" y="5658"/>
                  </a:lnTo>
                  <a:cubicBezTo>
                    <a:pt x="1" y="5968"/>
                    <a:pt x="203" y="6300"/>
                    <a:pt x="513" y="6300"/>
                  </a:cubicBezTo>
                  <a:cubicBezTo>
                    <a:pt x="558" y="6300"/>
                    <a:pt x="605" y="6293"/>
                    <a:pt x="653" y="6278"/>
                  </a:cubicBezTo>
                  <a:lnTo>
                    <a:pt x="771" y="6278"/>
                  </a:lnTo>
                  <a:cubicBezTo>
                    <a:pt x="970" y="6217"/>
                    <a:pt x="1172" y="6187"/>
                    <a:pt x="1372" y="6187"/>
                  </a:cubicBezTo>
                  <a:cubicBezTo>
                    <a:pt x="1946" y="6187"/>
                    <a:pt x="2502" y="6430"/>
                    <a:pt x="2896" y="6868"/>
                  </a:cubicBezTo>
                  <a:cubicBezTo>
                    <a:pt x="2630" y="7488"/>
                    <a:pt x="2394" y="8137"/>
                    <a:pt x="2188" y="8786"/>
                  </a:cubicBezTo>
                  <a:cubicBezTo>
                    <a:pt x="2129" y="8934"/>
                    <a:pt x="2188" y="9111"/>
                    <a:pt x="2306" y="9199"/>
                  </a:cubicBezTo>
                  <a:lnTo>
                    <a:pt x="2807" y="9730"/>
                  </a:lnTo>
                  <a:cubicBezTo>
                    <a:pt x="2188" y="9878"/>
                    <a:pt x="1657" y="10320"/>
                    <a:pt x="1391" y="10940"/>
                  </a:cubicBezTo>
                  <a:lnTo>
                    <a:pt x="152" y="14127"/>
                  </a:lnTo>
                  <a:cubicBezTo>
                    <a:pt x="28" y="14424"/>
                    <a:pt x="258" y="14722"/>
                    <a:pt x="545" y="14722"/>
                  </a:cubicBezTo>
                  <a:cubicBezTo>
                    <a:pt x="599" y="14722"/>
                    <a:pt x="656" y="14711"/>
                    <a:pt x="712" y="14688"/>
                  </a:cubicBezTo>
                  <a:lnTo>
                    <a:pt x="3929" y="13448"/>
                  </a:lnTo>
                  <a:cubicBezTo>
                    <a:pt x="4519" y="13212"/>
                    <a:pt x="4991" y="12681"/>
                    <a:pt x="5109" y="12032"/>
                  </a:cubicBezTo>
                  <a:lnTo>
                    <a:pt x="5640" y="12563"/>
                  </a:lnTo>
                  <a:cubicBezTo>
                    <a:pt x="5704" y="12627"/>
                    <a:pt x="5814" y="12675"/>
                    <a:pt x="5925" y="12675"/>
                  </a:cubicBezTo>
                  <a:cubicBezTo>
                    <a:pt x="5969" y="12675"/>
                    <a:pt x="6012" y="12668"/>
                    <a:pt x="6053" y="12652"/>
                  </a:cubicBezTo>
                  <a:cubicBezTo>
                    <a:pt x="6702" y="12445"/>
                    <a:pt x="7352" y="12209"/>
                    <a:pt x="7971" y="11943"/>
                  </a:cubicBezTo>
                  <a:cubicBezTo>
                    <a:pt x="8561" y="12474"/>
                    <a:pt x="8797" y="13301"/>
                    <a:pt x="8591" y="14068"/>
                  </a:cubicBezTo>
                  <a:lnTo>
                    <a:pt x="8532" y="14186"/>
                  </a:lnTo>
                  <a:cubicBezTo>
                    <a:pt x="8461" y="14491"/>
                    <a:pt x="8708" y="14740"/>
                    <a:pt x="8976" y="14740"/>
                  </a:cubicBezTo>
                  <a:cubicBezTo>
                    <a:pt x="9045" y="14740"/>
                    <a:pt x="9115" y="14724"/>
                    <a:pt x="9181" y="14688"/>
                  </a:cubicBezTo>
                  <a:lnTo>
                    <a:pt x="9211" y="14688"/>
                  </a:lnTo>
                  <a:cubicBezTo>
                    <a:pt x="10804" y="13743"/>
                    <a:pt x="11571" y="11855"/>
                    <a:pt x="11040" y="10055"/>
                  </a:cubicBezTo>
                  <a:cubicBezTo>
                    <a:pt x="11276" y="9878"/>
                    <a:pt x="11453" y="9701"/>
                    <a:pt x="11660" y="9524"/>
                  </a:cubicBezTo>
                  <a:cubicBezTo>
                    <a:pt x="12515" y="8668"/>
                    <a:pt x="13194" y="7665"/>
                    <a:pt x="13696" y="6573"/>
                  </a:cubicBezTo>
                  <a:cubicBezTo>
                    <a:pt x="14109" y="5629"/>
                    <a:pt x="14433" y="4625"/>
                    <a:pt x="14610" y="3622"/>
                  </a:cubicBezTo>
                  <a:cubicBezTo>
                    <a:pt x="14817" y="2560"/>
                    <a:pt x="14876" y="1498"/>
                    <a:pt x="14846" y="435"/>
                  </a:cubicBezTo>
                  <a:lnTo>
                    <a:pt x="14817" y="406"/>
                  </a:lnTo>
                  <a:cubicBezTo>
                    <a:pt x="14787" y="199"/>
                    <a:pt x="14640" y="22"/>
                    <a:pt x="14404" y="22"/>
                  </a:cubicBezTo>
                  <a:cubicBezTo>
                    <a:pt x="14146" y="8"/>
                    <a:pt x="13888" y="1"/>
                    <a:pt x="136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4"/>
            <p:cNvSpPr/>
            <p:nvPr/>
          </p:nvSpPr>
          <p:spPr>
            <a:xfrm>
              <a:off x="6888851" y="2967820"/>
              <a:ext cx="110794" cy="103840"/>
            </a:xfrm>
            <a:custGeom>
              <a:avLst/>
              <a:gdLst/>
              <a:ahLst/>
              <a:cxnLst/>
              <a:rect l="l" t="t" r="r" b="b"/>
              <a:pathLst>
                <a:path w="4105" h="3847" extrusionOk="0">
                  <a:moveTo>
                    <a:pt x="2782" y="665"/>
                  </a:moveTo>
                  <a:cubicBezTo>
                    <a:pt x="2821" y="665"/>
                    <a:pt x="2859" y="668"/>
                    <a:pt x="2896" y="676"/>
                  </a:cubicBezTo>
                  <a:lnTo>
                    <a:pt x="2306" y="1266"/>
                  </a:lnTo>
                  <a:cubicBezTo>
                    <a:pt x="2277" y="1207"/>
                    <a:pt x="2277" y="1148"/>
                    <a:pt x="2247" y="1089"/>
                  </a:cubicBezTo>
                  <a:cubicBezTo>
                    <a:pt x="2247" y="941"/>
                    <a:pt x="2336" y="823"/>
                    <a:pt x="2454" y="764"/>
                  </a:cubicBezTo>
                  <a:cubicBezTo>
                    <a:pt x="2542" y="698"/>
                    <a:pt x="2664" y="665"/>
                    <a:pt x="2782" y="665"/>
                  </a:cubicBezTo>
                  <a:close/>
                  <a:moveTo>
                    <a:pt x="2100" y="2299"/>
                  </a:moveTo>
                  <a:cubicBezTo>
                    <a:pt x="2247" y="2564"/>
                    <a:pt x="2188" y="2889"/>
                    <a:pt x="1923" y="3036"/>
                  </a:cubicBezTo>
                  <a:cubicBezTo>
                    <a:pt x="1812" y="3129"/>
                    <a:pt x="1667" y="3175"/>
                    <a:pt x="1523" y="3175"/>
                  </a:cubicBezTo>
                  <a:cubicBezTo>
                    <a:pt x="1437" y="3175"/>
                    <a:pt x="1351" y="3158"/>
                    <a:pt x="1273" y="3125"/>
                  </a:cubicBezTo>
                  <a:lnTo>
                    <a:pt x="2100" y="2299"/>
                  </a:lnTo>
                  <a:close/>
                  <a:moveTo>
                    <a:pt x="3680" y="0"/>
                  </a:moveTo>
                  <a:cubicBezTo>
                    <a:pt x="3615" y="0"/>
                    <a:pt x="3547" y="25"/>
                    <a:pt x="3486" y="86"/>
                  </a:cubicBezTo>
                  <a:lnTo>
                    <a:pt x="3339" y="263"/>
                  </a:lnTo>
                  <a:lnTo>
                    <a:pt x="3250" y="204"/>
                  </a:lnTo>
                  <a:cubicBezTo>
                    <a:pt x="3099" y="128"/>
                    <a:pt x="2931" y="90"/>
                    <a:pt x="2763" y="90"/>
                  </a:cubicBezTo>
                  <a:cubicBezTo>
                    <a:pt x="2539" y="90"/>
                    <a:pt x="2315" y="157"/>
                    <a:pt x="2129" y="292"/>
                  </a:cubicBezTo>
                  <a:cubicBezTo>
                    <a:pt x="1834" y="469"/>
                    <a:pt x="1687" y="794"/>
                    <a:pt x="1687" y="1148"/>
                  </a:cubicBezTo>
                  <a:cubicBezTo>
                    <a:pt x="1716" y="1355"/>
                    <a:pt x="1775" y="1561"/>
                    <a:pt x="1864" y="1738"/>
                  </a:cubicBezTo>
                  <a:lnTo>
                    <a:pt x="831" y="2771"/>
                  </a:lnTo>
                  <a:cubicBezTo>
                    <a:pt x="713" y="2623"/>
                    <a:pt x="624" y="2446"/>
                    <a:pt x="595" y="2269"/>
                  </a:cubicBezTo>
                  <a:cubicBezTo>
                    <a:pt x="570" y="2106"/>
                    <a:pt x="454" y="2034"/>
                    <a:pt x="334" y="2034"/>
                  </a:cubicBezTo>
                  <a:cubicBezTo>
                    <a:pt x="171" y="2034"/>
                    <a:pt x="0" y="2167"/>
                    <a:pt x="34" y="2387"/>
                  </a:cubicBezTo>
                  <a:cubicBezTo>
                    <a:pt x="93" y="2682"/>
                    <a:pt x="211" y="2948"/>
                    <a:pt x="418" y="3184"/>
                  </a:cubicBezTo>
                  <a:lnTo>
                    <a:pt x="241" y="3332"/>
                  </a:lnTo>
                  <a:cubicBezTo>
                    <a:pt x="40" y="3555"/>
                    <a:pt x="228" y="3846"/>
                    <a:pt x="446" y="3846"/>
                  </a:cubicBezTo>
                  <a:cubicBezTo>
                    <a:pt x="516" y="3846"/>
                    <a:pt x="589" y="3816"/>
                    <a:pt x="654" y="3745"/>
                  </a:cubicBezTo>
                  <a:lnTo>
                    <a:pt x="831" y="3568"/>
                  </a:lnTo>
                  <a:cubicBezTo>
                    <a:pt x="1035" y="3690"/>
                    <a:pt x="1264" y="3750"/>
                    <a:pt x="1492" y="3750"/>
                  </a:cubicBezTo>
                  <a:cubicBezTo>
                    <a:pt x="1759" y="3750"/>
                    <a:pt x="2024" y="3668"/>
                    <a:pt x="2247" y="3509"/>
                  </a:cubicBezTo>
                  <a:cubicBezTo>
                    <a:pt x="2749" y="3184"/>
                    <a:pt x="2896" y="2564"/>
                    <a:pt x="2631" y="2033"/>
                  </a:cubicBezTo>
                  <a:cubicBezTo>
                    <a:pt x="2601" y="1974"/>
                    <a:pt x="2572" y="1915"/>
                    <a:pt x="2542" y="1856"/>
                  </a:cubicBezTo>
                  <a:lnTo>
                    <a:pt x="3339" y="1030"/>
                  </a:lnTo>
                  <a:cubicBezTo>
                    <a:pt x="3398" y="1118"/>
                    <a:pt x="3427" y="1207"/>
                    <a:pt x="3427" y="1295"/>
                  </a:cubicBezTo>
                  <a:cubicBezTo>
                    <a:pt x="3427" y="1443"/>
                    <a:pt x="3545" y="1591"/>
                    <a:pt x="3693" y="1591"/>
                  </a:cubicBezTo>
                  <a:cubicBezTo>
                    <a:pt x="3706" y="1593"/>
                    <a:pt x="3719" y="1594"/>
                    <a:pt x="3731" y="1594"/>
                  </a:cubicBezTo>
                  <a:cubicBezTo>
                    <a:pt x="3865" y="1594"/>
                    <a:pt x="3988" y="1460"/>
                    <a:pt x="3988" y="1325"/>
                  </a:cubicBezTo>
                  <a:cubicBezTo>
                    <a:pt x="4018" y="1059"/>
                    <a:pt x="3929" y="823"/>
                    <a:pt x="3782" y="617"/>
                  </a:cubicBezTo>
                  <a:lnTo>
                    <a:pt x="3900" y="499"/>
                  </a:lnTo>
                  <a:cubicBezTo>
                    <a:pt x="4105" y="294"/>
                    <a:pt x="3905" y="0"/>
                    <a:pt x="3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74"/>
          <p:cNvGrpSpPr/>
          <p:nvPr/>
        </p:nvGrpSpPr>
        <p:grpSpPr>
          <a:xfrm>
            <a:off x="2754010" y="2877719"/>
            <a:ext cx="398237" cy="398274"/>
            <a:chOff x="2754010" y="2877719"/>
            <a:chExt cx="398237" cy="398274"/>
          </a:xfrm>
        </p:grpSpPr>
        <p:sp>
          <p:nvSpPr>
            <p:cNvPr id="3752" name="Google Shape;3752;p74"/>
            <p:cNvSpPr/>
            <p:nvPr/>
          </p:nvSpPr>
          <p:spPr>
            <a:xfrm>
              <a:off x="2754010" y="2877719"/>
              <a:ext cx="398237" cy="398274"/>
            </a:xfrm>
            <a:custGeom>
              <a:avLst/>
              <a:gdLst/>
              <a:ahLst/>
              <a:cxnLst/>
              <a:rect l="l" t="t" r="r" b="b"/>
              <a:pathLst>
                <a:path w="14755" h="14755" extrusionOk="0">
                  <a:moveTo>
                    <a:pt x="7791" y="857"/>
                  </a:moveTo>
                  <a:lnTo>
                    <a:pt x="7791" y="1122"/>
                  </a:lnTo>
                  <a:cubicBezTo>
                    <a:pt x="7791" y="1329"/>
                    <a:pt x="7938" y="1506"/>
                    <a:pt x="8116" y="1535"/>
                  </a:cubicBezTo>
                  <a:cubicBezTo>
                    <a:pt x="8411" y="1624"/>
                    <a:pt x="8676" y="1712"/>
                    <a:pt x="8912" y="1860"/>
                  </a:cubicBezTo>
                  <a:cubicBezTo>
                    <a:pt x="8986" y="1909"/>
                    <a:pt x="9065" y="1933"/>
                    <a:pt x="9143" y="1933"/>
                  </a:cubicBezTo>
                  <a:cubicBezTo>
                    <a:pt x="9251" y="1933"/>
                    <a:pt x="9357" y="1887"/>
                    <a:pt x="9443" y="1801"/>
                  </a:cubicBezTo>
                  <a:lnTo>
                    <a:pt x="9620" y="1624"/>
                  </a:lnTo>
                  <a:lnTo>
                    <a:pt x="10240" y="2214"/>
                  </a:lnTo>
                  <a:lnTo>
                    <a:pt x="9974" y="2479"/>
                  </a:lnTo>
                  <a:cubicBezTo>
                    <a:pt x="9856" y="2597"/>
                    <a:pt x="9856" y="2804"/>
                    <a:pt x="9974" y="2922"/>
                  </a:cubicBezTo>
                  <a:cubicBezTo>
                    <a:pt x="10122" y="3188"/>
                    <a:pt x="10240" y="3424"/>
                    <a:pt x="10299" y="3719"/>
                  </a:cubicBezTo>
                  <a:cubicBezTo>
                    <a:pt x="10358" y="3896"/>
                    <a:pt x="10506" y="4043"/>
                    <a:pt x="10712" y="4043"/>
                  </a:cubicBezTo>
                  <a:lnTo>
                    <a:pt x="10978" y="4043"/>
                  </a:lnTo>
                  <a:lnTo>
                    <a:pt x="10978" y="4899"/>
                  </a:lnTo>
                  <a:lnTo>
                    <a:pt x="10712" y="4899"/>
                  </a:lnTo>
                  <a:cubicBezTo>
                    <a:pt x="10506" y="4899"/>
                    <a:pt x="10358" y="5017"/>
                    <a:pt x="10299" y="5224"/>
                  </a:cubicBezTo>
                  <a:cubicBezTo>
                    <a:pt x="10240" y="5489"/>
                    <a:pt x="10122" y="5755"/>
                    <a:pt x="9974" y="5991"/>
                  </a:cubicBezTo>
                  <a:cubicBezTo>
                    <a:pt x="9886" y="6168"/>
                    <a:pt x="9915" y="6374"/>
                    <a:pt x="10034" y="6522"/>
                  </a:cubicBezTo>
                  <a:lnTo>
                    <a:pt x="10240" y="6699"/>
                  </a:lnTo>
                  <a:lnTo>
                    <a:pt x="9650" y="7319"/>
                  </a:lnTo>
                  <a:lnTo>
                    <a:pt x="9473" y="7142"/>
                  </a:lnTo>
                  <a:cubicBezTo>
                    <a:pt x="9381" y="7049"/>
                    <a:pt x="9265" y="7003"/>
                    <a:pt x="9149" y="7003"/>
                  </a:cubicBezTo>
                  <a:cubicBezTo>
                    <a:pt x="9079" y="7003"/>
                    <a:pt x="9008" y="7020"/>
                    <a:pt x="8942" y="7053"/>
                  </a:cubicBezTo>
                  <a:cubicBezTo>
                    <a:pt x="8706" y="7201"/>
                    <a:pt x="8440" y="7319"/>
                    <a:pt x="8145" y="7378"/>
                  </a:cubicBezTo>
                  <a:cubicBezTo>
                    <a:pt x="7968" y="7437"/>
                    <a:pt x="7850" y="7614"/>
                    <a:pt x="7820" y="7791"/>
                  </a:cubicBezTo>
                  <a:lnTo>
                    <a:pt x="7820" y="8056"/>
                  </a:lnTo>
                  <a:lnTo>
                    <a:pt x="6965" y="8056"/>
                  </a:lnTo>
                  <a:lnTo>
                    <a:pt x="6965" y="7820"/>
                  </a:lnTo>
                  <a:cubicBezTo>
                    <a:pt x="6965" y="7614"/>
                    <a:pt x="6817" y="7437"/>
                    <a:pt x="6640" y="7378"/>
                  </a:cubicBezTo>
                  <a:cubicBezTo>
                    <a:pt x="6345" y="7319"/>
                    <a:pt x="6109" y="7201"/>
                    <a:pt x="5843" y="7083"/>
                  </a:cubicBezTo>
                  <a:cubicBezTo>
                    <a:pt x="5782" y="7033"/>
                    <a:pt x="5705" y="7010"/>
                    <a:pt x="5625" y="7010"/>
                  </a:cubicBezTo>
                  <a:cubicBezTo>
                    <a:pt x="5514" y="7010"/>
                    <a:pt x="5398" y="7056"/>
                    <a:pt x="5312" y="7142"/>
                  </a:cubicBezTo>
                  <a:lnTo>
                    <a:pt x="5135" y="7319"/>
                  </a:lnTo>
                  <a:lnTo>
                    <a:pt x="4545" y="6699"/>
                  </a:lnTo>
                  <a:lnTo>
                    <a:pt x="4722" y="6522"/>
                  </a:lnTo>
                  <a:cubicBezTo>
                    <a:pt x="4840" y="6374"/>
                    <a:pt x="4870" y="6168"/>
                    <a:pt x="4781" y="5991"/>
                  </a:cubicBezTo>
                  <a:cubicBezTo>
                    <a:pt x="4634" y="5755"/>
                    <a:pt x="4516" y="5489"/>
                    <a:pt x="4457" y="5224"/>
                  </a:cubicBezTo>
                  <a:cubicBezTo>
                    <a:pt x="4398" y="5017"/>
                    <a:pt x="4250" y="4899"/>
                    <a:pt x="4043" y="4899"/>
                  </a:cubicBezTo>
                  <a:lnTo>
                    <a:pt x="3778" y="4899"/>
                  </a:lnTo>
                  <a:lnTo>
                    <a:pt x="3778" y="4014"/>
                  </a:lnTo>
                  <a:lnTo>
                    <a:pt x="4043" y="4014"/>
                  </a:lnTo>
                  <a:cubicBezTo>
                    <a:pt x="4250" y="4014"/>
                    <a:pt x="4398" y="3896"/>
                    <a:pt x="4457" y="3719"/>
                  </a:cubicBezTo>
                  <a:cubicBezTo>
                    <a:pt x="4516" y="3424"/>
                    <a:pt x="4634" y="3188"/>
                    <a:pt x="4781" y="2922"/>
                  </a:cubicBezTo>
                  <a:cubicBezTo>
                    <a:pt x="4899" y="2804"/>
                    <a:pt x="4899" y="2597"/>
                    <a:pt x="4781" y="2479"/>
                  </a:cubicBezTo>
                  <a:lnTo>
                    <a:pt x="4516" y="2214"/>
                  </a:lnTo>
                  <a:lnTo>
                    <a:pt x="5135" y="1624"/>
                  </a:lnTo>
                  <a:lnTo>
                    <a:pt x="5312" y="1801"/>
                  </a:lnTo>
                  <a:cubicBezTo>
                    <a:pt x="5398" y="1887"/>
                    <a:pt x="5504" y="1933"/>
                    <a:pt x="5613" y="1933"/>
                  </a:cubicBezTo>
                  <a:cubicBezTo>
                    <a:pt x="5691" y="1933"/>
                    <a:pt x="5770" y="1909"/>
                    <a:pt x="5843" y="1860"/>
                  </a:cubicBezTo>
                  <a:cubicBezTo>
                    <a:pt x="6080" y="1712"/>
                    <a:pt x="6345" y="1624"/>
                    <a:pt x="6611" y="1535"/>
                  </a:cubicBezTo>
                  <a:cubicBezTo>
                    <a:pt x="6817" y="1506"/>
                    <a:pt x="6935" y="1329"/>
                    <a:pt x="6935" y="1122"/>
                  </a:cubicBezTo>
                  <a:lnTo>
                    <a:pt x="6935" y="857"/>
                  </a:lnTo>
                  <a:close/>
                  <a:moveTo>
                    <a:pt x="3335" y="12453"/>
                  </a:moveTo>
                  <a:cubicBezTo>
                    <a:pt x="3394" y="12453"/>
                    <a:pt x="3483" y="12512"/>
                    <a:pt x="3483" y="12600"/>
                  </a:cubicBezTo>
                  <a:lnTo>
                    <a:pt x="3483" y="13751"/>
                  </a:lnTo>
                  <a:cubicBezTo>
                    <a:pt x="3483" y="13810"/>
                    <a:pt x="3394" y="13869"/>
                    <a:pt x="3335" y="13869"/>
                  </a:cubicBezTo>
                  <a:lnTo>
                    <a:pt x="1034" y="13869"/>
                  </a:lnTo>
                  <a:cubicBezTo>
                    <a:pt x="1022" y="13873"/>
                    <a:pt x="1010" y="13875"/>
                    <a:pt x="999" y="13875"/>
                  </a:cubicBezTo>
                  <a:cubicBezTo>
                    <a:pt x="930" y="13875"/>
                    <a:pt x="886" y="13802"/>
                    <a:pt x="886" y="13751"/>
                  </a:cubicBezTo>
                  <a:lnTo>
                    <a:pt x="886" y="12600"/>
                  </a:lnTo>
                  <a:cubicBezTo>
                    <a:pt x="886" y="12512"/>
                    <a:pt x="945" y="12453"/>
                    <a:pt x="1034" y="12453"/>
                  </a:cubicBezTo>
                  <a:close/>
                  <a:moveTo>
                    <a:pt x="8529" y="12453"/>
                  </a:moveTo>
                  <a:cubicBezTo>
                    <a:pt x="8617" y="12453"/>
                    <a:pt x="8676" y="12512"/>
                    <a:pt x="8676" y="12600"/>
                  </a:cubicBezTo>
                  <a:lnTo>
                    <a:pt x="8676" y="13751"/>
                  </a:lnTo>
                  <a:cubicBezTo>
                    <a:pt x="8676" y="13810"/>
                    <a:pt x="8617" y="13869"/>
                    <a:pt x="8529" y="13869"/>
                  </a:cubicBezTo>
                  <a:lnTo>
                    <a:pt x="6227" y="13869"/>
                  </a:lnTo>
                  <a:cubicBezTo>
                    <a:pt x="6219" y="13873"/>
                    <a:pt x="6210" y="13875"/>
                    <a:pt x="6201" y="13875"/>
                  </a:cubicBezTo>
                  <a:cubicBezTo>
                    <a:pt x="6145" y="13875"/>
                    <a:pt x="6080" y="13802"/>
                    <a:pt x="6080" y="13751"/>
                  </a:cubicBezTo>
                  <a:lnTo>
                    <a:pt x="6080" y="12600"/>
                  </a:lnTo>
                  <a:cubicBezTo>
                    <a:pt x="6080" y="12512"/>
                    <a:pt x="6168" y="12453"/>
                    <a:pt x="6227" y="12453"/>
                  </a:cubicBezTo>
                  <a:close/>
                  <a:moveTo>
                    <a:pt x="13751" y="12453"/>
                  </a:moveTo>
                  <a:cubicBezTo>
                    <a:pt x="13840" y="12453"/>
                    <a:pt x="13899" y="12512"/>
                    <a:pt x="13899" y="12600"/>
                  </a:cubicBezTo>
                  <a:lnTo>
                    <a:pt x="13899" y="13751"/>
                  </a:lnTo>
                  <a:cubicBezTo>
                    <a:pt x="13899" y="13810"/>
                    <a:pt x="13840" y="13869"/>
                    <a:pt x="13751" y="13869"/>
                  </a:cubicBezTo>
                  <a:lnTo>
                    <a:pt x="11450" y="13869"/>
                  </a:lnTo>
                  <a:cubicBezTo>
                    <a:pt x="11438" y="13873"/>
                    <a:pt x="11426" y="13875"/>
                    <a:pt x="11415" y="13875"/>
                  </a:cubicBezTo>
                  <a:cubicBezTo>
                    <a:pt x="11346" y="13875"/>
                    <a:pt x="11302" y="13802"/>
                    <a:pt x="11302" y="13751"/>
                  </a:cubicBezTo>
                  <a:lnTo>
                    <a:pt x="11302" y="12600"/>
                  </a:lnTo>
                  <a:cubicBezTo>
                    <a:pt x="11302" y="12512"/>
                    <a:pt x="11361" y="12453"/>
                    <a:pt x="11450" y="12453"/>
                  </a:cubicBezTo>
                  <a:close/>
                  <a:moveTo>
                    <a:pt x="6522" y="1"/>
                  </a:moveTo>
                  <a:cubicBezTo>
                    <a:pt x="6257" y="1"/>
                    <a:pt x="6080" y="207"/>
                    <a:pt x="6080" y="443"/>
                  </a:cubicBezTo>
                  <a:lnTo>
                    <a:pt x="6080" y="798"/>
                  </a:lnTo>
                  <a:cubicBezTo>
                    <a:pt x="5932" y="857"/>
                    <a:pt x="5814" y="916"/>
                    <a:pt x="5696" y="975"/>
                  </a:cubicBezTo>
                  <a:lnTo>
                    <a:pt x="5460" y="709"/>
                  </a:lnTo>
                  <a:cubicBezTo>
                    <a:pt x="5371" y="620"/>
                    <a:pt x="5261" y="576"/>
                    <a:pt x="5150" y="576"/>
                  </a:cubicBezTo>
                  <a:cubicBezTo>
                    <a:pt x="5039" y="576"/>
                    <a:pt x="4929" y="620"/>
                    <a:pt x="4840" y="709"/>
                  </a:cubicBezTo>
                  <a:lnTo>
                    <a:pt x="3601" y="1919"/>
                  </a:lnTo>
                  <a:cubicBezTo>
                    <a:pt x="3453" y="2096"/>
                    <a:pt x="3453" y="2361"/>
                    <a:pt x="3601" y="2538"/>
                  </a:cubicBezTo>
                  <a:lnTo>
                    <a:pt x="3866" y="2804"/>
                  </a:lnTo>
                  <a:cubicBezTo>
                    <a:pt x="3807" y="2922"/>
                    <a:pt x="3748" y="3040"/>
                    <a:pt x="3719" y="3158"/>
                  </a:cubicBezTo>
                  <a:lnTo>
                    <a:pt x="3365" y="3158"/>
                  </a:lnTo>
                  <a:cubicBezTo>
                    <a:pt x="3099" y="3158"/>
                    <a:pt x="2922" y="3365"/>
                    <a:pt x="2922" y="3601"/>
                  </a:cubicBezTo>
                  <a:lnTo>
                    <a:pt x="2922" y="5342"/>
                  </a:lnTo>
                  <a:cubicBezTo>
                    <a:pt x="2922" y="5578"/>
                    <a:pt x="3099" y="5755"/>
                    <a:pt x="3365" y="5755"/>
                  </a:cubicBezTo>
                  <a:lnTo>
                    <a:pt x="3719" y="5755"/>
                  </a:lnTo>
                  <a:cubicBezTo>
                    <a:pt x="3748" y="5902"/>
                    <a:pt x="3807" y="6020"/>
                    <a:pt x="3866" y="6138"/>
                  </a:cubicBezTo>
                  <a:lnTo>
                    <a:pt x="3601" y="6404"/>
                  </a:lnTo>
                  <a:cubicBezTo>
                    <a:pt x="3453" y="6551"/>
                    <a:pt x="3453" y="6847"/>
                    <a:pt x="3601" y="6994"/>
                  </a:cubicBezTo>
                  <a:lnTo>
                    <a:pt x="4840" y="8233"/>
                  </a:lnTo>
                  <a:cubicBezTo>
                    <a:pt x="4929" y="8322"/>
                    <a:pt x="5039" y="8366"/>
                    <a:pt x="5150" y="8366"/>
                  </a:cubicBezTo>
                  <a:cubicBezTo>
                    <a:pt x="5261" y="8366"/>
                    <a:pt x="5371" y="8322"/>
                    <a:pt x="5460" y="8233"/>
                  </a:cubicBezTo>
                  <a:lnTo>
                    <a:pt x="5696" y="7968"/>
                  </a:lnTo>
                  <a:cubicBezTo>
                    <a:pt x="5814" y="8027"/>
                    <a:pt x="5961" y="8086"/>
                    <a:pt x="6080" y="8115"/>
                  </a:cubicBezTo>
                  <a:lnTo>
                    <a:pt x="6080" y="8499"/>
                  </a:lnTo>
                  <a:cubicBezTo>
                    <a:pt x="6080" y="8735"/>
                    <a:pt x="6257" y="8942"/>
                    <a:pt x="6522" y="8942"/>
                  </a:cubicBezTo>
                  <a:lnTo>
                    <a:pt x="6935" y="8942"/>
                  </a:lnTo>
                  <a:lnTo>
                    <a:pt x="6935" y="9856"/>
                  </a:lnTo>
                  <a:lnTo>
                    <a:pt x="3040" y="9856"/>
                  </a:lnTo>
                  <a:cubicBezTo>
                    <a:pt x="2332" y="9856"/>
                    <a:pt x="1742" y="10417"/>
                    <a:pt x="1742" y="11155"/>
                  </a:cubicBezTo>
                  <a:lnTo>
                    <a:pt x="1742" y="11568"/>
                  </a:lnTo>
                  <a:lnTo>
                    <a:pt x="1034" y="11568"/>
                  </a:lnTo>
                  <a:cubicBezTo>
                    <a:pt x="473" y="11568"/>
                    <a:pt x="1" y="12040"/>
                    <a:pt x="1" y="12600"/>
                  </a:cubicBezTo>
                  <a:lnTo>
                    <a:pt x="1" y="13751"/>
                  </a:lnTo>
                  <a:cubicBezTo>
                    <a:pt x="1" y="14312"/>
                    <a:pt x="473" y="14755"/>
                    <a:pt x="1034" y="14755"/>
                  </a:cubicBezTo>
                  <a:lnTo>
                    <a:pt x="3335" y="14755"/>
                  </a:lnTo>
                  <a:cubicBezTo>
                    <a:pt x="3866" y="14755"/>
                    <a:pt x="4339" y="14282"/>
                    <a:pt x="4339" y="13751"/>
                  </a:cubicBezTo>
                  <a:lnTo>
                    <a:pt x="4339" y="12600"/>
                  </a:lnTo>
                  <a:cubicBezTo>
                    <a:pt x="4339" y="12040"/>
                    <a:pt x="3866" y="11568"/>
                    <a:pt x="3335" y="11568"/>
                  </a:cubicBezTo>
                  <a:lnTo>
                    <a:pt x="2598" y="11568"/>
                  </a:lnTo>
                  <a:lnTo>
                    <a:pt x="2598" y="11155"/>
                  </a:lnTo>
                  <a:cubicBezTo>
                    <a:pt x="2598" y="10919"/>
                    <a:pt x="2775" y="10712"/>
                    <a:pt x="3011" y="10712"/>
                  </a:cubicBezTo>
                  <a:lnTo>
                    <a:pt x="6965" y="10712"/>
                  </a:lnTo>
                  <a:lnTo>
                    <a:pt x="6965" y="11568"/>
                  </a:lnTo>
                  <a:lnTo>
                    <a:pt x="6227" y="11568"/>
                  </a:lnTo>
                  <a:cubicBezTo>
                    <a:pt x="5666" y="11568"/>
                    <a:pt x="5224" y="12040"/>
                    <a:pt x="5224" y="12600"/>
                  </a:cubicBezTo>
                  <a:lnTo>
                    <a:pt x="5224" y="13751"/>
                  </a:lnTo>
                  <a:cubicBezTo>
                    <a:pt x="5224" y="14312"/>
                    <a:pt x="5666" y="14755"/>
                    <a:pt x="6227" y="14755"/>
                  </a:cubicBezTo>
                  <a:lnTo>
                    <a:pt x="8529" y="14755"/>
                  </a:lnTo>
                  <a:cubicBezTo>
                    <a:pt x="9089" y="14755"/>
                    <a:pt x="9561" y="14282"/>
                    <a:pt x="9561" y="13751"/>
                  </a:cubicBezTo>
                  <a:lnTo>
                    <a:pt x="9561" y="12600"/>
                  </a:lnTo>
                  <a:cubicBezTo>
                    <a:pt x="9561" y="12040"/>
                    <a:pt x="9089" y="11568"/>
                    <a:pt x="8529" y="11568"/>
                  </a:cubicBezTo>
                  <a:lnTo>
                    <a:pt x="7791" y="11568"/>
                  </a:lnTo>
                  <a:lnTo>
                    <a:pt x="7791" y="10712"/>
                  </a:lnTo>
                  <a:lnTo>
                    <a:pt x="11715" y="10712"/>
                  </a:lnTo>
                  <a:cubicBezTo>
                    <a:pt x="11951" y="10712"/>
                    <a:pt x="12158" y="10919"/>
                    <a:pt x="12158" y="11155"/>
                  </a:cubicBezTo>
                  <a:lnTo>
                    <a:pt x="12158" y="11568"/>
                  </a:lnTo>
                  <a:lnTo>
                    <a:pt x="11450" y="11568"/>
                  </a:lnTo>
                  <a:cubicBezTo>
                    <a:pt x="10889" y="11568"/>
                    <a:pt x="10417" y="12040"/>
                    <a:pt x="10417" y="12600"/>
                  </a:cubicBezTo>
                  <a:lnTo>
                    <a:pt x="10417" y="13751"/>
                  </a:lnTo>
                  <a:cubicBezTo>
                    <a:pt x="10417" y="14312"/>
                    <a:pt x="10889" y="14755"/>
                    <a:pt x="11450" y="14755"/>
                  </a:cubicBezTo>
                  <a:lnTo>
                    <a:pt x="13751" y="14755"/>
                  </a:lnTo>
                  <a:cubicBezTo>
                    <a:pt x="14283" y="14755"/>
                    <a:pt x="14755" y="14282"/>
                    <a:pt x="14755" y="13751"/>
                  </a:cubicBezTo>
                  <a:lnTo>
                    <a:pt x="14755" y="12600"/>
                  </a:lnTo>
                  <a:cubicBezTo>
                    <a:pt x="14755" y="12040"/>
                    <a:pt x="14312" y="11597"/>
                    <a:pt x="13751" y="11568"/>
                  </a:cubicBezTo>
                  <a:lnTo>
                    <a:pt x="13014" y="11568"/>
                  </a:lnTo>
                  <a:lnTo>
                    <a:pt x="13014" y="11155"/>
                  </a:lnTo>
                  <a:cubicBezTo>
                    <a:pt x="13014" y="10446"/>
                    <a:pt x="12424" y="9856"/>
                    <a:pt x="11715" y="9856"/>
                  </a:cubicBezTo>
                  <a:lnTo>
                    <a:pt x="7791" y="9856"/>
                  </a:lnTo>
                  <a:lnTo>
                    <a:pt x="7791" y="8942"/>
                  </a:lnTo>
                  <a:lnTo>
                    <a:pt x="8234" y="8942"/>
                  </a:lnTo>
                  <a:cubicBezTo>
                    <a:pt x="8470" y="8942"/>
                    <a:pt x="8676" y="8735"/>
                    <a:pt x="8676" y="8499"/>
                  </a:cubicBezTo>
                  <a:lnTo>
                    <a:pt x="8676" y="8115"/>
                  </a:lnTo>
                  <a:cubicBezTo>
                    <a:pt x="8794" y="8086"/>
                    <a:pt x="8912" y="8027"/>
                    <a:pt x="9030" y="7968"/>
                  </a:cubicBezTo>
                  <a:lnTo>
                    <a:pt x="9296" y="8233"/>
                  </a:lnTo>
                  <a:cubicBezTo>
                    <a:pt x="9384" y="8322"/>
                    <a:pt x="9495" y="8366"/>
                    <a:pt x="9606" y="8366"/>
                  </a:cubicBezTo>
                  <a:cubicBezTo>
                    <a:pt x="9716" y="8366"/>
                    <a:pt x="9827" y="8322"/>
                    <a:pt x="9915" y="8233"/>
                  </a:cubicBezTo>
                  <a:lnTo>
                    <a:pt x="11125" y="6994"/>
                  </a:lnTo>
                  <a:cubicBezTo>
                    <a:pt x="11302" y="6847"/>
                    <a:pt x="11302" y="6551"/>
                    <a:pt x="11125" y="6404"/>
                  </a:cubicBezTo>
                  <a:lnTo>
                    <a:pt x="10860" y="6138"/>
                  </a:lnTo>
                  <a:cubicBezTo>
                    <a:pt x="10919" y="6020"/>
                    <a:pt x="10978" y="5873"/>
                    <a:pt x="11037" y="5755"/>
                  </a:cubicBezTo>
                  <a:lnTo>
                    <a:pt x="11391" y="5755"/>
                  </a:lnTo>
                  <a:cubicBezTo>
                    <a:pt x="11627" y="5755"/>
                    <a:pt x="11833" y="5578"/>
                    <a:pt x="11833" y="5342"/>
                  </a:cubicBezTo>
                  <a:lnTo>
                    <a:pt x="11833" y="3601"/>
                  </a:lnTo>
                  <a:cubicBezTo>
                    <a:pt x="11833" y="3365"/>
                    <a:pt x="11627" y="3158"/>
                    <a:pt x="11391" y="3158"/>
                  </a:cubicBezTo>
                  <a:lnTo>
                    <a:pt x="11037" y="3158"/>
                  </a:lnTo>
                  <a:cubicBezTo>
                    <a:pt x="10978" y="3040"/>
                    <a:pt x="10919" y="2922"/>
                    <a:pt x="10860" y="2804"/>
                  </a:cubicBezTo>
                  <a:lnTo>
                    <a:pt x="11125" y="2538"/>
                  </a:lnTo>
                  <a:cubicBezTo>
                    <a:pt x="11302" y="2361"/>
                    <a:pt x="11302" y="2096"/>
                    <a:pt x="11125" y="1919"/>
                  </a:cubicBezTo>
                  <a:lnTo>
                    <a:pt x="9915" y="709"/>
                  </a:lnTo>
                  <a:cubicBezTo>
                    <a:pt x="9827" y="620"/>
                    <a:pt x="9716" y="576"/>
                    <a:pt x="9606" y="576"/>
                  </a:cubicBezTo>
                  <a:cubicBezTo>
                    <a:pt x="9495" y="576"/>
                    <a:pt x="9384" y="620"/>
                    <a:pt x="9296" y="709"/>
                  </a:cubicBezTo>
                  <a:lnTo>
                    <a:pt x="9030" y="975"/>
                  </a:lnTo>
                  <a:cubicBezTo>
                    <a:pt x="8912" y="916"/>
                    <a:pt x="8794" y="857"/>
                    <a:pt x="8676" y="798"/>
                  </a:cubicBezTo>
                  <a:lnTo>
                    <a:pt x="8676" y="443"/>
                  </a:lnTo>
                  <a:cubicBezTo>
                    <a:pt x="8676" y="207"/>
                    <a:pt x="8470" y="1"/>
                    <a:pt x="82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4"/>
            <p:cNvSpPr/>
            <p:nvPr/>
          </p:nvSpPr>
          <p:spPr>
            <a:xfrm>
              <a:off x="2886234" y="2947198"/>
              <a:ext cx="117892" cy="101006"/>
            </a:xfrm>
            <a:custGeom>
              <a:avLst/>
              <a:gdLst/>
              <a:ahLst/>
              <a:cxnLst/>
              <a:rect l="l" t="t" r="r" b="b"/>
              <a:pathLst>
                <a:path w="4368" h="3742" extrusionOk="0">
                  <a:moveTo>
                    <a:pt x="2507" y="866"/>
                  </a:moveTo>
                  <a:cubicBezTo>
                    <a:pt x="3018" y="866"/>
                    <a:pt x="3512" y="1268"/>
                    <a:pt x="3512" y="1882"/>
                  </a:cubicBezTo>
                  <a:cubicBezTo>
                    <a:pt x="3512" y="2426"/>
                    <a:pt x="3067" y="2887"/>
                    <a:pt x="2529" y="2887"/>
                  </a:cubicBezTo>
                  <a:cubicBezTo>
                    <a:pt x="2512" y="2887"/>
                    <a:pt x="2496" y="2887"/>
                    <a:pt x="2479" y="2886"/>
                  </a:cubicBezTo>
                  <a:lnTo>
                    <a:pt x="2508" y="2886"/>
                  </a:lnTo>
                  <a:cubicBezTo>
                    <a:pt x="1594" y="2886"/>
                    <a:pt x="1151" y="1794"/>
                    <a:pt x="1800" y="1174"/>
                  </a:cubicBezTo>
                  <a:cubicBezTo>
                    <a:pt x="2003" y="961"/>
                    <a:pt x="2257" y="866"/>
                    <a:pt x="2507" y="866"/>
                  </a:cubicBezTo>
                  <a:close/>
                  <a:moveTo>
                    <a:pt x="2493" y="0"/>
                  </a:moveTo>
                  <a:cubicBezTo>
                    <a:pt x="2033" y="0"/>
                    <a:pt x="1563" y="172"/>
                    <a:pt x="1181" y="555"/>
                  </a:cubicBezTo>
                  <a:cubicBezTo>
                    <a:pt x="0" y="1735"/>
                    <a:pt x="826" y="3741"/>
                    <a:pt x="2508" y="3741"/>
                  </a:cubicBezTo>
                  <a:cubicBezTo>
                    <a:pt x="3541" y="3741"/>
                    <a:pt x="4367" y="2915"/>
                    <a:pt x="4367" y="1882"/>
                  </a:cubicBezTo>
                  <a:cubicBezTo>
                    <a:pt x="4367" y="746"/>
                    <a:pt x="3451" y="0"/>
                    <a:pt x="24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74"/>
          <p:cNvGrpSpPr/>
          <p:nvPr/>
        </p:nvGrpSpPr>
        <p:grpSpPr>
          <a:xfrm>
            <a:off x="6051135" y="3506158"/>
            <a:ext cx="402232" cy="399057"/>
            <a:chOff x="6051135" y="3506158"/>
            <a:chExt cx="402232" cy="399057"/>
          </a:xfrm>
        </p:grpSpPr>
        <p:sp>
          <p:nvSpPr>
            <p:cNvPr id="3755" name="Google Shape;3755;p74"/>
            <p:cNvSpPr/>
            <p:nvPr/>
          </p:nvSpPr>
          <p:spPr>
            <a:xfrm>
              <a:off x="6192914" y="3544380"/>
              <a:ext cx="100376" cy="85998"/>
            </a:xfrm>
            <a:custGeom>
              <a:avLst/>
              <a:gdLst/>
              <a:ahLst/>
              <a:cxnLst/>
              <a:rect l="l" t="t" r="r" b="b"/>
              <a:pathLst>
                <a:path w="3719" h="3186" extrusionOk="0">
                  <a:moveTo>
                    <a:pt x="2139" y="881"/>
                  </a:moveTo>
                  <a:cubicBezTo>
                    <a:pt x="2503" y="881"/>
                    <a:pt x="2842" y="1158"/>
                    <a:pt x="2862" y="1594"/>
                  </a:cubicBezTo>
                  <a:cubicBezTo>
                    <a:pt x="2892" y="2007"/>
                    <a:pt x="2538" y="2332"/>
                    <a:pt x="2125" y="2332"/>
                  </a:cubicBezTo>
                  <a:cubicBezTo>
                    <a:pt x="1505" y="2302"/>
                    <a:pt x="1180" y="1535"/>
                    <a:pt x="1623" y="1092"/>
                  </a:cubicBezTo>
                  <a:cubicBezTo>
                    <a:pt x="1778" y="947"/>
                    <a:pt x="1961" y="881"/>
                    <a:pt x="2139" y="881"/>
                  </a:cubicBezTo>
                  <a:close/>
                  <a:moveTo>
                    <a:pt x="2125" y="1"/>
                  </a:moveTo>
                  <a:cubicBezTo>
                    <a:pt x="708" y="1"/>
                    <a:pt x="0" y="1712"/>
                    <a:pt x="1003" y="2715"/>
                  </a:cubicBezTo>
                  <a:cubicBezTo>
                    <a:pt x="1328" y="3040"/>
                    <a:pt x="1727" y="3186"/>
                    <a:pt x="2119" y="3186"/>
                  </a:cubicBezTo>
                  <a:cubicBezTo>
                    <a:pt x="2936" y="3186"/>
                    <a:pt x="3718" y="2552"/>
                    <a:pt x="3718" y="1594"/>
                  </a:cubicBezTo>
                  <a:cubicBezTo>
                    <a:pt x="3718" y="709"/>
                    <a:pt x="3010" y="1"/>
                    <a:pt x="2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4"/>
            <p:cNvSpPr/>
            <p:nvPr/>
          </p:nvSpPr>
          <p:spPr>
            <a:xfrm>
              <a:off x="6133967" y="3576231"/>
              <a:ext cx="46207" cy="23133"/>
            </a:xfrm>
            <a:custGeom>
              <a:avLst/>
              <a:gdLst/>
              <a:ahLst/>
              <a:cxnLst/>
              <a:rect l="l" t="t" r="r" b="b"/>
              <a:pathLst>
                <a:path w="1712" h="857" extrusionOk="0">
                  <a:moveTo>
                    <a:pt x="561" y="1"/>
                  </a:moveTo>
                  <a:cubicBezTo>
                    <a:pt x="1" y="1"/>
                    <a:pt x="1" y="857"/>
                    <a:pt x="561" y="857"/>
                  </a:cubicBezTo>
                  <a:lnTo>
                    <a:pt x="1151" y="857"/>
                  </a:lnTo>
                  <a:cubicBezTo>
                    <a:pt x="1712" y="857"/>
                    <a:pt x="1712" y="1"/>
                    <a:pt x="1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4"/>
            <p:cNvSpPr/>
            <p:nvPr/>
          </p:nvSpPr>
          <p:spPr>
            <a:xfrm>
              <a:off x="6320333" y="3576231"/>
              <a:ext cx="43022" cy="23133"/>
            </a:xfrm>
            <a:custGeom>
              <a:avLst/>
              <a:gdLst/>
              <a:ahLst/>
              <a:cxnLst/>
              <a:rect l="l" t="t" r="r" b="b"/>
              <a:pathLst>
                <a:path w="1594" h="857" extrusionOk="0">
                  <a:moveTo>
                    <a:pt x="561" y="1"/>
                  </a:moveTo>
                  <a:cubicBezTo>
                    <a:pt x="0" y="1"/>
                    <a:pt x="0" y="857"/>
                    <a:pt x="561" y="857"/>
                  </a:cubicBezTo>
                  <a:lnTo>
                    <a:pt x="1151" y="857"/>
                  </a:lnTo>
                  <a:cubicBezTo>
                    <a:pt x="1387" y="857"/>
                    <a:pt x="1594" y="680"/>
                    <a:pt x="1594" y="443"/>
                  </a:cubicBezTo>
                  <a:cubicBezTo>
                    <a:pt x="1594" y="207"/>
                    <a:pt x="1387" y="1"/>
                    <a:pt x="1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4"/>
            <p:cNvSpPr/>
            <p:nvPr/>
          </p:nvSpPr>
          <p:spPr>
            <a:xfrm>
              <a:off x="6051135" y="3506158"/>
              <a:ext cx="402232" cy="399057"/>
            </a:xfrm>
            <a:custGeom>
              <a:avLst/>
              <a:gdLst/>
              <a:ahLst/>
              <a:cxnLst/>
              <a:rect l="l" t="t" r="r" b="b"/>
              <a:pathLst>
                <a:path w="14903" h="14784" extrusionOk="0">
                  <a:moveTo>
                    <a:pt x="3129" y="856"/>
                  </a:moveTo>
                  <a:cubicBezTo>
                    <a:pt x="2981" y="1239"/>
                    <a:pt x="2686" y="1535"/>
                    <a:pt x="2332" y="1653"/>
                  </a:cubicBezTo>
                  <a:lnTo>
                    <a:pt x="2332" y="856"/>
                  </a:lnTo>
                  <a:close/>
                  <a:moveTo>
                    <a:pt x="12423" y="856"/>
                  </a:moveTo>
                  <a:lnTo>
                    <a:pt x="12423" y="1653"/>
                  </a:lnTo>
                  <a:cubicBezTo>
                    <a:pt x="12040" y="1535"/>
                    <a:pt x="11745" y="1239"/>
                    <a:pt x="11627" y="856"/>
                  </a:cubicBezTo>
                  <a:close/>
                  <a:moveTo>
                    <a:pt x="2332" y="4397"/>
                  </a:moveTo>
                  <a:cubicBezTo>
                    <a:pt x="2686" y="4544"/>
                    <a:pt x="2981" y="4810"/>
                    <a:pt x="3129" y="5193"/>
                  </a:cubicBezTo>
                  <a:lnTo>
                    <a:pt x="2332" y="5193"/>
                  </a:lnTo>
                  <a:lnTo>
                    <a:pt x="2332" y="4397"/>
                  </a:lnTo>
                  <a:close/>
                  <a:moveTo>
                    <a:pt x="10741" y="856"/>
                  </a:moveTo>
                  <a:cubicBezTo>
                    <a:pt x="10889" y="1712"/>
                    <a:pt x="11568" y="2390"/>
                    <a:pt x="12423" y="2567"/>
                  </a:cubicBezTo>
                  <a:lnTo>
                    <a:pt x="12423" y="3512"/>
                  </a:lnTo>
                  <a:cubicBezTo>
                    <a:pt x="11568" y="3689"/>
                    <a:pt x="10889" y="4338"/>
                    <a:pt x="10741" y="5193"/>
                  </a:cubicBezTo>
                  <a:lnTo>
                    <a:pt x="4014" y="5193"/>
                  </a:lnTo>
                  <a:cubicBezTo>
                    <a:pt x="3837" y="4338"/>
                    <a:pt x="3188" y="3689"/>
                    <a:pt x="2332" y="3512"/>
                  </a:cubicBezTo>
                  <a:lnTo>
                    <a:pt x="2332" y="2567"/>
                  </a:lnTo>
                  <a:cubicBezTo>
                    <a:pt x="3188" y="2390"/>
                    <a:pt x="3837" y="1712"/>
                    <a:pt x="4014" y="856"/>
                  </a:cubicBezTo>
                  <a:close/>
                  <a:moveTo>
                    <a:pt x="12423" y="4397"/>
                  </a:moveTo>
                  <a:lnTo>
                    <a:pt x="12423" y="5193"/>
                  </a:lnTo>
                  <a:lnTo>
                    <a:pt x="11627" y="5193"/>
                  </a:lnTo>
                  <a:cubicBezTo>
                    <a:pt x="11745" y="4810"/>
                    <a:pt x="12040" y="4544"/>
                    <a:pt x="12423" y="4397"/>
                  </a:cubicBezTo>
                  <a:close/>
                  <a:moveTo>
                    <a:pt x="9738" y="7554"/>
                  </a:moveTo>
                  <a:cubicBezTo>
                    <a:pt x="9561" y="8056"/>
                    <a:pt x="9060" y="8410"/>
                    <a:pt x="8528" y="8410"/>
                  </a:cubicBezTo>
                  <a:lnTo>
                    <a:pt x="7879" y="8410"/>
                  </a:lnTo>
                  <a:cubicBezTo>
                    <a:pt x="8056" y="7879"/>
                    <a:pt x="8558" y="7554"/>
                    <a:pt x="9119" y="7554"/>
                  </a:cubicBezTo>
                  <a:close/>
                  <a:moveTo>
                    <a:pt x="5637" y="7554"/>
                  </a:moveTo>
                  <a:cubicBezTo>
                    <a:pt x="6197" y="7584"/>
                    <a:pt x="6699" y="7908"/>
                    <a:pt x="6876" y="8439"/>
                  </a:cubicBezTo>
                  <a:lnTo>
                    <a:pt x="6227" y="8439"/>
                  </a:lnTo>
                  <a:cubicBezTo>
                    <a:pt x="5666" y="8439"/>
                    <a:pt x="5194" y="8085"/>
                    <a:pt x="5017" y="7554"/>
                  </a:cubicBezTo>
                  <a:close/>
                  <a:moveTo>
                    <a:pt x="1801" y="10151"/>
                  </a:moveTo>
                  <a:lnTo>
                    <a:pt x="1801" y="13898"/>
                  </a:lnTo>
                  <a:lnTo>
                    <a:pt x="886" y="13898"/>
                  </a:lnTo>
                  <a:lnTo>
                    <a:pt x="886" y="10151"/>
                  </a:lnTo>
                  <a:close/>
                  <a:moveTo>
                    <a:pt x="13497" y="9738"/>
                  </a:moveTo>
                  <a:cubicBezTo>
                    <a:pt x="13582" y="9738"/>
                    <a:pt x="13663" y="9767"/>
                    <a:pt x="13722" y="9826"/>
                  </a:cubicBezTo>
                  <a:cubicBezTo>
                    <a:pt x="13899" y="9944"/>
                    <a:pt x="13928" y="10210"/>
                    <a:pt x="13781" y="10387"/>
                  </a:cubicBezTo>
                  <a:lnTo>
                    <a:pt x="11420" y="13072"/>
                  </a:lnTo>
                  <a:cubicBezTo>
                    <a:pt x="10948" y="13603"/>
                    <a:pt x="10269" y="13898"/>
                    <a:pt x="9561" y="13898"/>
                  </a:cubicBezTo>
                  <a:lnTo>
                    <a:pt x="4810" y="13898"/>
                  </a:lnTo>
                  <a:cubicBezTo>
                    <a:pt x="4043" y="13898"/>
                    <a:pt x="3276" y="13662"/>
                    <a:pt x="2656" y="13249"/>
                  </a:cubicBezTo>
                  <a:lnTo>
                    <a:pt x="2656" y="10800"/>
                  </a:lnTo>
                  <a:cubicBezTo>
                    <a:pt x="3144" y="10507"/>
                    <a:pt x="3698" y="10359"/>
                    <a:pt x="4252" y="10359"/>
                  </a:cubicBezTo>
                  <a:cubicBezTo>
                    <a:pt x="4871" y="10359"/>
                    <a:pt x="5491" y="10544"/>
                    <a:pt x="6020" y="10918"/>
                  </a:cubicBezTo>
                  <a:lnTo>
                    <a:pt x="6138" y="11006"/>
                  </a:lnTo>
                  <a:lnTo>
                    <a:pt x="8853" y="11006"/>
                  </a:lnTo>
                  <a:cubicBezTo>
                    <a:pt x="8912" y="11006"/>
                    <a:pt x="9001" y="11036"/>
                    <a:pt x="9060" y="11065"/>
                  </a:cubicBezTo>
                  <a:cubicBezTo>
                    <a:pt x="9207" y="11154"/>
                    <a:pt x="9296" y="11331"/>
                    <a:pt x="9296" y="11508"/>
                  </a:cubicBezTo>
                  <a:cubicBezTo>
                    <a:pt x="9237" y="11715"/>
                    <a:pt x="9060" y="11862"/>
                    <a:pt x="8853" y="11892"/>
                  </a:cubicBezTo>
                  <a:lnTo>
                    <a:pt x="5961" y="11892"/>
                  </a:lnTo>
                  <a:cubicBezTo>
                    <a:pt x="5946" y="11889"/>
                    <a:pt x="5931" y="11888"/>
                    <a:pt x="5916" y="11888"/>
                  </a:cubicBezTo>
                  <a:cubicBezTo>
                    <a:pt x="5725" y="11888"/>
                    <a:pt x="5546" y="12054"/>
                    <a:pt x="5519" y="12246"/>
                  </a:cubicBezTo>
                  <a:cubicBezTo>
                    <a:pt x="5489" y="12511"/>
                    <a:pt x="5696" y="12718"/>
                    <a:pt x="5961" y="12718"/>
                  </a:cubicBezTo>
                  <a:lnTo>
                    <a:pt x="8971" y="12718"/>
                  </a:lnTo>
                  <a:cubicBezTo>
                    <a:pt x="9561" y="12718"/>
                    <a:pt x="10122" y="12511"/>
                    <a:pt x="10564" y="12128"/>
                  </a:cubicBezTo>
                  <a:lnTo>
                    <a:pt x="13250" y="9826"/>
                  </a:lnTo>
                  <a:cubicBezTo>
                    <a:pt x="13323" y="9767"/>
                    <a:pt x="13412" y="9738"/>
                    <a:pt x="13497" y="9738"/>
                  </a:cubicBezTo>
                  <a:close/>
                  <a:moveTo>
                    <a:pt x="1889" y="0"/>
                  </a:moveTo>
                  <a:cubicBezTo>
                    <a:pt x="1653" y="0"/>
                    <a:pt x="1447" y="207"/>
                    <a:pt x="1447" y="443"/>
                  </a:cubicBezTo>
                  <a:lnTo>
                    <a:pt x="1447" y="5636"/>
                  </a:lnTo>
                  <a:cubicBezTo>
                    <a:pt x="1447" y="5872"/>
                    <a:pt x="1653" y="6049"/>
                    <a:pt x="1889" y="6049"/>
                  </a:cubicBezTo>
                  <a:lnTo>
                    <a:pt x="6935" y="6049"/>
                  </a:lnTo>
                  <a:lnTo>
                    <a:pt x="6935" y="7111"/>
                  </a:lnTo>
                  <a:cubicBezTo>
                    <a:pt x="6551" y="6846"/>
                    <a:pt x="6109" y="6698"/>
                    <a:pt x="5637" y="6698"/>
                  </a:cubicBezTo>
                  <a:lnTo>
                    <a:pt x="4486" y="6698"/>
                  </a:lnTo>
                  <a:cubicBezTo>
                    <a:pt x="4250" y="6698"/>
                    <a:pt x="4043" y="6875"/>
                    <a:pt x="4043" y="7111"/>
                  </a:cubicBezTo>
                  <a:cubicBezTo>
                    <a:pt x="4043" y="8321"/>
                    <a:pt x="5017" y="9266"/>
                    <a:pt x="6227" y="9295"/>
                  </a:cubicBezTo>
                  <a:lnTo>
                    <a:pt x="6965" y="9295"/>
                  </a:lnTo>
                  <a:lnTo>
                    <a:pt x="6965" y="10151"/>
                  </a:lnTo>
                  <a:lnTo>
                    <a:pt x="6404" y="10151"/>
                  </a:lnTo>
                  <a:cubicBezTo>
                    <a:pt x="5746" y="9718"/>
                    <a:pt x="4996" y="9498"/>
                    <a:pt x="4238" y="9498"/>
                  </a:cubicBezTo>
                  <a:cubicBezTo>
                    <a:pt x="3705" y="9498"/>
                    <a:pt x="3168" y="9607"/>
                    <a:pt x="2656" y="9826"/>
                  </a:cubicBezTo>
                  <a:lnTo>
                    <a:pt x="2656" y="9708"/>
                  </a:lnTo>
                  <a:cubicBezTo>
                    <a:pt x="2656" y="9487"/>
                    <a:pt x="2476" y="9292"/>
                    <a:pt x="2259" y="9292"/>
                  </a:cubicBezTo>
                  <a:cubicBezTo>
                    <a:pt x="2244" y="9292"/>
                    <a:pt x="2229" y="9293"/>
                    <a:pt x="2214" y="9295"/>
                  </a:cubicBezTo>
                  <a:lnTo>
                    <a:pt x="414" y="9295"/>
                  </a:lnTo>
                  <a:cubicBezTo>
                    <a:pt x="178" y="9295"/>
                    <a:pt x="1" y="9472"/>
                    <a:pt x="1" y="9708"/>
                  </a:cubicBezTo>
                  <a:lnTo>
                    <a:pt x="1" y="14341"/>
                  </a:lnTo>
                  <a:cubicBezTo>
                    <a:pt x="1" y="14577"/>
                    <a:pt x="178" y="14783"/>
                    <a:pt x="414" y="14783"/>
                  </a:cubicBezTo>
                  <a:lnTo>
                    <a:pt x="2184" y="14783"/>
                  </a:lnTo>
                  <a:cubicBezTo>
                    <a:pt x="2450" y="14783"/>
                    <a:pt x="2627" y="14577"/>
                    <a:pt x="2627" y="14341"/>
                  </a:cubicBezTo>
                  <a:lnTo>
                    <a:pt x="2627" y="14252"/>
                  </a:lnTo>
                  <a:cubicBezTo>
                    <a:pt x="3306" y="14577"/>
                    <a:pt x="4043" y="14783"/>
                    <a:pt x="4781" y="14783"/>
                  </a:cubicBezTo>
                  <a:lnTo>
                    <a:pt x="9561" y="14783"/>
                  </a:lnTo>
                  <a:cubicBezTo>
                    <a:pt x="10535" y="14783"/>
                    <a:pt x="11420" y="14370"/>
                    <a:pt x="12069" y="13662"/>
                  </a:cubicBezTo>
                  <a:lnTo>
                    <a:pt x="14430" y="10977"/>
                  </a:lnTo>
                  <a:cubicBezTo>
                    <a:pt x="14902" y="10416"/>
                    <a:pt x="14843" y="9590"/>
                    <a:pt x="14253" y="9147"/>
                  </a:cubicBezTo>
                  <a:lnTo>
                    <a:pt x="14253" y="9118"/>
                  </a:lnTo>
                  <a:cubicBezTo>
                    <a:pt x="14031" y="8952"/>
                    <a:pt x="13770" y="8870"/>
                    <a:pt x="13510" y="8870"/>
                  </a:cubicBezTo>
                  <a:cubicBezTo>
                    <a:pt x="13216" y="8870"/>
                    <a:pt x="12924" y="8974"/>
                    <a:pt x="12689" y="9177"/>
                  </a:cubicBezTo>
                  <a:lnTo>
                    <a:pt x="10122" y="11390"/>
                  </a:lnTo>
                  <a:cubicBezTo>
                    <a:pt x="10092" y="10682"/>
                    <a:pt x="9532" y="10151"/>
                    <a:pt x="8853" y="10151"/>
                  </a:cubicBezTo>
                  <a:lnTo>
                    <a:pt x="7791" y="10151"/>
                  </a:lnTo>
                  <a:lnTo>
                    <a:pt x="7791" y="9295"/>
                  </a:lnTo>
                  <a:lnTo>
                    <a:pt x="8528" y="9295"/>
                  </a:lnTo>
                  <a:cubicBezTo>
                    <a:pt x="9709" y="9295"/>
                    <a:pt x="10682" y="8321"/>
                    <a:pt x="10682" y="7111"/>
                  </a:cubicBezTo>
                  <a:cubicBezTo>
                    <a:pt x="10682" y="6875"/>
                    <a:pt x="10476" y="6698"/>
                    <a:pt x="10240" y="6698"/>
                  </a:cubicBezTo>
                  <a:lnTo>
                    <a:pt x="9089" y="6698"/>
                  </a:lnTo>
                  <a:cubicBezTo>
                    <a:pt x="8617" y="6698"/>
                    <a:pt x="8174" y="6846"/>
                    <a:pt x="7791" y="7141"/>
                  </a:cubicBezTo>
                  <a:lnTo>
                    <a:pt x="7791" y="6049"/>
                  </a:lnTo>
                  <a:lnTo>
                    <a:pt x="12836" y="6049"/>
                  </a:lnTo>
                  <a:cubicBezTo>
                    <a:pt x="13073" y="6049"/>
                    <a:pt x="13279" y="5872"/>
                    <a:pt x="13279" y="5636"/>
                  </a:cubicBezTo>
                  <a:lnTo>
                    <a:pt x="13279" y="443"/>
                  </a:lnTo>
                  <a:cubicBezTo>
                    <a:pt x="13279" y="207"/>
                    <a:pt x="13073" y="0"/>
                    <a:pt x="12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 name="Google Shape;3759;p74"/>
          <p:cNvGrpSpPr/>
          <p:nvPr/>
        </p:nvGrpSpPr>
        <p:grpSpPr>
          <a:xfrm>
            <a:off x="2739678" y="3506941"/>
            <a:ext cx="426118" cy="398274"/>
            <a:chOff x="2739678" y="3506941"/>
            <a:chExt cx="426118" cy="398274"/>
          </a:xfrm>
        </p:grpSpPr>
        <p:sp>
          <p:nvSpPr>
            <p:cNvPr id="3760" name="Google Shape;3760;p74"/>
            <p:cNvSpPr/>
            <p:nvPr/>
          </p:nvSpPr>
          <p:spPr>
            <a:xfrm>
              <a:off x="3012844" y="3728172"/>
              <a:ext cx="71712" cy="142089"/>
            </a:xfrm>
            <a:custGeom>
              <a:avLst/>
              <a:gdLst/>
              <a:ahLst/>
              <a:cxnLst/>
              <a:rect l="l" t="t" r="r" b="b"/>
              <a:pathLst>
                <a:path w="2657" h="5264" extrusionOk="0">
                  <a:moveTo>
                    <a:pt x="1004" y="1188"/>
                  </a:moveTo>
                  <a:lnTo>
                    <a:pt x="1004" y="2044"/>
                  </a:lnTo>
                  <a:cubicBezTo>
                    <a:pt x="945" y="2014"/>
                    <a:pt x="886" y="1985"/>
                    <a:pt x="827" y="1926"/>
                  </a:cubicBezTo>
                  <a:cubicBezTo>
                    <a:pt x="739" y="1837"/>
                    <a:pt x="680" y="1690"/>
                    <a:pt x="709" y="1572"/>
                  </a:cubicBezTo>
                  <a:cubicBezTo>
                    <a:pt x="739" y="1395"/>
                    <a:pt x="857" y="1277"/>
                    <a:pt x="1004" y="1188"/>
                  </a:cubicBezTo>
                  <a:close/>
                  <a:moveTo>
                    <a:pt x="1594" y="2899"/>
                  </a:moveTo>
                  <a:cubicBezTo>
                    <a:pt x="1860" y="2988"/>
                    <a:pt x="2037" y="3283"/>
                    <a:pt x="1978" y="3549"/>
                  </a:cubicBezTo>
                  <a:cubicBezTo>
                    <a:pt x="1919" y="3785"/>
                    <a:pt x="1771" y="3962"/>
                    <a:pt x="1594" y="4080"/>
                  </a:cubicBezTo>
                  <a:lnTo>
                    <a:pt x="1594" y="2899"/>
                  </a:lnTo>
                  <a:close/>
                  <a:moveTo>
                    <a:pt x="1288" y="0"/>
                  </a:moveTo>
                  <a:cubicBezTo>
                    <a:pt x="1130" y="0"/>
                    <a:pt x="975" y="111"/>
                    <a:pt x="1004" y="332"/>
                  </a:cubicBezTo>
                  <a:lnTo>
                    <a:pt x="1004" y="598"/>
                  </a:lnTo>
                  <a:lnTo>
                    <a:pt x="886" y="627"/>
                  </a:lnTo>
                  <a:cubicBezTo>
                    <a:pt x="503" y="745"/>
                    <a:pt x="207" y="1070"/>
                    <a:pt x="148" y="1454"/>
                  </a:cubicBezTo>
                  <a:cubicBezTo>
                    <a:pt x="60" y="1808"/>
                    <a:pt x="207" y="2162"/>
                    <a:pt x="473" y="2398"/>
                  </a:cubicBezTo>
                  <a:cubicBezTo>
                    <a:pt x="621" y="2516"/>
                    <a:pt x="798" y="2634"/>
                    <a:pt x="1004" y="2693"/>
                  </a:cubicBezTo>
                  <a:lnTo>
                    <a:pt x="1004" y="4168"/>
                  </a:lnTo>
                  <a:cubicBezTo>
                    <a:pt x="827" y="4168"/>
                    <a:pt x="621" y="4080"/>
                    <a:pt x="473" y="3962"/>
                  </a:cubicBezTo>
                  <a:cubicBezTo>
                    <a:pt x="431" y="3941"/>
                    <a:pt x="386" y="3931"/>
                    <a:pt x="340" y="3931"/>
                  </a:cubicBezTo>
                  <a:cubicBezTo>
                    <a:pt x="258" y="3931"/>
                    <a:pt x="176" y="3964"/>
                    <a:pt x="119" y="4021"/>
                  </a:cubicBezTo>
                  <a:cubicBezTo>
                    <a:pt x="1" y="4168"/>
                    <a:pt x="30" y="4345"/>
                    <a:pt x="178" y="4463"/>
                  </a:cubicBezTo>
                  <a:cubicBezTo>
                    <a:pt x="414" y="4640"/>
                    <a:pt x="709" y="4729"/>
                    <a:pt x="1004" y="4758"/>
                  </a:cubicBezTo>
                  <a:lnTo>
                    <a:pt x="1004" y="4965"/>
                  </a:lnTo>
                  <a:cubicBezTo>
                    <a:pt x="1004" y="5113"/>
                    <a:pt x="1122" y="5231"/>
                    <a:pt x="1270" y="5260"/>
                  </a:cubicBezTo>
                  <a:cubicBezTo>
                    <a:pt x="1285" y="5263"/>
                    <a:pt x="1300" y="5264"/>
                    <a:pt x="1315" y="5264"/>
                  </a:cubicBezTo>
                  <a:cubicBezTo>
                    <a:pt x="1471" y="5264"/>
                    <a:pt x="1594" y="5127"/>
                    <a:pt x="1594" y="4965"/>
                  </a:cubicBezTo>
                  <a:lnTo>
                    <a:pt x="1594" y="4729"/>
                  </a:lnTo>
                  <a:cubicBezTo>
                    <a:pt x="2096" y="4581"/>
                    <a:pt x="2480" y="4198"/>
                    <a:pt x="2568" y="3667"/>
                  </a:cubicBezTo>
                  <a:cubicBezTo>
                    <a:pt x="2657" y="3106"/>
                    <a:pt x="2332" y="2545"/>
                    <a:pt x="1771" y="2398"/>
                  </a:cubicBezTo>
                  <a:lnTo>
                    <a:pt x="1771" y="2368"/>
                  </a:lnTo>
                  <a:lnTo>
                    <a:pt x="1594" y="2280"/>
                  </a:lnTo>
                  <a:lnTo>
                    <a:pt x="1594" y="1129"/>
                  </a:lnTo>
                  <a:cubicBezTo>
                    <a:pt x="1653" y="1159"/>
                    <a:pt x="1742" y="1188"/>
                    <a:pt x="1801" y="1247"/>
                  </a:cubicBezTo>
                  <a:cubicBezTo>
                    <a:pt x="1842" y="1308"/>
                    <a:pt x="1900" y="1333"/>
                    <a:pt x="1961" y="1333"/>
                  </a:cubicBezTo>
                  <a:cubicBezTo>
                    <a:pt x="2168" y="1333"/>
                    <a:pt x="2418" y="1052"/>
                    <a:pt x="2214" y="893"/>
                  </a:cubicBezTo>
                  <a:cubicBezTo>
                    <a:pt x="2066" y="716"/>
                    <a:pt x="1830" y="598"/>
                    <a:pt x="1594" y="568"/>
                  </a:cubicBezTo>
                  <a:lnTo>
                    <a:pt x="1594" y="332"/>
                  </a:lnTo>
                  <a:cubicBezTo>
                    <a:pt x="1609" y="111"/>
                    <a:pt x="1447" y="0"/>
                    <a:pt x="1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4"/>
            <p:cNvSpPr/>
            <p:nvPr/>
          </p:nvSpPr>
          <p:spPr>
            <a:xfrm>
              <a:off x="2827288" y="3600146"/>
              <a:ext cx="109930" cy="91208"/>
            </a:xfrm>
            <a:custGeom>
              <a:avLst/>
              <a:gdLst/>
              <a:ahLst/>
              <a:cxnLst/>
              <a:rect l="l" t="t" r="r" b="b"/>
              <a:pathLst>
                <a:path w="4073" h="3379" extrusionOk="0">
                  <a:moveTo>
                    <a:pt x="2981" y="856"/>
                  </a:moveTo>
                  <a:cubicBezTo>
                    <a:pt x="2745" y="1387"/>
                    <a:pt x="2420" y="1889"/>
                    <a:pt x="2037" y="2302"/>
                  </a:cubicBezTo>
                  <a:cubicBezTo>
                    <a:pt x="1653" y="1889"/>
                    <a:pt x="1328" y="1387"/>
                    <a:pt x="1092" y="856"/>
                  </a:cubicBezTo>
                  <a:close/>
                  <a:moveTo>
                    <a:pt x="502" y="0"/>
                  </a:moveTo>
                  <a:cubicBezTo>
                    <a:pt x="207" y="0"/>
                    <a:pt x="1" y="266"/>
                    <a:pt x="89" y="531"/>
                  </a:cubicBezTo>
                  <a:cubicBezTo>
                    <a:pt x="325" y="1475"/>
                    <a:pt x="827" y="2302"/>
                    <a:pt x="1476" y="2980"/>
                  </a:cubicBezTo>
                  <a:lnTo>
                    <a:pt x="1742" y="3246"/>
                  </a:lnTo>
                  <a:cubicBezTo>
                    <a:pt x="1815" y="3334"/>
                    <a:pt x="1926" y="3379"/>
                    <a:pt x="2040" y="3379"/>
                  </a:cubicBezTo>
                  <a:cubicBezTo>
                    <a:pt x="2155" y="3379"/>
                    <a:pt x="2273" y="3334"/>
                    <a:pt x="2361" y="3246"/>
                  </a:cubicBezTo>
                  <a:lnTo>
                    <a:pt x="2597" y="2980"/>
                  </a:lnTo>
                  <a:cubicBezTo>
                    <a:pt x="3246" y="2302"/>
                    <a:pt x="3748" y="1475"/>
                    <a:pt x="3984" y="531"/>
                  </a:cubicBezTo>
                  <a:cubicBezTo>
                    <a:pt x="4073" y="266"/>
                    <a:pt x="3866" y="0"/>
                    <a:pt x="3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4"/>
            <p:cNvSpPr/>
            <p:nvPr/>
          </p:nvSpPr>
          <p:spPr>
            <a:xfrm>
              <a:off x="2739678" y="3506941"/>
              <a:ext cx="426118" cy="398274"/>
            </a:xfrm>
            <a:custGeom>
              <a:avLst/>
              <a:gdLst/>
              <a:ahLst/>
              <a:cxnLst/>
              <a:rect l="l" t="t" r="r" b="b"/>
              <a:pathLst>
                <a:path w="15788" h="14755" extrusionOk="0">
                  <a:moveTo>
                    <a:pt x="8765" y="856"/>
                  </a:moveTo>
                  <a:cubicBezTo>
                    <a:pt x="9296" y="915"/>
                    <a:pt x="9296" y="1683"/>
                    <a:pt x="8765" y="1712"/>
                  </a:cubicBezTo>
                  <a:lnTo>
                    <a:pt x="1830" y="1712"/>
                  </a:lnTo>
                  <a:cubicBezTo>
                    <a:pt x="1299" y="1683"/>
                    <a:pt x="1299" y="915"/>
                    <a:pt x="1830" y="856"/>
                  </a:cubicBezTo>
                  <a:close/>
                  <a:moveTo>
                    <a:pt x="8322" y="2597"/>
                  </a:moveTo>
                  <a:cubicBezTo>
                    <a:pt x="8292" y="4250"/>
                    <a:pt x="7643" y="5873"/>
                    <a:pt x="6463" y="7053"/>
                  </a:cubicBezTo>
                  <a:cubicBezTo>
                    <a:pt x="6315" y="7230"/>
                    <a:pt x="6315" y="7496"/>
                    <a:pt x="6463" y="7673"/>
                  </a:cubicBezTo>
                  <a:cubicBezTo>
                    <a:pt x="6994" y="8204"/>
                    <a:pt x="7437" y="8853"/>
                    <a:pt x="7761" y="9532"/>
                  </a:cubicBezTo>
                  <a:cubicBezTo>
                    <a:pt x="7584" y="9945"/>
                    <a:pt x="7525" y="10387"/>
                    <a:pt x="7525" y="10830"/>
                  </a:cubicBezTo>
                  <a:lnTo>
                    <a:pt x="7525" y="10889"/>
                  </a:lnTo>
                  <a:lnTo>
                    <a:pt x="7112" y="10505"/>
                  </a:lnTo>
                  <a:cubicBezTo>
                    <a:pt x="6596" y="10048"/>
                    <a:pt x="5947" y="9819"/>
                    <a:pt x="5297" y="9819"/>
                  </a:cubicBezTo>
                  <a:cubicBezTo>
                    <a:pt x="4648" y="9819"/>
                    <a:pt x="3999" y="10048"/>
                    <a:pt x="3483" y="10505"/>
                  </a:cubicBezTo>
                  <a:lnTo>
                    <a:pt x="2302" y="11568"/>
                  </a:lnTo>
                  <a:cubicBezTo>
                    <a:pt x="2450" y="10122"/>
                    <a:pt x="3099" y="8735"/>
                    <a:pt x="4132" y="7673"/>
                  </a:cubicBezTo>
                  <a:lnTo>
                    <a:pt x="4102" y="7673"/>
                  </a:lnTo>
                  <a:cubicBezTo>
                    <a:pt x="4279" y="7496"/>
                    <a:pt x="4279" y="7230"/>
                    <a:pt x="4102" y="7053"/>
                  </a:cubicBezTo>
                  <a:cubicBezTo>
                    <a:pt x="2952" y="5873"/>
                    <a:pt x="2273" y="4250"/>
                    <a:pt x="2243" y="2597"/>
                  </a:cubicBezTo>
                  <a:close/>
                  <a:moveTo>
                    <a:pt x="5286" y="10690"/>
                  </a:moveTo>
                  <a:cubicBezTo>
                    <a:pt x="5725" y="10690"/>
                    <a:pt x="6168" y="10845"/>
                    <a:pt x="6522" y="11154"/>
                  </a:cubicBezTo>
                  <a:lnTo>
                    <a:pt x="7614" y="12128"/>
                  </a:lnTo>
                  <a:lnTo>
                    <a:pt x="2952" y="12128"/>
                  </a:lnTo>
                  <a:lnTo>
                    <a:pt x="4073" y="11154"/>
                  </a:lnTo>
                  <a:cubicBezTo>
                    <a:pt x="4412" y="10845"/>
                    <a:pt x="4847" y="10690"/>
                    <a:pt x="5286" y="10690"/>
                  </a:cubicBezTo>
                  <a:close/>
                  <a:moveTo>
                    <a:pt x="8174" y="13013"/>
                  </a:moveTo>
                  <a:cubicBezTo>
                    <a:pt x="8381" y="13309"/>
                    <a:pt x="8617" y="13604"/>
                    <a:pt x="8912" y="13840"/>
                  </a:cubicBezTo>
                  <a:cubicBezTo>
                    <a:pt x="8853" y="13869"/>
                    <a:pt x="8794" y="13869"/>
                    <a:pt x="8765" y="13869"/>
                  </a:cubicBezTo>
                  <a:lnTo>
                    <a:pt x="1801" y="13869"/>
                  </a:lnTo>
                  <a:cubicBezTo>
                    <a:pt x="1299" y="13810"/>
                    <a:pt x="1299" y="13043"/>
                    <a:pt x="1801" y="13013"/>
                  </a:cubicBezTo>
                  <a:close/>
                  <a:moveTo>
                    <a:pt x="11396" y="7778"/>
                  </a:moveTo>
                  <a:cubicBezTo>
                    <a:pt x="12960" y="7778"/>
                    <a:pt x="14459" y="8993"/>
                    <a:pt x="14459" y="10830"/>
                  </a:cubicBezTo>
                  <a:cubicBezTo>
                    <a:pt x="14459" y="12512"/>
                    <a:pt x="13102" y="13869"/>
                    <a:pt x="11420" y="13869"/>
                  </a:cubicBezTo>
                  <a:cubicBezTo>
                    <a:pt x="8706" y="13869"/>
                    <a:pt x="7348" y="10594"/>
                    <a:pt x="9266" y="8676"/>
                  </a:cubicBezTo>
                  <a:cubicBezTo>
                    <a:pt x="9886" y="8056"/>
                    <a:pt x="10649" y="7778"/>
                    <a:pt x="11396" y="7778"/>
                  </a:cubicBezTo>
                  <a:close/>
                  <a:moveTo>
                    <a:pt x="1770" y="0"/>
                  </a:moveTo>
                  <a:cubicBezTo>
                    <a:pt x="321" y="0"/>
                    <a:pt x="11" y="2040"/>
                    <a:pt x="1388" y="2509"/>
                  </a:cubicBezTo>
                  <a:cubicBezTo>
                    <a:pt x="1388" y="4309"/>
                    <a:pt x="2037" y="6020"/>
                    <a:pt x="3217" y="7378"/>
                  </a:cubicBezTo>
                  <a:cubicBezTo>
                    <a:pt x="2037" y="8705"/>
                    <a:pt x="1388" y="10417"/>
                    <a:pt x="1388" y="12217"/>
                  </a:cubicBezTo>
                  <a:cubicBezTo>
                    <a:pt x="1" y="12689"/>
                    <a:pt x="355" y="14754"/>
                    <a:pt x="1801" y="14754"/>
                  </a:cubicBezTo>
                  <a:lnTo>
                    <a:pt x="8765" y="14754"/>
                  </a:lnTo>
                  <a:cubicBezTo>
                    <a:pt x="9119" y="14754"/>
                    <a:pt x="9443" y="14607"/>
                    <a:pt x="9709" y="14341"/>
                  </a:cubicBezTo>
                  <a:cubicBezTo>
                    <a:pt x="10265" y="14619"/>
                    <a:pt x="10849" y="14748"/>
                    <a:pt x="11423" y="14748"/>
                  </a:cubicBezTo>
                  <a:cubicBezTo>
                    <a:pt x="13165" y="14748"/>
                    <a:pt x="14805" y="13557"/>
                    <a:pt x="15227" y="11715"/>
                  </a:cubicBezTo>
                  <a:cubicBezTo>
                    <a:pt x="15787" y="9266"/>
                    <a:pt x="13928" y="6935"/>
                    <a:pt x="11420" y="6935"/>
                  </a:cubicBezTo>
                  <a:cubicBezTo>
                    <a:pt x="10151" y="6935"/>
                    <a:pt x="8942" y="7555"/>
                    <a:pt x="8233" y="8587"/>
                  </a:cubicBezTo>
                  <a:cubicBezTo>
                    <a:pt x="7968" y="8145"/>
                    <a:pt x="7673" y="7732"/>
                    <a:pt x="7348" y="7378"/>
                  </a:cubicBezTo>
                  <a:cubicBezTo>
                    <a:pt x="8528" y="6020"/>
                    <a:pt x="9178" y="4309"/>
                    <a:pt x="9207" y="2509"/>
                  </a:cubicBezTo>
                  <a:cubicBezTo>
                    <a:pt x="10584" y="2040"/>
                    <a:pt x="10245" y="0"/>
                    <a:pt x="8796" y="0"/>
                  </a:cubicBezTo>
                  <a:cubicBezTo>
                    <a:pt x="8785" y="0"/>
                    <a:pt x="8775" y="0"/>
                    <a:pt x="8765" y="1"/>
                  </a:cubicBezTo>
                  <a:lnTo>
                    <a:pt x="1801" y="1"/>
                  </a:lnTo>
                  <a:cubicBezTo>
                    <a:pt x="1790" y="0"/>
                    <a:pt x="1780" y="0"/>
                    <a:pt x="17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3" name="Google Shape;3763;p74"/>
          <p:cNvGrpSpPr/>
          <p:nvPr/>
        </p:nvGrpSpPr>
        <p:grpSpPr>
          <a:xfrm>
            <a:off x="5386156" y="2877719"/>
            <a:ext cx="398210" cy="399084"/>
            <a:chOff x="5386156" y="2877719"/>
            <a:chExt cx="398210" cy="399084"/>
          </a:xfrm>
        </p:grpSpPr>
        <p:sp>
          <p:nvSpPr>
            <p:cNvPr id="3764" name="Google Shape;3764;p74"/>
            <p:cNvSpPr/>
            <p:nvPr/>
          </p:nvSpPr>
          <p:spPr>
            <a:xfrm>
              <a:off x="5511173" y="2877719"/>
              <a:ext cx="148175" cy="163305"/>
            </a:xfrm>
            <a:custGeom>
              <a:avLst/>
              <a:gdLst/>
              <a:ahLst/>
              <a:cxnLst/>
              <a:rect l="l" t="t" r="r" b="b"/>
              <a:pathLst>
                <a:path w="5490" h="6050" extrusionOk="0">
                  <a:moveTo>
                    <a:pt x="2745" y="857"/>
                  </a:moveTo>
                  <a:cubicBezTo>
                    <a:pt x="3512" y="857"/>
                    <a:pt x="3896" y="1801"/>
                    <a:pt x="3365" y="2332"/>
                  </a:cubicBezTo>
                  <a:cubicBezTo>
                    <a:pt x="3181" y="2515"/>
                    <a:pt x="2960" y="2598"/>
                    <a:pt x="2745" y="2598"/>
                  </a:cubicBezTo>
                  <a:cubicBezTo>
                    <a:pt x="2304" y="2598"/>
                    <a:pt x="1889" y="2248"/>
                    <a:pt x="1889" y="1712"/>
                  </a:cubicBezTo>
                  <a:cubicBezTo>
                    <a:pt x="1889" y="1240"/>
                    <a:pt x="2273" y="857"/>
                    <a:pt x="2745" y="857"/>
                  </a:cubicBezTo>
                  <a:close/>
                  <a:moveTo>
                    <a:pt x="2745" y="3453"/>
                  </a:moveTo>
                  <a:cubicBezTo>
                    <a:pt x="3719" y="3453"/>
                    <a:pt x="4545" y="4191"/>
                    <a:pt x="4604" y="5165"/>
                  </a:cubicBezTo>
                  <a:lnTo>
                    <a:pt x="856" y="5165"/>
                  </a:lnTo>
                  <a:cubicBezTo>
                    <a:pt x="945" y="4191"/>
                    <a:pt x="1771" y="3453"/>
                    <a:pt x="2745" y="3453"/>
                  </a:cubicBezTo>
                  <a:close/>
                  <a:moveTo>
                    <a:pt x="2745" y="1"/>
                  </a:moveTo>
                  <a:cubicBezTo>
                    <a:pt x="1240" y="1"/>
                    <a:pt x="443" y="1801"/>
                    <a:pt x="1476" y="2893"/>
                  </a:cubicBezTo>
                  <a:cubicBezTo>
                    <a:pt x="561" y="3365"/>
                    <a:pt x="1" y="4309"/>
                    <a:pt x="1" y="5342"/>
                  </a:cubicBezTo>
                  <a:lnTo>
                    <a:pt x="1" y="5607"/>
                  </a:lnTo>
                  <a:cubicBezTo>
                    <a:pt x="1" y="5843"/>
                    <a:pt x="207" y="6050"/>
                    <a:pt x="443" y="6050"/>
                  </a:cubicBezTo>
                  <a:lnTo>
                    <a:pt x="5046" y="6050"/>
                  </a:lnTo>
                  <a:cubicBezTo>
                    <a:pt x="5283" y="6050"/>
                    <a:pt x="5489" y="5843"/>
                    <a:pt x="5489" y="5607"/>
                  </a:cubicBezTo>
                  <a:lnTo>
                    <a:pt x="5489" y="5342"/>
                  </a:lnTo>
                  <a:cubicBezTo>
                    <a:pt x="5489" y="4309"/>
                    <a:pt x="4899" y="3365"/>
                    <a:pt x="4014" y="2893"/>
                  </a:cubicBezTo>
                  <a:cubicBezTo>
                    <a:pt x="5046" y="1801"/>
                    <a:pt x="4250" y="1"/>
                    <a:pt x="27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4"/>
            <p:cNvSpPr/>
            <p:nvPr/>
          </p:nvSpPr>
          <p:spPr>
            <a:xfrm>
              <a:off x="5597190" y="2957374"/>
              <a:ext cx="187176" cy="319429"/>
            </a:xfrm>
            <a:custGeom>
              <a:avLst/>
              <a:gdLst/>
              <a:ahLst/>
              <a:cxnLst/>
              <a:rect l="l" t="t" r="r" b="b"/>
              <a:pathLst>
                <a:path w="6935" h="11834" extrusionOk="0">
                  <a:moveTo>
                    <a:pt x="5932" y="886"/>
                  </a:moveTo>
                  <a:cubicBezTo>
                    <a:pt x="6020" y="886"/>
                    <a:pt x="6079" y="945"/>
                    <a:pt x="6079" y="1033"/>
                  </a:cubicBezTo>
                  <a:lnTo>
                    <a:pt x="6079" y="5400"/>
                  </a:lnTo>
                  <a:cubicBezTo>
                    <a:pt x="6079" y="6315"/>
                    <a:pt x="5636" y="7171"/>
                    <a:pt x="4928" y="7732"/>
                  </a:cubicBezTo>
                  <a:lnTo>
                    <a:pt x="4545" y="8027"/>
                  </a:lnTo>
                  <a:cubicBezTo>
                    <a:pt x="3866" y="8558"/>
                    <a:pt x="3482" y="9354"/>
                    <a:pt x="3482" y="10210"/>
                  </a:cubicBezTo>
                  <a:lnTo>
                    <a:pt x="3482" y="10948"/>
                  </a:lnTo>
                  <a:lnTo>
                    <a:pt x="886" y="10948"/>
                  </a:lnTo>
                  <a:lnTo>
                    <a:pt x="886" y="7525"/>
                  </a:lnTo>
                  <a:cubicBezTo>
                    <a:pt x="886" y="6846"/>
                    <a:pt x="1240" y="6227"/>
                    <a:pt x="1830" y="5902"/>
                  </a:cubicBezTo>
                  <a:lnTo>
                    <a:pt x="3158" y="5105"/>
                  </a:lnTo>
                  <a:cubicBezTo>
                    <a:pt x="3272" y="5048"/>
                    <a:pt x="3399" y="5016"/>
                    <a:pt x="3522" y="5016"/>
                  </a:cubicBezTo>
                  <a:cubicBezTo>
                    <a:pt x="3589" y="5016"/>
                    <a:pt x="3656" y="5025"/>
                    <a:pt x="3718" y="5046"/>
                  </a:cubicBezTo>
                  <a:cubicBezTo>
                    <a:pt x="3896" y="5105"/>
                    <a:pt x="4073" y="5223"/>
                    <a:pt x="4161" y="5371"/>
                  </a:cubicBezTo>
                  <a:cubicBezTo>
                    <a:pt x="4161" y="5430"/>
                    <a:pt x="4161" y="5459"/>
                    <a:pt x="4161" y="5489"/>
                  </a:cubicBezTo>
                  <a:cubicBezTo>
                    <a:pt x="4132" y="5518"/>
                    <a:pt x="4132" y="5548"/>
                    <a:pt x="4102" y="5577"/>
                  </a:cubicBezTo>
                  <a:lnTo>
                    <a:pt x="2833" y="6315"/>
                  </a:lnTo>
                  <a:cubicBezTo>
                    <a:pt x="2597" y="6433"/>
                    <a:pt x="2538" y="6699"/>
                    <a:pt x="2656" y="6905"/>
                  </a:cubicBezTo>
                  <a:cubicBezTo>
                    <a:pt x="2734" y="7041"/>
                    <a:pt x="2875" y="7113"/>
                    <a:pt x="3021" y="7113"/>
                  </a:cubicBezTo>
                  <a:cubicBezTo>
                    <a:pt x="3098" y="7113"/>
                    <a:pt x="3175" y="7093"/>
                    <a:pt x="3246" y="7053"/>
                  </a:cubicBezTo>
                  <a:lnTo>
                    <a:pt x="4545" y="6315"/>
                  </a:lnTo>
                  <a:cubicBezTo>
                    <a:pt x="4958" y="6109"/>
                    <a:pt x="5194" y="5666"/>
                    <a:pt x="5194" y="5223"/>
                  </a:cubicBezTo>
                  <a:lnTo>
                    <a:pt x="5194" y="1594"/>
                  </a:lnTo>
                  <a:cubicBezTo>
                    <a:pt x="5194" y="1210"/>
                    <a:pt x="5548" y="886"/>
                    <a:pt x="5932" y="886"/>
                  </a:cubicBezTo>
                  <a:close/>
                  <a:moveTo>
                    <a:pt x="5932" y="1"/>
                  </a:moveTo>
                  <a:cubicBezTo>
                    <a:pt x="5046" y="1"/>
                    <a:pt x="4338" y="709"/>
                    <a:pt x="4338" y="1594"/>
                  </a:cubicBezTo>
                  <a:lnTo>
                    <a:pt x="4338" y="4397"/>
                  </a:lnTo>
                  <a:cubicBezTo>
                    <a:pt x="4087" y="4250"/>
                    <a:pt x="3807" y="4176"/>
                    <a:pt x="3527" y="4176"/>
                  </a:cubicBezTo>
                  <a:cubicBezTo>
                    <a:pt x="3246" y="4176"/>
                    <a:pt x="2966" y="4250"/>
                    <a:pt x="2715" y="4397"/>
                  </a:cubicBezTo>
                  <a:lnTo>
                    <a:pt x="1387" y="5164"/>
                  </a:lnTo>
                  <a:cubicBezTo>
                    <a:pt x="532" y="5666"/>
                    <a:pt x="30" y="6551"/>
                    <a:pt x="30" y="7525"/>
                  </a:cubicBezTo>
                  <a:lnTo>
                    <a:pt x="30" y="11390"/>
                  </a:lnTo>
                  <a:cubicBezTo>
                    <a:pt x="1" y="11626"/>
                    <a:pt x="207" y="11833"/>
                    <a:pt x="443" y="11833"/>
                  </a:cubicBezTo>
                  <a:lnTo>
                    <a:pt x="3896" y="11833"/>
                  </a:lnTo>
                  <a:cubicBezTo>
                    <a:pt x="4132" y="11833"/>
                    <a:pt x="4338" y="11626"/>
                    <a:pt x="4338" y="11390"/>
                  </a:cubicBezTo>
                  <a:lnTo>
                    <a:pt x="4338" y="10210"/>
                  </a:lnTo>
                  <a:cubicBezTo>
                    <a:pt x="4338" y="9620"/>
                    <a:pt x="4604" y="9089"/>
                    <a:pt x="5076" y="8735"/>
                  </a:cubicBezTo>
                  <a:lnTo>
                    <a:pt x="5459" y="8440"/>
                  </a:lnTo>
                  <a:cubicBezTo>
                    <a:pt x="6404" y="7702"/>
                    <a:pt x="6935" y="6610"/>
                    <a:pt x="6935" y="5430"/>
                  </a:cubicBezTo>
                  <a:lnTo>
                    <a:pt x="6935" y="1004"/>
                  </a:lnTo>
                  <a:cubicBezTo>
                    <a:pt x="6935" y="443"/>
                    <a:pt x="6492" y="1"/>
                    <a:pt x="59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4"/>
            <p:cNvSpPr/>
            <p:nvPr/>
          </p:nvSpPr>
          <p:spPr>
            <a:xfrm>
              <a:off x="5386156" y="2957374"/>
              <a:ext cx="187958" cy="318619"/>
            </a:xfrm>
            <a:custGeom>
              <a:avLst/>
              <a:gdLst/>
              <a:ahLst/>
              <a:cxnLst/>
              <a:rect l="l" t="t" r="r" b="b"/>
              <a:pathLst>
                <a:path w="6964" h="11804" extrusionOk="0">
                  <a:moveTo>
                    <a:pt x="1003" y="856"/>
                  </a:moveTo>
                  <a:cubicBezTo>
                    <a:pt x="1416" y="856"/>
                    <a:pt x="1741" y="1181"/>
                    <a:pt x="1741" y="1564"/>
                  </a:cubicBezTo>
                  <a:lnTo>
                    <a:pt x="1741" y="5194"/>
                  </a:lnTo>
                  <a:cubicBezTo>
                    <a:pt x="1771" y="5636"/>
                    <a:pt x="2007" y="6050"/>
                    <a:pt x="2390" y="6286"/>
                  </a:cubicBezTo>
                  <a:lnTo>
                    <a:pt x="3688" y="7023"/>
                  </a:lnTo>
                  <a:cubicBezTo>
                    <a:pt x="3754" y="7052"/>
                    <a:pt x="3816" y="7065"/>
                    <a:pt x="3875" y="7065"/>
                  </a:cubicBezTo>
                  <a:cubicBezTo>
                    <a:pt x="4244" y="7065"/>
                    <a:pt x="4462" y="6565"/>
                    <a:pt x="4131" y="6286"/>
                  </a:cubicBezTo>
                  <a:lnTo>
                    <a:pt x="2862" y="5548"/>
                  </a:lnTo>
                  <a:cubicBezTo>
                    <a:pt x="2833" y="5518"/>
                    <a:pt x="2803" y="5489"/>
                    <a:pt x="2803" y="5459"/>
                  </a:cubicBezTo>
                  <a:cubicBezTo>
                    <a:pt x="2774" y="5430"/>
                    <a:pt x="2774" y="5400"/>
                    <a:pt x="2803" y="5341"/>
                  </a:cubicBezTo>
                  <a:cubicBezTo>
                    <a:pt x="2892" y="5194"/>
                    <a:pt x="3039" y="5076"/>
                    <a:pt x="3246" y="5017"/>
                  </a:cubicBezTo>
                  <a:cubicBezTo>
                    <a:pt x="3309" y="4996"/>
                    <a:pt x="3371" y="4986"/>
                    <a:pt x="3434" y="4986"/>
                  </a:cubicBezTo>
                  <a:cubicBezTo>
                    <a:pt x="3548" y="4986"/>
                    <a:pt x="3663" y="5019"/>
                    <a:pt x="3777" y="5076"/>
                  </a:cubicBezTo>
                  <a:lnTo>
                    <a:pt x="5134" y="5873"/>
                  </a:lnTo>
                  <a:cubicBezTo>
                    <a:pt x="5695" y="6197"/>
                    <a:pt x="6049" y="6817"/>
                    <a:pt x="6049" y="7495"/>
                  </a:cubicBezTo>
                  <a:lnTo>
                    <a:pt x="6049" y="10918"/>
                  </a:lnTo>
                  <a:lnTo>
                    <a:pt x="3452" y="10918"/>
                  </a:lnTo>
                  <a:lnTo>
                    <a:pt x="3452" y="10181"/>
                  </a:lnTo>
                  <a:cubicBezTo>
                    <a:pt x="3452" y="9354"/>
                    <a:pt x="3069" y="8558"/>
                    <a:pt x="2420" y="8027"/>
                  </a:cubicBezTo>
                  <a:lnTo>
                    <a:pt x="2007" y="7732"/>
                  </a:lnTo>
                  <a:cubicBezTo>
                    <a:pt x="1298" y="7171"/>
                    <a:pt x="856" y="6315"/>
                    <a:pt x="885" y="5400"/>
                  </a:cubicBezTo>
                  <a:lnTo>
                    <a:pt x="885" y="1004"/>
                  </a:lnTo>
                  <a:cubicBezTo>
                    <a:pt x="885" y="915"/>
                    <a:pt x="944" y="856"/>
                    <a:pt x="1003" y="856"/>
                  </a:cubicBezTo>
                  <a:close/>
                  <a:moveTo>
                    <a:pt x="1003" y="1"/>
                  </a:moveTo>
                  <a:cubicBezTo>
                    <a:pt x="472" y="1"/>
                    <a:pt x="0" y="443"/>
                    <a:pt x="0" y="1004"/>
                  </a:cubicBezTo>
                  <a:lnTo>
                    <a:pt x="0" y="5400"/>
                  </a:lnTo>
                  <a:cubicBezTo>
                    <a:pt x="0" y="6581"/>
                    <a:pt x="561" y="7702"/>
                    <a:pt x="1475" y="8410"/>
                  </a:cubicBezTo>
                  <a:lnTo>
                    <a:pt x="1889" y="8735"/>
                  </a:lnTo>
                  <a:cubicBezTo>
                    <a:pt x="2361" y="9059"/>
                    <a:pt x="2626" y="9620"/>
                    <a:pt x="2626" y="10210"/>
                  </a:cubicBezTo>
                  <a:lnTo>
                    <a:pt x="2626" y="11361"/>
                  </a:lnTo>
                  <a:cubicBezTo>
                    <a:pt x="2626" y="11626"/>
                    <a:pt x="2803" y="11804"/>
                    <a:pt x="3069" y="11804"/>
                  </a:cubicBezTo>
                  <a:lnTo>
                    <a:pt x="6521" y="11804"/>
                  </a:lnTo>
                  <a:cubicBezTo>
                    <a:pt x="6757" y="11804"/>
                    <a:pt x="6964" y="11597"/>
                    <a:pt x="6934" y="11361"/>
                  </a:cubicBezTo>
                  <a:lnTo>
                    <a:pt x="6934" y="7525"/>
                  </a:lnTo>
                  <a:cubicBezTo>
                    <a:pt x="6934" y="6522"/>
                    <a:pt x="6403" y="5607"/>
                    <a:pt x="5547" y="5135"/>
                  </a:cubicBezTo>
                  <a:lnTo>
                    <a:pt x="4190" y="4368"/>
                  </a:lnTo>
                  <a:cubicBezTo>
                    <a:pt x="3942" y="4223"/>
                    <a:pt x="3651" y="4151"/>
                    <a:pt x="3367" y="4151"/>
                  </a:cubicBezTo>
                  <a:cubicBezTo>
                    <a:pt x="3245" y="4151"/>
                    <a:pt x="3125" y="4164"/>
                    <a:pt x="3010" y="4191"/>
                  </a:cubicBezTo>
                  <a:cubicBezTo>
                    <a:pt x="2862" y="4250"/>
                    <a:pt x="2715" y="4309"/>
                    <a:pt x="2597" y="4368"/>
                  </a:cubicBezTo>
                  <a:lnTo>
                    <a:pt x="2597" y="1564"/>
                  </a:lnTo>
                  <a:cubicBezTo>
                    <a:pt x="2567" y="709"/>
                    <a:pt x="1889" y="1"/>
                    <a:pt x="10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7" name="Google Shape;3767;p74"/>
          <p:cNvSpPr/>
          <p:nvPr/>
        </p:nvSpPr>
        <p:spPr>
          <a:xfrm>
            <a:off x="4052310" y="2877719"/>
            <a:ext cx="406038" cy="398274"/>
          </a:xfrm>
          <a:custGeom>
            <a:avLst/>
            <a:gdLst/>
            <a:ahLst/>
            <a:cxnLst/>
            <a:rect l="l" t="t" r="r" b="b"/>
            <a:pathLst>
              <a:path w="15044" h="14755" extrusionOk="0">
                <a:moveTo>
                  <a:pt x="7614" y="855"/>
                </a:moveTo>
                <a:cubicBezTo>
                  <a:pt x="7841" y="855"/>
                  <a:pt x="8051" y="1035"/>
                  <a:pt x="8051" y="1299"/>
                </a:cubicBezTo>
                <a:cubicBezTo>
                  <a:pt x="8051" y="1535"/>
                  <a:pt x="7874" y="1712"/>
                  <a:pt x="7638" y="1712"/>
                </a:cubicBezTo>
                <a:cubicBezTo>
                  <a:pt x="7254" y="1712"/>
                  <a:pt x="7047" y="1270"/>
                  <a:pt x="7313" y="975"/>
                </a:cubicBezTo>
                <a:cubicBezTo>
                  <a:pt x="7405" y="892"/>
                  <a:pt x="7511" y="855"/>
                  <a:pt x="7614" y="855"/>
                </a:cubicBezTo>
                <a:close/>
                <a:moveTo>
                  <a:pt x="3039" y="4101"/>
                </a:moveTo>
                <a:cubicBezTo>
                  <a:pt x="3400" y="4101"/>
                  <a:pt x="3587" y="4553"/>
                  <a:pt x="3329" y="4811"/>
                </a:cubicBezTo>
                <a:cubicBezTo>
                  <a:pt x="3242" y="4908"/>
                  <a:pt x="3132" y="4950"/>
                  <a:pt x="3024" y="4950"/>
                </a:cubicBezTo>
                <a:cubicBezTo>
                  <a:pt x="2804" y="4950"/>
                  <a:pt x="2592" y="4773"/>
                  <a:pt x="2592" y="4515"/>
                </a:cubicBezTo>
                <a:cubicBezTo>
                  <a:pt x="2592" y="4279"/>
                  <a:pt x="2769" y="4102"/>
                  <a:pt x="3005" y="4102"/>
                </a:cubicBezTo>
                <a:cubicBezTo>
                  <a:pt x="3016" y="4101"/>
                  <a:pt x="3028" y="4101"/>
                  <a:pt x="3039" y="4101"/>
                </a:cubicBezTo>
                <a:close/>
                <a:moveTo>
                  <a:pt x="12275" y="4101"/>
                </a:moveTo>
                <a:cubicBezTo>
                  <a:pt x="12635" y="4101"/>
                  <a:pt x="12793" y="4553"/>
                  <a:pt x="12536" y="4811"/>
                </a:cubicBezTo>
                <a:cubicBezTo>
                  <a:pt x="12448" y="4908"/>
                  <a:pt x="12339" y="4950"/>
                  <a:pt x="12231" y="4950"/>
                </a:cubicBezTo>
                <a:cubicBezTo>
                  <a:pt x="12011" y="4950"/>
                  <a:pt x="11798" y="4773"/>
                  <a:pt x="11798" y="4515"/>
                </a:cubicBezTo>
                <a:cubicBezTo>
                  <a:pt x="11798" y="4279"/>
                  <a:pt x="12005" y="4102"/>
                  <a:pt x="12241" y="4102"/>
                </a:cubicBezTo>
                <a:cubicBezTo>
                  <a:pt x="12252" y="4101"/>
                  <a:pt x="12264" y="4101"/>
                  <a:pt x="12275" y="4101"/>
                </a:cubicBezTo>
                <a:close/>
                <a:moveTo>
                  <a:pt x="3152" y="5814"/>
                </a:moveTo>
                <a:lnTo>
                  <a:pt x="4362" y="8410"/>
                </a:lnTo>
                <a:lnTo>
                  <a:pt x="1677" y="8410"/>
                </a:lnTo>
                <a:lnTo>
                  <a:pt x="2887" y="5814"/>
                </a:lnTo>
                <a:close/>
                <a:moveTo>
                  <a:pt x="12359" y="5814"/>
                </a:moveTo>
                <a:lnTo>
                  <a:pt x="13569" y="8410"/>
                </a:lnTo>
                <a:lnTo>
                  <a:pt x="10913" y="8410"/>
                </a:lnTo>
                <a:lnTo>
                  <a:pt x="12123" y="5814"/>
                </a:lnTo>
                <a:close/>
                <a:moveTo>
                  <a:pt x="4598" y="9266"/>
                </a:moveTo>
                <a:lnTo>
                  <a:pt x="4598" y="9414"/>
                </a:lnTo>
                <a:cubicBezTo>
                  <a:pt x="4598" y="9827"/>
                  <a:pt x="4274" y="10151"/>
                  <a:pt x="3890" y="10151"/>
                </a:cubicBezTo>
                <a:lnTo>
                  <a:pt x="2149" y="10151"/>
                </a:lnTo>
                <a:cubicBezTo>
                  <a:pt x="1736" y="10151"/>
                  <a:pt x="1411" y="9827"/>
                  <a:pt x="1411" y="9414"/>
                </a:cubicBezTo>
                <a:lnTo>
                  <a:pt x="1411" y="9266"/>
                </a:lnTo>
                <a:close/>
                <a:moveTo>
                  <a:pt x="13805" y="9266"/>
                </a:moveTo>
                <a:lnTo>
                  <a:pt x="13834" y="9414"/>
                </a:lnTo>
                <a:cubicBezTo>
                  <a:pt x="13834" y="9827"/>
                  <a:pt x="13510" y="10151"/>
                  <a:pt x="13096" y="10151"/>
                </a:cubicBezTo>
                <a:lnTo>
                  <a:pt x="11385" y="10151"/>
                </a:lnTo>
                <a:cubicBezTo>
                  <a:pt x="10972" y="10151"/>
                  <a:pt x="10647" y="9827"/>
                  <a:pt x="10647" y="9414"/>
                </a:cubicBezTo>
                <a:lnTo>
                  <a:pt x="10647" y="9266"/>
                </a:lnTo>
                <a:close/>
                <a:moveTo>
                  <a:pt x="7634" y="10166"/>
                </a:moveTo>
                <a:cubicBezTo>
                  <a:pt x="7837" y="10166"/>
                  <a:pt x="8036" y="10299"/>
                  <a:pt x="8051" y="10564"/>
                </a:cubicBezTo>
                <a:lnTo>
                  <a:pt x="8051" y="12158"/>
                </a:lnTo>
                <a:lnTo>
                  <a:pt x="7195" y="12158"/>
                </a:lnTo>
                <a:lnTo>
                  <a:pt x="7195" y="10564"/>
                </a:lnTo>
                <a:cubicBezTo>
                  <a:pt x="7224" y="10299"/>
                  <a:pt x="7431" y="10166"/>
                  <a:pt x="7634" y="10166"/>
                </a:cubicBezTo>
                <a:close/>
                <a:moveTo>
                  <a:pt x="9939" y="13014"/>
                </a:moveTo>
                <a:cubicBezTo>
                  <a:pt x="10470" y="13014"/>
                  <a:pt x="10972" y="13368"/>
                  <a:pt x="11149" y="13869"/>
                </a:cubicBezTo>
                <a:lnTo>
                  <a:pt x="4097" y="13869"/>
                </a:lnTo>
                <a:cubicBezTo>
                  <a:pt x="4274" y="13368"/>
                  <a:pt x="4775" y="13014"/>
                  <a:pt x="5336" y="13014"/>
                </a:cubicBezTo>
                <a:close/>
                <a:moveTo>
                  <a:pt x="7638" y="1"/>
                </a:moveTo>
                <a:cubicBezTo>
                  <a:pt x="6162" y="1"/>
                  <a:pt x="5808" y="2037"/>
                  <a:pt x="7195" y="2538"/>
                </a:cubicBezTo>
                <a:lnTo>
                  <a:pt x="7195" y="3040"/>
                </a:lnTo>
                <a:lnTo>
                  <a:pt x="4097" y="3837"/>
                </a:lnTo>
                <a:cubicBezTo>
                  <a:pt x="3949" y="3601"/>
                  <a:pt x="3713" y="3424"/>
                  <a:pt x="3447" y="3306"/>
                </a:cubicBezTo>
                <a:lnTo>
                  <a:pt x="3447" y="2509"/>
                </a:lnTo>
                <a:cubicBezTo>
                  <a:pt x="3418" y="2258"/>
                  <a:pt x="3211" y="2133"/>
                  <a:pt x="3009" y="2133"/>
                </a:cubicBezTo>
                <a:cubicBezTo>
                  <a:pt x="2806" y="2133"/>
                  <a:pt x="2607" y="2258"/>
                  <a:pt x="2592" y="2509"/>
                </a:cubicBezTo>
                <a:lnTo>
                  <a:pt x="2592" y="3306"/>
                </a:lnTo>
                <a:cubicBezTo>
                  <a:pt x="2415" y="3365"/>
                  <a:pt x="2238" y="3483"/>
                  <a:pt x="2120" y="3601"/>
                </a:cubicBezTo>
                <a:lnTo>
                  <a:pt x="880" y="3011"/>
                </a:lnTo>
                <a:cubicBezTo>
                  <a:pt x="791" y="2954"/>
                  <a:pt x="705" y="2930"/>
                  <a:pt x="627" y="2930"/>
                </a:cubicBezTo>
                <a:cubicBezTo>
                  <a:pt x="214" y="2930"/>
                  <a:pt x="1" y="3604"/>
                  <a:pt x="497" y="3778"/>
                </a:cubicBezTo>
                <a:lnTo>
                  <a:pt x="1736" y="4397"/>
                </a:lnTo>
                <a:lnTo>
                  <a:pt x="1736" y="4545"/>
                </a:lnTo>
                <a:cubicBezTo>
                  <a:pt x="1736" y="4899"/>
                  <a:pt x="1884" y="5224"/>
                  <a:pt x="2120" y="5460"/>
                </a:cubicBezTo>
                <a:lnTo>
                  <a:pt x="644" y="8676"/>
                </a:lnTo>
                <a:cubicBezTo>
                  <a:pt x="615" y="8735"/>
                  <a:pt x="585" y="8794"/>
                  <a:pt x="585" y="8853"/>
                </a:cubicBezTo>
                <a:lnTo>
                  <a:pt x="585" y="9443"/>
                </a:lnTo>
                <a:cubicBezTo>
                  <a:pt x="585" y="10299"/>
                  <a:pt x="1293" y="11007"/>
                  <a:pt x="2179" y="11037"/>
                </a:cubicBezTo>
                <a:lnTo>
                  <a:pt x="3920" y="11037"/>
                </a:lnTo>
                <a:cubicBezTo>
                  <a:pt x="4775" y="11007"/>
                  <a:pt x="5483" y="10299"/>
                  <a:pt x="5483" y="9443"/>
                </a:cubicBezTo>
                <a:lnTo>
                  <a:pt x="5483" y="8853"/>
                </a:lnTo>
                <a:cubicBezTo>
                  <a:pt x="5483" y="8794"/>
                  <a:pt x="5483" y="8735"/>
                  <a:pt x="5454" y="8676"/>
                </a:cubicBezTo>
                <a:lnTo>
                  <a:pt x="3949" y="5460"/>
                </a:lnTo>
                <a:cubicBezTo>
                  <a:pt x="4156" y="5224"/>
                  <a:pt x="4303" y="4958"/>
                  <a:pt x="4333" y="4663"/>
                </a:cubicBezTo>
                <a:lnTo>
                  <a:pt x="7195" y="3925"/>
                </a:lnTo>
                <a:lnTo>
                  <a:pt x="7195" y="9325"/>
                </a:lnTo>
                <a:cubicBezTo>
                  <a:pt x="6693" y="9532"/>
                  <a:pt x="6339" y="10004"/>
                  <a:pt x="6339" y="10564"/>
                </a:cubicBezTo>
                <a:lnTo>
                  <a:pt x="6339" y="12158"/>
                </a:lnTo>
                <a:lnTo>
                  <a:pt x="5336" y="12158"/>
                </a:lnTo>
                <a:cubicBezTo>
                  <a:pt x="4126" y="12158"/>
                  <a:pt x="3182" y="13132"/>
                  <a:pt x="3182" y="14341"/>
                </a:cubicBezTo>
                <a:cubicBezTo>
                  <a:pt x="3182" y="14548"/>
                  <a:pt x="3359" y="14755"/>
                  <a:pt x="3595" y="14755"/>
                </a:cubicBezTo>
                <a:lnTo>
                  <a:pt x="11651" y="14755"/>
                </a:lnTo>
                <a:cubicBezTo>
                  <a:pt x="11887" y="14755"/>
                  <a:pt x="12093" y="14548"/>
                  <a:pt x="12093" y="14312"/>
                </a:cubicBezTo>
                <a:cubicBezTo>
                  <a:pt x="12093" y="13132"/>
                  <a:pt x="11119" y="12158"/>
                  <a:pt x="9939" y="12158"/>
                </a:cubicBezTo>
                <a:lnTo>
                  <a:pt x="8936" y="12158"/>
                </a:lnTo>
                <a:lnTo>
                  <a:pt x="8936" y="10564"/>
                </a:lnTo>
                <a:cubicBezTo>
                  <a:pt x="8906" y="10033"/>
                  <a:pt x="8582" y="9532"/>
                  <a:pt x="8051" y="9355"/>
                </a:cubicBezTo>
                <a:lnTo>
                  <a:pt x="8051" y="3925"/>
                </a:lnTo>
                <a:lnTo>
                  <a:pt x="10942" y="4663"/>
                </a:lnTo>
                <a:cubicBezTo>
                  <a:pt x="10972" y="4958"/>
                  <a:pt x="11090" y="5253"/>
                  <a:pt x="11326" y="5460"/>
                </a:cubicBezTo>
                <a:lnTo>
                  <a:pt x="9821" y="8676"/>
                </a:lnTo>
                <a:cubicBezTo>
                  <a:pt x="9792" y="8735"/>
                  <a:pt x="9762" y="8794"/>
                  <a:pt x="9762" y="8853"/>
                </a:cubicBezTo>
                <a:lnTo>
                  <a:pt x="9762" y="9443"/>
                </a:lnTo>
                <a:cubicBezTo>
                  <a:pt x="9762" y="10299"/>
                  <a:pt x="10470" y="11007"/>
                  <a:pt x="11355" y="11007"/>
                </a:cubicBezTo>
                <a:lnTo>
                  <a:pt x="13096" y="11007"/>
                </a:lnTo>
                <a:cubicBezTo>
                  <a:pt x="13952" y="11007"/>
                  <a:pt x="14660" y="10299"/>
                  <a:pt x="14690" y="9443"/>
                </a:cubicBezTo>
                <a:lnTo>
                  <a:pt x="14690" y="8853"/>
                </a:lnTo>
                <a:cubicBezTo>
                  <a:pt x="14660" y="8794"/>
                  <a:pt x="14660" y="8735"/>
                  <a:pt x="14631" y="8676"/>
                </a:cubicBezTo>
                <a:lnTo>
                  <a:pt x="13126" y="5460"/>
                </a:lnTo>
                <a:cubicBezTo>
                  <a:pt x="13362" y="5194"/>
                  <a:pt x="13510" y="4870"/>
                  <a:pt x="13510" y="4515"/>
                </a:cubicBezTo>
                <a:cubicBezTo>
                  <a:pt x="13510" y="4486"/>
                  <a:pt x="13510" y="4427"/>
                  <a:pt x="13510" y="4368"/>
                </a:cubicBezTo>
                <a:lnTo>
                  <a:pt x="14749" y="3748"/>
                </a:lnTo>
                <a:cubicBezTo>
                  <a:pt x="14955" y="3660"/>
                  <a:pt x="15044" y="3394"/>
                  <a:pt x="14926" y="3188"/>
                </a:cubicBezTo>
                <a:lnTo>
                  <a:pt x="14955" y="3188"/>
                </a:lnTo>
                <a:cubicBezTo>
                  <a:pt x="14893" y="3022"/>
                  <a:pt x="14744" y="2929"/>
                  <a:pt x="14589" y="2929"/>
                </a:cubicBezTo>
                <a:cubicBezTo>
                  <a:pt x="14523" y="2929"/>
                  <a:pt x="14456" y="2946"/>
                  <a:pt x="14395" y="2981"/>
                </a:cubicBezTo>
                <a:lnTo>
                  <a:pt x="13155" y="3601"/>
                </a:lnTo>
                <a:cubicBezTo>
                  <a:pt x="13008" y="3453"/>
                  <a:pt x="12860" y="3365"/>
                  <a:pt x="12683" y="3306"/>
                </a:cubicBezTo>
                <a:lnTo>
                  <a:pt x="12683" y="2509"/>
                </a:lnTo>
                <a:cubicBezTo>
                  <a:pt x="12654" y="2243"/>
                  <a:pt x="12447" y="2111"/>
                  <a:pt x="12241" y="2111"/>
                </a:cubicBezTo>
                <a:cubicBezTo>
                  <a:pt x="12034" y="2111"/>
                  <a:pt x="11828" y="2243"/>
                  <a:pt x="11798" y="2509"/>
                </a:cubicBezTo>
                <a:lnTo>
                  <a:pt x="11798" y="3306"/>
                </a:lnTo>
                <a:cubicBezTo>
                  <a:pt x="11533" y="3424"/>
                  <a:pt x="11326" y="3601"/>
                  <a:pt x="11149" y="3837"/>
                </a:cubicBezTo>
                <a:lnTo>
                  <a:pt x="8051" y="3040"/>
                </a:lnTo>
                <a:lnTo>
                  <a:pt x="8051" y="2538"/>
                </a:lnTo>
                <a:cubicBezTo>
                  <a:pt x="9437" y="2037"/>
                  <a:pt x="9083" y="1"/>
                  <a:pt x="76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4"/>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77</a:t>
            </a:fld>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3772"/>
        <p:cNvGrpSpPr/>
        <p:nvPr/>
      </p:nvGrpSpPr>
      <p:grpSpPr>
        <a:xfrm>
          <a:off x="0" y="0"/>
          <a:ext cx="0" cy="0"/>
          <a:chOff x="0" y="0"/>
          <a:chExt cx="0" cy="0"/>
        </a:xfrm>
      </p:grpSpPr>
      <p:sp>
        <p:nvSpPr>
          <p:cNvPr id="3773" name="Google Shape;3773;p75"/>
          <p:cNvSpPr txBox="1">
            <a:spLocks noGrp="1"/>
          </p:cNvSpPr>
          <p:nvPr>
            <p:ph type="body" idx="1"/>
          </p:nvPr>
        </p:nvSpPr>
        <p:spPr>
          <a:xfrm>
            <a:off x="720000" y="1071267"/>
            <a:ext cx="7704000" cy="35373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Here’s an assortment of alternative resources whose style fits the one of this template:</a:t>
            </a:r>
            <a:endParaRPr/>
          </a:p>
          <a:p>
            <a:pPr marL="0" lvl="0" indent="0" algn="l" rtl="0">
              <a:lnSpc>
                <a:spcPct val="100000"/>
              </a:lnSpc>
              <a:spcBef>
                <a:spcPts val="0"/>
              </a:spcBef>
              <a:spcAft>
                <a:spcPts val="0"/>
              </a:spcAft>
              <a:buNone/>
            </a:pPr>
            <a:r>
              <a:rPr lang="en" sz="2400">
                <a:latin typeface="Poppins Black"/>
                <a:ea typeface="Poppins Black"/>
                <a:cs typeface="Poppins Black"/>
                <a:sym typeface="Poppins Black"/>
              </a:rPr>
              <a:t>Vectors</a:t>
            </a:r>
            <a:endParaRPr sz="1800">
              <a:latin typeface="Bebas Neue"/>
              <a:ea typeface="Bebas Neue"/>
              <a:cs typeface="Bebas Neue"/>
              <a:sym typeface="Bebas Neue"/>
            </a:endParaRPr>
          </a:p>
          <a:p>
            <a:pPr marL="241300" lvl="0" indent="-203200" algn="l" rtl="0">
              <a:spcBef>
                <a:spcPts val="0"/>
              </a:spcBef>
              <a:spcAft>
                <a:spcPts val="0"/>
              </a:spcAft>
              <a:buClr>
                <a:schemeClr val="lt2"/>
              </a:buClr>
              <a:buSzPts val="1200"/>
              <a:buChar char="●"/>
            </a:pPr>
            <a:r>
              <a:rPr lang="en">
                <a:uFill>
                  <a:noFill/>
                </a:uFill>
                <a:hlinkClick r:id="rId3"/>
              </a:rPr>
              <a:t>Invest data Semi flat illustrations</a:t>
            </a:r>
            <a:endParaRPr/>
          </a:p>
          <a:p>
            <a:pPr marL="241300" lvl="0" indent="-203200" algn="l" rtl="0">
              <a:spcBef>
                <a:spcPts val="0"/>
              </a:spcBef>
              <a:spcAft>
                <a:spcPts val="0"/>
              </a:spcAft>
              <a:buSzPts val="1200"/>
              <a:buChar char="●"/>
            </a:pPr>
            <a:r>
              <a:rPr lang="en">
                <a:uFill>
                  <a:noFill/>
                </a:uFill>
                <a:hlinkClick r:id="rId4"/>
              </a:rPr>
              <a:t>Business mission Semi Flat Illustrations</a:t>
            </a:r>
            <a:endParaRPr/>
          </a:p>
          <a:p>
            <a:pPr marL="241300" lvl="0" indent="-203200" algn="l" rtl="0">
              <a:spcBef>
                <a:spcPts val="0"/>
              </a:spcBef>
              <a:spcAft>
                <a:spcPts val="0"/>
              </a:spcAft>
              <a:buClr>
                <a:schemeClr val="lt2"/>
              </a:buClr>
              <a:buSzPts val="1200"/>
              <a:buChar char="●"/>
            </a:pPr>
            <a:r>
              <a:rPr lang="en">
                <a:uFill>
                  <a:noFill/>
                </a:uFill>
                <a:hlinkClick r:id="rId5"/>
              </a:rPr>
              <a:t>Professional hand drawn infographic elements</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a:p>
            <a:pPr marL="241300" lvl="0" indent="0" algn="l" rtl="0">
              <a:spcBef>
                <a:spcPts val="0"/>
              </a:spcBef>
              <a:spcAft>
                <a:spcPts val="0"/>
              </a:spcAft>
              <a:buNone/>
            </a:pPr>
            <a:endParaRPr sz="2400">
              <a:latin typeface="Poppins Black"/>
              <a:ea typeface="Poppins Black"/>
              <a:cs typeface="Poppins Black"/>
              <a:sym typeface="Poppins Black"/>
            </a:endParaRPr>
          </a:p>
        </p:txBody>
      </p:sp>
      <p:sp>
        <p:nvSpPr>
          <p:cNvPr id="3774" name="Google Shape;3774;p7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3775" name="Google Shape;3775;p75"/>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78</a:t>
            </a:fld>
            <a:endParaRPr/>
          </a:p>
        </p:txBody>
      </p:sp>
      <p:grpSp>
        <p:nvGrpSpPr>
          <p:cNvPr id="3776" name="Google Shape;3776;p75"/>
          <p:cNvGrpSpPr/>
          <p:nvPr/>
        </p:nvGrpSpPr>
        <p:grpSpPr>
          <a:xfrm>
            <a:off x="985900" y="2811750"/>
            <a:ext cx="1496693" cy="1354193"/>
            <a:chOff x="1301000" y="1860150"/>
            <a:chExt cx="1496693" cy="1354193"/>
          </a:xfrm>
        </p:grpSpPr>
        <p:sp>
          <p:nvSpPr>
            <p:cNvPr id="3777" name="Google Shape;3777;p75"/>
            <p:cNvSpPr/>
            <p:nvPr/>
          </p:nvSpPr>
          <p:spPr>
            <a:xfrm>
              <a:off x="1714469" y="2731862"/>
              <a:ext cx="785907" cy="471196"/>
            </a:xfrm>
            <a:custGeom>
              <a:avLst/>
              <a:gdLst/>
              <a:ahLst/>
              <a:cxnLst/>
              <a:rect l="l" t="t" r="r" b="b"/>
              <a:pathLst>
                <a:path w="26186" h="15700" extrusionOk="0">
                  <a:moveTo>
                    <a:pt x="7072" y="0"/>
                  </a:moveTo>
                  <a:lnTo>
                    <a:pt x="0" y="11675"/>
                  </a:lnTo>
                  <a:cubicBezTo>
                    <a:pt x="3815" y="14363"/>
                    <a:pt x="8259" y="15700"/>
                    <a:pt x="12699" y="15700"/>
                  </a:cubicBezTo>
                  <a:cubicBezTo>
                    <a:pt x="17460" y="15700"/>
                    <a:pt x="22216" y="14163"/>
                    <a:pt x="26186" y="11108"/>
                  </a:cubicBezTo>
                  <a:lnTo>
                    <a:pt x="17279" y="834"/>
                  </a:lnTo>
                  <a:cubicBezTo>
                    <a:pt x="15912" y="1668"/>
                    <a:pt x="14311" y="2135"/>
                    <a:pt x="12709" y="2135"/>
                  </a:cubicBezTo>
                  <a:cubicBezTo>
                    <a:pt x="10641" y="2135"/>
                    <a:pt x="8607" y="1368"/>
                    <a:pt x="7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5"/>
            <p:cNvSpPr/>
            <p:nvPr/>
          </p:nvSpPr>
          <p:spPr>
            <a:xfrm>
              <a:off x="1699463" y="2717846"/>
              <a:ext cx="814929" cy="496497"/>
            </a:xfrm>
            <a:custGeom>
              <a:avLst/>
              <a:gdLst/>
              <a:ahLst/>
              <a:cxnLst/>
              <a:rect l="l" t="t" r="r" b="b"/>
              <a:pathLst>
                <a:path w="27153" h="16543" extrusionOk="0">
                  <a:moveTo>
                    <a:pt x="7572" y="467"/>
                  </a:moveTo>
                  <a:cubicBezTo>
                    <a:pt x="9173" y="1880"/>
                    <a:pt x="11189" y="2601"/>
                    <a:pt x="13223" y="2601"/>
                  </a:cubicBezTo>
                  <a:cubicBezTo>
                    <a:pt x="14791" y="2601"/>
                    <a:pt x="16371" y="2172"/>
                    <a:pt x="17779" y="1301"/>
                  </a:cubicBezTo>
                  <a:lnTo>
                    <a:pt x="26686" y="11608"/>
                  </a:lnTo>
                  <a:cubicBezTo>
                    <a:pt x="22816" y="14577"/>
                    <a:pt x="18080" y="16178"/>
                    <a:pt x="13209" y="16178"/>
                  </a:cubicBezTo>
                  <a:cubicBezTo>
                    <a:pt x="8673" y="16178"/>
                    <a:pt x="4203" y="14777"/>
                    <a:pt x="500" y="12142"/>
                  </a:cubicBezTo>
                  <a:lnTo>
                    <a:pt x="7572" y="467"/>
                  </a:lnTo>
                  <a:close/>
                  <a:moveTo>
                    <a:pt x="7472" y="0"/>
                  </a:moveTo>
                  <a:cubicBezTo>
                    <a:pt x="7439" y="0"/>
                    <a:pt x="7372" y="34"/>
                    <a:pt x="7339" y="67"/>
                  </a:cubicBezTo>
                  <a:lnTo>
                    <a:pt x="67" y="12109"/>
                  </a:lnTo>
                  <a:cubicBezTo>
                    <a:pt x="0" y="12176"/>
                    <a:pt x="33" y="12309"/>
                    <a:pt x="133" y="12342"/>
                  </a:cubicBezTo>
                  <a:cubicBezTo>
                    <a:pt x="4051" y="15147"/>
                    <a:pt x="8637" y="16542"/>
                    <a:pt x="13221" y="16542"/>
                  </a:cubicBezTo>
                  <a:cubicBezTo>
                    <a:pt x="18121" y="16542"/>
                    <a:pt x="23018" y="14947"/>
                    <a:pt x="27086" y="11775"/>
                  </a:cubicBezTo>
                  <a:cubicBezTo>
                    <a:pt x="27119" y="11742"/>
                    <a:pt x="27153" y="11675"/>
                    <a:pt x="27153" y="11642"/>
                  </a:cubicBezTo>
                  <a:cubicBezTo>
                    <a:pt x="27153" y="11575"/>
                    <a:pt x="27153" y="11542"/>
                    <a:pt x="27119" y="11475"/>
                  </a:cubicBezTo>
                  <a:lnTo>
                    <a:pt x="17946" y="901"/>
                  </a:lnTo>
                  <a:cubicBezTo>
                    <a:pt x="17907" y="862"/>
                    <a:pt x="17857" y="846"/>
                    <a:pt x="17801" y="846"/>
                  </a:cubicBezTo>
                  <a:cubicBezTo>
                    <a:pt x="17762" y="846"/>
                    <a:pt x="17721" y="854"/>
                    <a:pt x="17679" y="867"/>
                  </a:cubicBezTo>
                  <a:cubicBezTo>
                    <a:pt x="16308" y="1772"/>
                    <a:pt x="14746" y="2217"/>
                    <a:pt x="13191" y="2217"/>
                  </a:cubicBezTo>
                  <a:cubicBezTo>
                    <a:pt x="11188" y="2217"/>
                    <a:pt x="9197" y="1479"/>
                    <a:pt x="7639" y="34"/>
                  </a:cubicBezTo>
                  <a:cubicBezTo>
                    <a:pt x="7605" y="0"/>
                    <a:pt x="7539" y="0"/>
                    <a:pt x="7472"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5"/>
            <p:cNvSpPr/>
            <p:nvPr/>
          </p:nvSpPr>
          <p:spPr>
            <a:xfrm>
              <a:off x="1971758" y="1872995"/>
              <a:ext cx="718829" cy="575610"/>
            </a:xfrm>
            <a:custGeom>
              <a:avLst/>
              <a:gdLst/>
              <a:ahLst/>
              <a:cxnLst/>
              <a:rect l="l" t="t" r="r" b="b"/>
              <a:pathLst>
                <a:path w="23951" h="19179" extrusionOk="0">
                  <a:moveTo>
                    <a:pt x="4178" y="0"/>
                  </a:moveTo>
                  <a:cubicBezTo>
                    <a:pt x="2795" y="0"/>
                    <a:pt x="1397" y="130"/>
                    <a:pt x="0" y="398"/>
                  </a:cubicBezTo>
                  <a:lnTo>
                    <a:pt x="1535" y="13974"/>
                  </a:lnTo>
                  <a:cubicBezTo>
                    <a:pt x="2369" y="13707"/>
                    <a:pt x="3269" y="13574"/>
                    <a:pt x="4136" y="13574"/>
                  </a:cubicBezTo>
                  <a:cubicBezTo>
                    <a:pt x="7739" y="13574"/>
                    <a:pt x="10975" y="15809"/>
                    <a:pt x="12209" y="19178"/>
                  </a:cubicBezTo>
                  <a:lnTo>
                    <a:pt x="23951" y="12206"/>
                  </a:lnTo>
                  <a:cubicBezTo>
                    <a:pt x="20151" y="4635"/>
                    <a:pt x="12435" y="0"/>
                    <a:pt x="41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5"/>
            <p:cNvSpPr/>
            <p:nvPr/>
          </p:nvSpPr>
          <p:spPr>
            <a:xfrm>
              <a:off x="1959723" y="1860150"/>
              <a:ext cx="744880" cy="602471"/>
            </a:xfrm>
            <a:custGeom>
              <a:avLst/>
              <a:gdLst/>
              <a:ahLst/>
              <a:cxnLst/>
              <a:rect l="l" t="t" r="r" b="b"/>
              <a:pathLst>
                <a:path w="24819" h="20074" extrusionOk="0">
                  <a:moveTo>
                    <a:pt x="4626" y="426"/>
                  </a:moveTo>
                  <a:cubicBezTo>
                    <a:pt x="12997" y="426"/>
                    <a:pt x="20629" y="5155"/>
                    <a:pt x="24352" y="12668"/>
                  </a:cubicBezTo>
                  <a:lnTo>
                    <a:pt x="12610" y="19606"/>
                  </a:lnTo>
                  <a:cubicBezTo>
                    <a:pt x="11326" y="16156"/>
                    <a:pt x="8048" y="13992"/>
                    <a:pt x="4547" y="13992"/>
                  </a:cubicBezTo>
                  <a:cubicBezTo>
                    <a:pt x="3681" y="13992"/>
                    <a:pt x="2802" y="14125"/>
                    <a:pt x="1936" y="14402"/>
                  </a:cubicBezTo>
                  <a:lnTo>
                    <a:pt x="401" y="826"/>
                  </a:lnTo>
                  <a:cubicBezTo>
                    <a:pt x="1769" y="559"/>
                    <a:pt x="3170" y="426"/>
                    <a:pt x="4537" y="426"/>
                  </a:cubicBezTo>
                  <a:cubicBezTo>
                    <a:pt x="4567" y="426"/>
                    <a:pt x="4596" y="426"/>
                    <a:pt x="4626" y="426"/>
                  </a:cubicBezTo>
                  <a:close/>
                  <a:moveTo>
                    <a:pt x="4523" y="1"/>
                  </a:moveTo>
                  <a:cubicBezTo>
                    <a:pt x="3081" y="1"/>
                    <a:pt x="1623" y="139"/>
                    <a:pt x="168" y="426"/>
                  </a:cubicBezTo>
                  <a:cubicBezTo>
                    <a:pt x="68" y="459"/>
                    <a:pt x="1" y="559"/>
                    <a:pt x="1" y="659"/>
                  </a:cubicBezTo>
                  <a:lnTo>
                    <a:pt x="1569" y="14636"/>
                  </a:lnTo>
                  <a:cubicBezTo>
                    <a:pt x="1569" y="14703"/>
                    <a:pt x="1602" y="14769"/>
                    <a:pt x="1669" y="14836"/>
                  </a:cubicBezTo>
                  <a:lnTo>
                    <a:pt x="1836" y="14836"/>
                  </a:lnTo>
                  <a:cubicBezTo>
                    <a:pt x="2741" y="14513"/>
                    <a:pt x="3664" y="14360"/>
                    <a:pt x="4571" y="14360"/>
                  </a:cubicBezTo>
                  <a:cubicBezTo>
                    <a:pt x="7974" y="14360"/>
                    <a:pt x="11151" y="16516"/>
                    <a:pt x="12310" y="19940"/>
                  </a:cubicBezTo>
                  <a:cubicBezTo>
                    <a:pt x="12343" y="20006"/>
                    <a:pt x="12376" y="20040"/>
                    <a:pt x="12443" y="20073"/>
                  </a:cubicBezTo>
                  <a:lnTo>
                    <a:pt x="12510" y="20073"/>
                  </a:lnTo>
                  <a:cubicBezTo>
                    <a:pt x="12543" y="20073"/>
                    <a:pt x="12577" y="20040"/>
                    <a:pt x="12610" y="20040"/>
                  </a:cubicBezTo>
                  <a:lnTo>
                    <a:pt x="24685" y="12868"/>
                  </a:lnTo>
                  <a:cubicBezTo>
                    <a:pt x="24785" y="12801"/>
                    <a:pt x="24819" y="12701"/>
                    <a:pt x="24785" y="12601"/>
                  </a:cubicBezTo>
                  <a:cubicBezTo>
                    <a:pt x="20937" y="4791"/>
                    <a:pt x="12996" y="1"/>
                    <a:pt x="4523"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5"/>
            <p:cNvSpPr/>
            <p:nvPr/>
          </p:nvSpPr>
          <p:spPr>
            <a:xfrm>
              <a:off x="1317026" y="1953996"/>
              <a:ext cx="647760" cy="1009170"/>
            </a:xfrm>
            <a:custGeom>
              <a:avLst/>
              <a:gdLst/>
              <a:ahLst/>
              <a:cxnLst/>
              <a:rect l="l" t="t" r="r" b="b"/>
              <a:pathLst>
                <a:path w="21583" h="33625" extrusionOk="0">
                  <a:moveTo>
                    <a:pt x="15345" y="1"/>
                  </a:moveTo>
                  <a:cubicBezTo>
                    <a:pt x="3103" y="6672"/>
                    <a:pt x="1" y="22917"/>
                    <a:pt x="8940" y="33625"/>
                  </a:cubicBezTo>
                  <a:lnTo>
                    <a:pt x="19281" y="24852"/>
                  </a:lnTo>
                  <a:cubicBezTo>
                    <a:pt x="15979" y="20749"/>
                    <a:pt x="17079" y="14711"/>
                    <a:pt x="21583" y="12043"/>
                  </a:cubicBezTo>
                  <a:lnTo>
                    <a:pt x="153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5"/>
            <p:cNvSpPr/>
            <p:nvPr/>
          </p:nvSpPr>
          <p:spPr>
            <a:xfrm>
              <a:off x="1301000" y="1940220"/>
              <a:ext cx="677802" cy="1036962"/>
            </a:xfrm>
            <a:custGeom>
              <a:avLst/>
              <a:gdLst/>
              <a:ahLst/>
              <a:cxnLst/>
              <a:rect l="l" t="t" r="r" b="b"/>
              <a:pathLst>
                <a:path w="22584" h="34551" extrusionOk="0">
                  <a:moveTo>
                    <a:pt x="15879" y="460"/>
                  </a:moveTo>
                  <a:lnTo>
                    <a:pt x="22117" y="12502"/>
                  </a:lnTo>
                  <a:cubicBezTo>
                    <a:pt x="17613" y="15170"/>
                    <a:pt x="16513" y="21208"/>
                    <a:pt x="19815" y="25311"/>
                  </a:cubicBezTo>
                  <a:lnTo>
                    <a:pt x="9474" y="34084"/>
                  </a:lnTo>
                  <a:cubicBezTo>
                    <a:pt x="535" y="23376"/>
                    <a:pt x="3637" y="7164"/>
                    <a:pt x="15879" y="460"/>
                  </a:cubicBezTo>
                  <a:close/>
                  <a:moveTo>
                    <a:pt x="15962" y="1"/>
                  </a:moveTo>
                  <a:cubicBezTo>
                    <a:pt x="15937" y="1"/>
                    <a:pt x="15912" y="9"/>
                    <a:pt x="15879" y="26"/>
                  </a:cubicBezTo>
                  <a:cubicBezTo>
                    <a:pt x="3203" y="6764"/>
                    <a:pt x="1" y="23543"/>
                    <a:pt x="9308" y="34484"/>
                  </a:cubicBezTo>
                  <a:cubicBezTo>
                    <a:pt x="9341" y="34517"/>
                    <a:pt x="9374" y="34551"/>
                    <a:pt x="9441" y="34551"/>
                  </a:cubicBezTo>
                  <a:cubicBezTo>
                    <a:pt x="9474" y="34551"/>
                    <a:pt x="9508" y="34551"/>
                    <a:pt x="9541" y="34517"/>
                  </a:cubicBezTo>
                  <a:lnTo>
                    <a:pt x="20182" y="25478"/>
                  </a:lnTo>
                  <a:cubicBezTo>
                    <a:pt x="20249" y="25411"/>
                    <a:pt x="20282" y="25277"/>
                    <a:pt x="20215" y="25211"/>
                  </a:cubicBezTo>
                  <a:cubicBezTo>
                    <a:pt x="16880" y="21275"/>
                    <a:pt x="17980" y="15270"/>
                    <a:pt x="22484" y="12768"/>
                  </a:cubicBezTo>
                  <a:cubicBezTo>
                    <a:pt x="22550" y="12702"/>
                    <a:pt x="22584" y="12602"/>
                    <a:pt x="22550" y="12502"/>
                  </a:cubicBezTo>
                  <a:lnTo>
                    <a:pt x="16146" y="93"/>
                  </a:lnTo>
                  <a:cubicBezTo>
                    <a:pt x="16112" y="59"/>
                    <a:pt x="16079" y="26"/>
                    <a:pt x="16046" y="26"/>
                  </a:cubicBezTo>
                  <a:cubicBezTo>
                    <a:pt x="16012" y="9"/>
                    <a:pt x="15987" y="1"/>
                    <a:pt x="15962"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5"/>
            <p:cNvSpPr/>
            <p:nvPr/>
          </p:nvSpPr>
          <p:spPr>
            <a:xfrm>
              <a:off x="2271063" y="2394473"/>
              <a:ext cx="490584" cy="512613"/>
            </a:xfrm>
            <a:custGeom>
              <a:avLst/>
              <a:gdLst/>
              <a:ahLst/>
              <a:cxnLst/>
              <a:rect l="l" t="t" r="r" b="b"/>
              <a:pathLst>
                <a:path w="16346" h="17080" extrusionOk="0">
                  <a:moveTo>
                    <a:pt x="15812" y="1"/>
                  </a:moveTo>
                  <a:lnTo>
                    <a:pt x="2636" y="3337"/>
                  </a:lnTo>
                  <a:cubicBezTo>
                    <a:pt x="2736" y="3804"/>
                    <a:pt x="2770" y="4304"/>
                    <a:pt x="2770" y="4771"/>
                  </a:cubicBezTo>
                  <a:cubicBezTo>
                    <a:pt x="2770" y="7173"/>
                    <a:pt x="1769" y="9474"/>
                    <a:pt x="1" y="11109"/>
                  </a:cubicBezTo>
                  <a:lnTo>
                    <a:pt x="12610" y="17080"/>
                  </a:lnTo>
                  <a:cubicBezTo>
                    <a:pt x="15045" y="13444"/>
                    <a:pt x="16346" y="9174"/>
                    <a:pt x="16346" y="4771"/>
                  </a:cubicBezTo>
                  <a:cubicBezTo>
                    <a:pt x="16346" y="3170"/>
                    <a:pt x="16146" y="1569"/>
                    <a:pt x="158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5"/>
            <p:cNvSpPr/>
            <p:nvPr/>
          </p:nvSpPr>
          <p:spPr>
            <a:xfrm>
              <a:off x="2254046" y="2381478"/>
              <a:ext cx="543646" cy="538664"/>
            </a:xfrm>
            <a:custGeom>
              <a:avLst/>
              <a:gdLst/>
              <a:ahLst/>
              <a:cxnLst/>
              <a:rect l="l" t="t" r="r" b="b"/>
              <a:pathLst>
                <a:path w="18114" h="17948" extrusionOk="0">
                  <a:moveTo>
                    <a:pt x="16379" y="434"/>
                  </a:moveTo>
                  <a:cubicBezTo>
                    <a:pt x="16713" y="2002"/>
                    <a:pt x="16913" y="3603"/>
                    <a:pt x="16913" y="5204"/>
                  </a:cubicBezTo>
                  <a:cubicBezTo>
                    <a:pt x="16913" y="9607"/>
                    <a:pt x="15612" y="13877"/>
                    <a:pt x="13177" y="17513"/>
                  </a:cubicBezTo>
                  <a:lnTo>
                    <a:pt x="568" y="11508"/>
                  </a:lnTo>
                  <a:cubicBezTo>
                    <a:pt x="2336" y="9907"/>
                    <a:pt x="3337" y="7606"/>
                    <a:pt x="3337" y="5204"/>
                  </a:cubicBezTo>
                  <a:cubicBezTo>
                    <a:pt x="3337" y="4737"/>
                    <a:pt x="3303" y="4237"/>
                    <a:pt x="3203" y="3770"/>
                  </a:cubicBezTo>
                  <a:lnTo>
                    <a:pt x="16379" y="434"/>
                  </a:lnTo>
                  <a:close/>
                  <a:moveTo>
                    <a:pt x="16479" y="0"/>
                  </a:moveTo>
                  <a:lnTo>
                    <a:pt x="2936" y="3436"/>
                  </a:lnTo>
                  <a:cubicBezTo>
                    <a:pt x="2836" y="3469"/>
                    <a:pt x="2770" y="3569"/>
                    <a:pt x="2803" y="3669"/>
                  </a:cubicBezTo>
                  <a:cubicBezTo>
                    <a:pt x="3337" y="6538"/>
                    <a:pt x="2303" y="9507"/>
                    <a:pt x="101" y="11408"/>
                  </a:cubicBezTo>
                  <a:cubicBezTo>
                    <a:pt x="1" y="11508"/>
                    <a:pt x="1" y="11675"/>
                    <a:pt x="134" y="11742"/>
                  </a:cubicBezTo>
                  <a:lnTo>
                    <a:pt x="13177" y="17913"/>
                  </a:lnTo>
                  <a:cubicBezTo>
                    <a:pt x="13201" y="17937"/>
                    <a:pt x="13228" y="17948"/>
                    <a:pt x="13257" y="17948"/>
                  </a:cubicBezTo>
                  <a:cubicBezTo>
                    <a:pt x="13310" y="17948"/>
                    <a:pt x="13367" y="17911"/>
                    <a:pt x="13410" y="17846"/>
                  </a:cubicBezTo>
                  <a:cubicBezTo>
                    <a:pt x="16913" y="12676"/>
                    <a:pt x="18114" y="6271"/>
                    <a:pt x="16713" y="167"/>
                  </a:cubicBezTo>
                  <a:cubicBezTo>
                    <a:pt x="16713" y="100"/>
                    <a:pt x="16679" y="67"/>
                    <a:pt x="16613" y="33"/>
                  </a:cubicBezTo>
                  <a:cubicBezTo>
                    <a:pt x="16579" y="0"/>
                    <a:pt x="16513" y="0"/>
                    <a:pt x="16479"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5"/>
            <p:cNvSpPr/>
            <p:nvPr/>
          </p:nvSpPr>
          <p:spPr>
            <a:xfrm>
              <a:off x="1971758" y="1872905"/>
              <a:ext cx="718829" cy="398476"/>
            </a:xfrm>
            <a:custGeom>
              <a:avLst/>
              <a:gdLst/>
              <a:ahLst/>
              <a:cxnLst/>
              <a:rect l="l" t="t" r="r" b="b"/>
              <a:pathLst>
                <a:path w="23951" h="13277" extrusionOk="0">
                  <a:moveTo>
                    <a:pt x="4225" y="1"/>
                  </a:moveTo>
                  <a:cubicBezTo>
                    <a:pt x="4195" y="1"/>
                    <a:pt x="4166" y="1"/>
                    <a:pt x="4136" y="1"/>
                  </a:cubicBezTo>
                  <a:cubicBezTo>
                    <a:pt x="2769" y="1"/>
                    <a:pt x="1368" y="134"/>
                    <a:pt x="0" y="401"/>
                  </a:cubicBezTo>
                  <a:lnTo>
                    <a:pt x="100" y="1135"/>
                  </a:lnTo>
                  <a:cubicBezTo>
                    <a:pt x="434" y="1074"/>
                    <a:pt x="772" y="1048"/>
                    <a:pt x="1113" y="1048"/>
                  </a:cubicBezTo>
                  <a:cubicBezTo>
                    <a:pt x="3020" y="1048"/>
                    <a:pt x="5025" y="1866"/>
                    <a:pt x="7005" y="2035"/>
                  </a:cubicBezTo>
                  <a:cubicBezTo>
                    <a:pt x="7939" y="2136"/>
                    <a:pt x="8940" y="2035"/>
                    <a:pt x="9841" y="2302"/>
                  </a:cubicBezTo>
                  <a:cubicBezTo>
                    <a:pt x="10775" y="2636"/>
                    <a:pt x="11642" y="3136"/>
                    <a:pt x="12442" y="3770"/>
                  </a:cubicBezTo>
                  <a:cubicBezTo>
                    <a:pt x="16145" y="6439"/>
                    <a:pt x="20048" y="9274"/>
                    <a:pt x="22216" y="13277"/>
                  </a:cubicBezTo>
                  <a:lnTo>
                    <a:pt x="23951" y="12243"/>
                  </a:lnTo>
                  <a:cubicBezTo>
                    <a:pt x="20228" y="4730"/>
                    <a:pt x="12596" y="1"/>
                    <a:pt x="4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5"/>
            <p:cNvSpPr/>
            <p:nvPr/>
          </p:nvSpPr>
          <p:spPr>
            <a:xfrm>
              <a:off x="1714469" y="3028164"/>
              <a:ext cx="785907" cy="174883"/>
            </a:xfrm>
            <a:custGeom>
              <a:avLst/>
              <a:gdLst/>
              <a:ahLst/>
              <a:cxnLst/>
              <a:rect l="l" t="t" r="r" b="b"/>
              <a:pathLst>
                <a:path w="26186" h="5827" extrusionOk="0">
                  <a:moveTo>
                    <a:pt x="25118" y="1"/>
                  </a:moveTo>
                  <a:cubicBezTo>
                    <a:pt x="23284" y="1102"/>
                    <a:pt x="21449" y="2269"/>
                    <a:pt x="19414" y="2970"/>
                  </a:cubicBezTo>
                  <a:cubicBezTo>
                    <a:pt x="17670" y="3560"/>
                    <a:pt x="15860" y="3784"/>
                    <a:pt x="14022" y="3784"/>
                  </a:cubicBezTo>
                  <a:cubicBezTo>
                    <a:pt x="11185" y="3784"/>
                    <a:pt x="8285" y="3249"/>
                    <a:pt x="5471" y="2703"/>
                  </a:cubicBezTo>
                  <a:cubicBezTo>
                    <a:pt x="3770" y="2369"/>
                    <a:pt x="1868" y="1902"/>
                    <a:pt x="567" y="835"/>
                  </a:cubicBezTo>
                  <a:lnTo>
                    <a:pt x="0" y="1802"/>
                  </a:lnTo>
                  <a:cubicBezTo>
                    <a:pt x="3815" y="4490"/>
                    <a:pt x="8259" y="5827"/>
                    <a:pt x="12699" y="5827"/>
                  </a:cubicBezTo>
                  <a:cubicBezTo>
                    <a:pt x="17460" y="5827"/>
                    <a:pt x="22216" y="4290"/>
                    <a:pt x="26186" y="1235"/>
                  </a:cubicBezTo>
                  <a:lnTo>
                    <a:pt x="251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5"/>
            <p:cNvSpPr/>
            <p:nvPr/>
          </p:nvSpPr>
          <p:spPr>
            <a:xfrm>
              <a:off x="1431160" y="1953996"/>
              <a:ext cx="370444" cy="993144"/>
            </a:xfrm>
            <a:custGeom>
              <a:avLst/>
              <a:gdLst/>
              <a:ahLst/>
              <a:cxnLst/>
              <a:rect l="l" t="t" r="r" b="b"/>
              <a:pathLst>
                <a:path w="12343" h="33091" extrusionOk="0">
                  <a:moveTo>
                    <a:pt x="11542" y="1"/>
                  </a:moveTo>
                  <a:cubicBezTo>
                    <a:pt x="4437" y="3870"/>
                    <a:pt x="0" y="11342"/>
                    <a:pt x="0" y="19448"/>
                  </a:cubicBezTo>
                  <a:cubicBezTo>
                    <a:pt x="0" y="24385"/>
                    <a:pt x="1635" y="29188"/>
                    <a:pt x="4670" y="33091"/>
                  </a:cubicBezTo>
                  <a:cubicBezTo>
                    <a:pt x="4003" y="31090"/>
                    <a:pt x="3303" y="29121"/>
                    <a:pt x="2636" y="27120"/>
                  </a:cubicBezTo>
                  <a:cubicBezTo>
                    <a:pt x="2202" y="25919"/>
                    <a:pt x="1902" y="24685"/>
                    <a:pt x="1702" y="23417"/>
                  </a:cubicBezTo>
                  <a:cubicBezTo>
                    <a:pt x="1601" y="21750"/>
                    <a:pt x="1735" y="20048"/>
                    <a:pt x="2102" y="18414"/>
                  </a:cubicBezTo>
                  <a:cubicBezTo>
                    <a:pt x="2702" y="14911"/>
                    <a:pt x="3469" y="11409"/>
                    <a:pt x="5137" y="8273"/>
                  </a:cubicBezTo>
                  <a:cubicBezTo>
                    <a:pt x="6705" y="5304"/>
                    <a:pt x="9207" y="2669"/>
                    <a:pt x="12342" y="1535"/>
                  </a:cubicBezTo>
                  <a:lnTo>
                    <a:pt x="115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5"/>
            <p:cNvSpPr/>
            <p:nvPr/>
          </p:nvSpPr>
          <p:spPr>
            <a:xfrm>
              <a:off x="1588961" y="2944192"/>
              <a:ext cx="88027" cy="68759"/>
            </a:xfrm>
            <a:custGeom>
              <a:avLst/>
              <a:gdLst/>
              <a:ahLst/>
              <a:cxnLst/>
              <a:rect l="l" t="t" r="r" b="b"/>
              <a:pathLst>
                <a:path w="2933" h="2291" extrusionOk="0">
                  <a:moveTo>
                    <a:pt x="2405" y="1"/>
                  </a:moveTo>
                  <a:cubicBezTo>
                    <a:pt x="2320" y="1"/>
                    <a:pt x="2230" y="29"/>
                    <a:pt x="2148" y="97"/>
                  </a:cubicBezTo>
                  <a:cubicBezTo>
                    <a:pt x="1480" y="597"/>
                    <a:pt x="580" y="964"/>
                    <a:pt x="146" y="1698"/>
                  </a:cubicBezTo>
                  <a:cubicBezTo>
                    <a:pt x="1" y="1931"/>
                    <a:pt x="185" y="2290"/>
                    <a:pt x="455" y="2290"/>
                  </a:cubicBezTo>
                  <a:cubicBezTo>
                    <a:pt x="495" y="2290"/>
                    <a:pt x="537" y="2282"/>
                    <a:pt x="580" y="2265"/>
                  </a:cubicBezTo>
                  <a:cubicBezTo>
                    <a:pt x="1380" y="1965"/>
                    <a:pt x="2081" y="1231"/>
                    <a:pt x="2648" y="597"/>
                  </a:cubicBezTo>
                  <a:cubicBezTo>
                    <a:pt x="2932" y="339"/>
                    <a:pt x="2696" y="1"/>
                    <a:pt x="2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5"/>
            <p:cNvSpPr/>
            <p:nvPr/>
          </p:nvSpPr>
          <p:spPr>
            <a:xfrm>
              <a:off x="1671432" y="2984768"/>
              <a:ext cx="39827" cy="41357"/>
            </a:xfrm>
            <a:custGeom>
              <a:avLst/>
              <a:gdLst/>
              <a:ahLst/>
              <a:cxnLst/>
              <a:rect l="l" t="t" r="r" b="b"/>
              <a:pathLst>
                <a:path w="1327" h="1378" extrusionOk="0">
                  <a:moveTo>
                    <a:pt x="848" y="0"/>
                  </a:moveTo>
                  <a:cubicBezTo>
                    <a:pt x="781" y="0"/>
                    <a:pt x="708" y="24"/>
                    <a:pt x="634" y="79"/>
                  </a:cubicBezTo>
                  <a:cubicBezTo>
                    <a:pt x="467" y="179"/>
                    <a:pt x="300" y="313"/>
                    <a:pt x="167" y="480"/>
                  </a:cubicBezTo>
                  <a:cubicBezTo>
                    <a:pt x="33" y="680"/>
                    <a:pt x="0" y="880"/>
                    <a:pt x="0" y="1113"/>
                  </a:cubicBezTo>
                  <a:cubicBezTo>
                    <a:pt x="0" y="1277"/>
                    <a:pt x="125" y="1378"/>
                    <a:pt x="253" y="1378"/>
                  </a:cubicBezTo>
                  <a:cubicBezTo>
                    <a:pt x="334" y="1378"/>
                    <a:pt x="415" y="1337"/>
                    <a:pt x="467" y="1247"/>
                  </a:cubicBezTo>
                  <a:cubicBezTo>
                    <a:pt x="600" y="1013"/>
                    <a:pt x="767" y="813"/>
                    <a:pt x="1001" y="646"/>
                  </a:cubicBezTo>
                  <a:cubicBezTo>
                    <a:pt x="1327" y="456"/>
                    <a:pt x="1144" y="0"/>
                    <a:pt x="8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5"/>
            <p:cNvSpPr/>
            <p:nvPr/>
          </p:nvSpPr>
          <p:spPr>
            <a:xfrm>
              <a:off x="2479523" y="2949984"/>
              <a:ext cx="79263" cy="79743"/>
            </a:xfrm>
            <a:custGeom>
              <a:avLst/>
              <a:gdLst/>
              <a:ahLst/>
              <a:cxnLst/>
              <a:rect l="l" t="t" r="r" b="b"/>
              <a:pathLst>
                <a:path w="2641" h="2657" extrusionOk="0">
                  <a:moveTo>
                    <a:pt x="476" y="0"/>
                  </a:moveTo>
                  <a:cubicBezTo>
                    <a:pt x="205" y="0"/>
                    <a:pt x="1" y="350"/>
                    <a:pt x="227" y="604"/>
                  </a:cubicBezTo>
                  <a:cubicBezTo>
                    <a:pt x="527" y="905"/>
                    <a:pt x="794" y="1238"/>
                    <a:pt x="1061" y="1605"/>
                  </a:cubicBezTo>
                  <a:cubicBezTo>
                    <a:pt x="1294" y="2005"/>
                    <a:pt x="1628" y="2372"/>
                    <a:pt x="2028" y="2606"/>
                  </a:cubicBezTo>
                  <a:cubicBezTo>
                    <a:pt x="2084" y="2641"/>
                    <a:pt x="2145" y="2657"/>
                    <a:pt x="2205" y="2657"/>
                  </a:cubicBezTo>
                  <a:cubicBezTo>
                    <a:pt x="2429" y="2657"/>
                    <a:pt x="2641" y="2435"/>
                    <a:pt x="2562" y="2172"/>
                  </a:cubicBezTo>
                  <a:cubicBezTo>
                    <a:pt x="2395" y="1739"/>
                    <a:pt x="2128" y="1338"/>
                    <a:pt x="1795" y="1038"/>
                  </a:cubicBezTo>
                  <a:cubicBezTo>
                    <a:pt x="1461" y="671"/>
                    <a:pt x="1061" y="338"/>
                    <a:pt x="627" y="37"/>
                  </a:cubicBezTo>
                  <a:cubicBezTo>
                    <a:pt x="576" y="12"/>
                    <a:pt x="525"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5"/>
            <p:cNvSpPr/>
            <p:nvPr/>
          </p:nvSpPr>
          <p:spPr>
            <a:xfrm>
              <a:off x="2568177" y="2916822"/>
              <a:ext cx="53482" cy="47300"/>
            </a:xfrm>
            <a:custGeom>
              <a:avLst/>
              <a:gdLst/>
              <a:ahLst/>
              <a:cxnLst/>
              <a:rect l="l" t="t" r="r" b="b"/>
              <a:pathLst>
                <a:path w="1782" h="1576" extrusionOk="0">
                  <a:moveTo>
                    <a:pt x="436" y="1"/>
                  </a:moveTo>
                  <a:cubicBezTo>
                    <a:pt x="197" y="1"/>
                    <a:pt x="0" y="275"/>
                    <a:pt x="208" y="509"/>
                  </a:cubicBezTo>
                  <a:cubicBezTo>
                    <a:pt x="475" y="909"/>
                    <a:pt x="842" y="1242"/>
                    <a:pt x="1242" y="1543"/>
                  </a:cubicBezTo>
                  <a:cubicBezTo>
                    <a:pt x="1287" y="1565"/>
                    <a:pt x="1334" y="1575"/>
                    <a:pt x="1378" y="1575"/>
                  </a:cubicBezTo>
                  <a:cubicBezTo>
                    <a:pt x="1597" y="1575"/>
                    <a:pt x="1781" y="1331"/>
                    <a:pt x="1643" y="1109"/>
                  </a:cubicBezTo>
                  <a:cubicBezTo>
                    <a:pt x="1376" y="709"/>
                    <a:pt x="1009" y="375"/>
                    <a:pt x="642" y="75"/>
                  </a:cubicBezTo>
                  <a:cubicBezTo>
                    <a:pt x="575" y="23"/>
                    <a:pt x="504" y="1"/>
                    <a:pt x="4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5"/>
            <p:cNvSpPr/>
            <p:nvPr/>
          </p:nvSpPr>
          <p:spPr>
            <a:xfrm>
              <a:off x="2110111" y="2019301"/>
              <a:ext cx="199373" cy="195201"/>
            </a:xfrm>
            <a:custGeom>
              <a:avLst/>
              <a:gdLst/>
              <a:ahLst/>
              <a:cxnLst/>
              <a:rect l="l" t="t" r="r" b="b"/>
              <a:pathLst>
                <a:path w="6643" h="6504" extrusionOk="0">
                  <a:moveTo>
                    <a:pt x="3329" y="1060"/>
                  </a:moveTo>
                  <a:cubicBezTo>
                    <a:pt x="3763" y="1394"/>
                    <a:pt x="4263" y="1594"/>
                    <a:pt x="4597" y="2061"/>
                  </a:cubicBezTo>
                  <a:cubicBezTo>
                    <a:pt x="4930" y="2595"/>
                    <a:pt x="4997" y="3295"/>
                    <a:pt x="4764" y="3896"/>
                  </a:cubicBezTo>
                  <a:cubicBezTo>
                    <a:pt x="4507" y="4486"/>
                    <a:pt x="3696" y="5215"/>
                    <a:pt x="2972" y="5215"/>
                  </a:cubicBezTo>
                  <a:cubicBezTo>
                    <a:pt x="2755" y="5215"/>
                    <a:pt x="2546" y="5150"/>
                    <a:pt x="2362" y="4996"/>
                  </a:cubicBezTo>
                  <a:cubicBezTo>
                    <a:pt x="1194" y="3996"/>
                    <a:pt x="1428" y="1060"/>
                    <a:pt x="3262" y="1060"/>
                  </a:cubicBezTo>
                  <a:close/>
                  <a:moveTo>
                    <a:pt x="3816" y="0"/>
                  </a:moveTo>
                  <a:cubicBezTo>
                    <a:pt x="3660" y="0"/>
                    <a:pt x="3498" y="19"/>
                    <a:pt x="3329" y="60"/>
                  </a:cubicBezTo>
                  <a:cubicBezTo>
                    <a:pt x="3162" y="93"/>
                    <a:pt x="3062" y="226"/>
                    <a:pt x="2996" y="393"/>
                  </a:cubicBezTo>
                  <a:cubicBezTo>
                    <a:pt x="2985" y="393"/>
                    <a:pt x="2975" y="393"/>
                    <a:pt x="2965" y="393"/>
                  </a:cubicBezTo>
                  <a:cubicBezTo>
                    <a:pt x="258" y="393"/>
                    <a:pt x="1" y="4801"/>
                    <a:pt x="1895" y="6164"/>
                  </a:cubicBezTo>
                  <a:cubicBezTo>
                    <a:pt x="2225" y="6402"/>
                    <a:pt x="2589" y="6504"/>
                    <a:pt x="2960" y="6504"/>
                  </a:cubicBezTo>
                  <a:cubicBezTo>
                    <a:pt x="4202" y="6504"/>
                    <a:pt x="5528" y="5364"/>
                    <a:pt x="5964" y="4363"/>
                  </a:cubicBezTo>
                  <a:cubicBezTo>
                    <a:pt x="6643" y="2851"/>
                    <a:pt x="5725" y="0"/>
                    <a:pt x="3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5"/>
            <p:cNvSpPr/>
            <p:nvPr/>
          </p:nvSpPr>
          <p:spPr>
            <a:xfrm>
              <a:off x="2331146" y="2050092"/>
              <a:ext cx="51081" cy="176233"/>
            </a:xfrm>
            <a:custGeom>
              <a:avLst/>
              <a:gdLst/>
              <a:ahLst/>
              <a:cxnLst/>
              <a:rect l="l" t="t" r="r" b="b"/>
              <a:pathLst>
                <a:path w="1702" h="5872" extrusionOk="0">
                  <a:moveTo>
                    <a:pt x="1214" y="0"/>
                  </a:moveTo>
                  <a:cubicBezTo>
                    <a:pt x="961" y="0"/>
                    <a:pt x="672" y="196"/>
                    <a:pt x="634" y="501"/>
                  </a:cubicBezTo>
                  <a:cubicBezTo>
                    <a:pt x="567" y="1369"/>
                    <a:pt x="467" y="2202"/>
                    <a:pt x="301" y="3070"/>
                  </a:cubicBezTo>
                  <a:cubicBezTo>
                    <a:pt x="167" y="3870"/>
                    <a:pt x="0" y="4704"/>
                    <a:pt x="201" y="5471"/>
                  </a:cubicBezTo>
                  <a:cubicBezTo>
                    <a:pt x="284" y="5738"/>
                    <a:pt x="517" y="5872"/>
                    <a:pt x="751" y="5872"/>
                  </a:cubicBezTo>
                  <a:cubicBezTo>
                    <a:pt x="984" y="5872"/>
                    <a:pt x="1218" y="5738"/>
                    <a:pt x="1301" y="5471"/>
                  </a:cubicBezTo>
                  <a:cubicBezTo>
                    <a:pt x="1568" y="4671"/>
                    <a:pt x="1535" y="3737"/>
                    <a:pt x="1602" y="2903"/>
                  </a:cubicBezTo>
                  <a:cubicBezTo>
                    <a:pt x="1702" y="2069"/>
                    <a:pt x="1702" y="1202"/>
                    <a:pt x="1602" y="368"/>
                  </a:cubicBezTo>
                  <a:cubicBezTo>
                    <a:pt x="1573" y="111"/>
                    <a:pt x="1403" y="0"/>
                    <a:pt x="1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5"/>
            <p:cNvSpPr/>
            <p:nvPr/>
          </p:nvSpPr>
          <p:spPr>
            <a:xfrm>
              <a:off x="2396211" y="2564668"/>
              <a:ext cx="158226" cy="143820"/>
            </a:xfrm>
            <a:custGeom>
              <a:avLst/>
              <a:gdLst/>
              <a:ahLst/>
              <a:cxnLst/>
              <a:rect l="l" t="t" r="r" b="b"/>
              <a:pathLst>
                <a:path w="5272" h="4792" extrusionOk="0">
                  <a:moveTo>
                    <a:pt x="3236" y="1"/>
                  </a:moveTo>
                  <a:cubicBezTo>
                    <a:pt x="2803" y="34"/>
                    <a:pt x="2536" y="501"/>
                    <a:pt x="2736" y="868"/>
                  </a:cubicBezTo>
                  <a:cubicBezTo>
                    <a:pt x="3036" y="1535"/>
                    <a:pt x="3637" y="1735"/>
                    <a:pt x="3603" y="2536"/>
                  </a:cubicBezTo>
                  <a:cubicBezTo>
                    <a:pt x="3571" y="3049"/>
                    <a:pt x="3169" y="3438"/>
                    <a:pt x="2694" y="3438"/>
                  </a:cubicBezTo>
                  <a:cubicBezTo>
                    <a:pt x="2675" y="3438"/>
                    <a:pt x="2655" y="3438"/>
                    <a:pt x="2636" y="3436"/>
                  </a:cubicBezTo>
                  <a:cubicBezTo>
                    <a:pt x="1969" y="3403"/>
                    <a:pt x="1468" y="2869"/>
                    <a:pt x="1402" y="2235"/>
                  </a:cubicBezTo>
                  <a:cubicBezTo>
                    <a:pt x="1335" y="1468"/>
                    <a:pt x="1702" y="1135"/>
                    <a:pt x="2336" y="868"/>
                  </a:cubicBezTo>
                  <a:cubicBezTo>
                    <a:pt x="2536" y="801"/>
                    <a:pt x="2669" y="534"/>
                    <a:pt x="2469" y="367"/>
                  </a:cubicBezTo>
                  <a:cubicBezTo>
                    <a:pt x="2248" y="183"/>
                    <a:pt x="2023" y="105"/>
                    <a:pt x="1805" y="105"/>
                  </a:cubicBezTo>
                  <a:cubicBezTo>
                    <a:pt x="1040" y="105"/>
                    <a:pt x="364" y="1075"/>
                    <a:pt x="234" y="1802"/>
                  </a:cubicBezTo>
                  <a:cubicBezTo>
                    <a:pt x="1" y="3169"/>
                    <a:pt x="868" y="4437"/>
                    <a:pt x="2202" y="4737"/>
                  </a:cubicBezTo>
                  <a:cubicBezTo>
                    <a:pt x="2368" y="4774"/>
                    <a:pt x="2535" y="4792"/>
                    <a:pt x="2700" y="4792"/>
                  </a:cubicBezTo>
                  <a:cubicBezTo>
                    <a:pt x="3727" y="4792"/>
                    <a:pt x="4679" y="4104"/>
                    <a:pt x="4937" y="3069"/>
                  </a:cubicBezTo>
                  <a:cubicBezTo>
                    <a:pt x="5271" y="1935"/>
                    <a:pt x="4604" y="1"/>
                    <a:pt x="32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5"/>
            <p:cNvSpPr/>
            <p:nvPr/>
          </p:nvSpPr>
          <p:spPr>
            <a:xfrm>
              <a:off x="2575950" y="2567699"/>
              <a:ext cx="117619" cy="164348"/>
            </a:xfrm>
            <a:custGeom>
              <a:avLst/>
              <a:gdLst/>
              <a:ahLst/>
              <a:cxnLst/>
              <a:rect l="l" t="t" r="r" b="b"/>
              <a:pathLst>
                <a:path w="3919" h="5476" extrusionOk="0">
                  <a:moveTo>
                    <a:pt x="1651" y="0"/>
                  </a:moveTo>
                  <a:cubicBezTo>
                    <a:pt x="1092" y="0"/>
                    <a:pt x="600" y="425"/>
                    <a:pt x="283" y="800"/>
                  </a:cubicBezTo>
                  <a:cubicBezTo>
                    <a:pt x="1" y="1082"/>
                    <a:pt x="251" y="1443"/>
                    <a:pt x="549" y="1443"/>
                  </a:cubicBezTo>
                  <a:cubicBezTo>
                    <a:pt x="638" y="1443"/>
                    <a:pt x="732" y="1411"/>
                    <a:pt x="816" y="1334"/>
                  </a:cubicBezTo>
                  <a:cubicBezTo>
                    <a:pt x="1021" y="1150"/>
                    <a:pt x="1313" y="916"/>
                    <a:pt x="1563" y="916"/>
                  </a:cubicBezTo>
                  <a:cubicBezTo>
                    <a:pt x="1720" y="916"/>
                    <a:pt x="1860" y="1009"/>
                    <a:pt x="1951" y="1267"/>
                  </a:cubicBezTo>
                  <a:cubicBezTo>
                    <a:pt x="2017" y="1634"/>
                    <a:pt x="1917" y="2001"/>
                    <a:pt x="1684" y="2301"/>
                  </a:cubicBezTo>
                  <a:cubicBezTo>
                    <a:pt x="1317" y="3002"/>
                    <a:pt x="750" y="3569"/>
                    <a:pt x="349" y="4236"/>
                  </a:cubicBezTo>
                  <a:cubicBezTo>
                    <a:pt x="149" y="4603"/>
                    <a:pt x="349" y="5070"/>
                    <a:pt x="750" y="5203"/>
                  </a:cubicBezTo>
                  <a:cubicBezTo>
                    <a:pt x="1200" y="5383"/>
                    <a:pt x="1678" y="5476"/>
                    <a:pt x="2160" y="5476"/>
                  </a:cubicBezTo>
                  <a:cubicBezTo>
                    <a:pt x="2572" y="5476"/>
                    <a:pt x="2985" y="5408"/>
                    <a:pt x="3385" y="5270"/>
                  </a:cubicBezTo>
                  <a:cubicBezTo>
                    <a:pt x="3919" y="5103"/>
                    <a:pt x="3919" y="4369"/>
                    <a:pt x="3385" y="4236"/>
                  </a:cubicBezTo>
                  <a:cubicBezTo>
                    <a:pt x="2918" y="4103"/>
                    <a:pt x="2451" y="4069"/>
                    <a:pt x="1951" y="4069"/>
                  </a:cubicBezTo>
                  <a:cubicBezTo>
                    <a:pt x="2518" y="3235"/>
                    <a:pt x="3151" y="2335"/>
                    <a:pt x="2985" y="1334"/>
                  </a:cubicBezTo>
                  <a:cubicBezTo>
                    <a:pt x="2918" y="733"/>
                    <a:pt x="2484" y="233"/>
                    <a:pt x="1917" y="33"/>
                  </a:cubicBezTo>
                  <a:cubicBezTo>
                    <a:pt x="1827" y="10"/>
                    <a:pt x="1738" y="0"/>
                    <a:pt x="16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5"/>
            <p:cNvSpPr/>
            <p:nvPr/>
          </p:nvSpPr>
          <p:spPr>
            <a:xfrm>
              <a:off x="1921879" y="2893323"/>
              <a:ext cx="209067" cy="186258"/>
            </a:xfrm>
            <a:custGeom>
              <a:avLst/>
              <a:gdLst/>
              <a:ahLst/>
              <a:cxnLst/>
              <a:rect l="l" t="t" r="r" b="b"/>
              <a:pathLst>
                <a:path w="6966" h="6206" extrusionOk="0">
                  <a:moveTo>
                    <a:pt x="3330" y="1025"/>
                  </a:moveTo>
                  <a:cubicBezTo>
                    <a:pt x="3530" y="1225"/>
                    <a:pt x="3764" y="1392"/>
                    <a:pt x="3997" y="1525"/>
                  </a:cubicBezTo>
                  <a:cubicBezTo>
                    <a:pt x="4397" y="1825"/>
                    <a:pt x="4731" y="2192"/>
                    <a:pt x="5031" y="2593"/>
                  </a:cubicBezTo>
                  <a:cubicBezTo>
                    <a:pt x="5765" y="3660"/>
                    <a:pt x="5131" y="4527"/>
                    <a:pt x="3964" y="4827"/>
                  </a:cubicBezTo>
                  <a:cubicBezTo>
                    <a:pt x="3860" y="4859"/>
                    <a:pt x="3760" y="4874"/>
                    <a:pt x="3664" y="4874"/>
                  </a:cubicBezTo>
                  <a:cubicBezTo>
                    <a:pt x="2959" y="4874"/>
                    <a:pt x="2476" y="4077"/>
                    <a:pt x="2329" y="3460"/>
                  </a:cubicBezTo>
                  <a:cubicBezTo>
                    <a:pt x="2029" y="2459"/>
                    <a:pt x="2496" y="1759"/>
                    <a:pt x="3230" y="1158"/>
                  </a:cubicBezTo>
                  <a:cubicBezTo>
                    <a:pt x="3297" y="1125"/>
                    <a:pt x="3330" y="1091"/>
                    <a:pt x="3330" y="1025"/>
                  </a:cubicBezTo>
                  <a:close/>
                  <a:moveTo>
                    <a:pt x="3633" y="1"/>
                  </a:moveTo>
                  <a:cubicBezTo>
                    <a:pt x="3553" y="1"/>
                    <a:pt x="3474" y="8"/>
                    <a:pt x="3397" y="24"/>
                  </a:cubicBezTo>
                  <a:cubicBezTo>
                    <a:pt x="3197" y="91"/>
                    <a:pt x="3030" y="291"/>
                    <a:pt x="3063" y="491"/>
                  </a:cubicBezTo>
                  <a:lnTo>
                    <a:pt x="2830" y="491"/>
                  </a:lnTo>
                  <a:cubicBezTo>
                    <a:pt x="0" y="1272"/>
                    <a:pt x="912" y="6205"/>
                    <a:pt x="3741" y="6205"/>
                  </a:cubicBezTo>
                  <a:cubicBezTo>
                    <a:pt x="3814" y="6205"/>
                    <a:pt x="3888" y="6202"/>
                    <a:pt x="3964" y="6195"/>
                  </a:cubicBezTo>
                  <a:cubicBezTo>
                    <a:pt x="5598" y="6028"/>
                    <a:pt x="6966" y="4594"/>
                    <a:pt x="6632" y="2959"/>
                  </a:cubicBezTo>
                  <a:cubicBezTo>
                    <a:pt x="6413" y="1893"/>
                    <a:pt x="4895" y="1"/>
                    <a:pt x="36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5"/>
            <p:cNvSpPr/>
            <p:nvPr/>
          </p:nvSpPr>
          <p:spPr>
            <a:xfrm>
              <a:off x="2129918" y="2892122"/>
              <a:ext cx="116178" cy="204325"/>
            </a:xfrm>
            <a:custGeom>
              <a:avLst/>
              <a:gdLst/>
              <a:ahLst/>
              <a:cxnLst/>
              <a:rect l="l" t="t" r="r" b="b"/>
              <a:pathLst>
                <a:path w="3871" h="6808" extrusionOk="0">
                  <a:moveTo>
                    <a:pt x="1919" y="1"/>
                  </a:moveTo>
                  <a:cubicBezTo>
                    <a:pt x="1477" y="1"/>
                    <a:pt x="1043" y="321"/>
                    <a:pt x="1001" y="865"/>
                  </a:cubicBezTo>
                  <a:cubicBezTo>
                    <a:pt x="977" y="1032"/>
                    <a:pt x="1108" y="1166"/>
                    <a:pt x="1258" y="1166"/>
                  </a:cubicBezTo>
                  <a:cubicBezTo>
                    <a:pt x="1317" y="1166"/>
                    <a:pt x="1379" y="1145"/>
                    <a:pt x="1435" y="1098"/>
                  </a:cubicBezTo>
                  <a:cubicBezTo>
                    <a:pt x="1558" y="996"/>
                    <a:pt x="1671" y="950"/>
                    <a:pt x="1770" y="950"/>
                  </a:cubicBezTo>
                  <a:cubicBezTo>
                    <a:pt x="1994" y="950"/>
                    <a:pt x="2146" y="1185"/>
                    <a:pt x="2169" y="1532"/>
                  </a:cubicBezTo>
                  <a:cubicBezTo>
                    <a:pt x="2169" y="2065"/>
                    <a:pt x="1969" y="2599"/>
                    <a:pt x="1602" y="2999"/>
                  </a:cubicBezTo>
                  <a:cubicBezTo>
                    <a:pt x="1468" y="3266"/>
                    <a:pt x="1535" y="3567"/>
                    <a:pt x="1802" y="3733"/>
                  </a:cubicBezTo>
                  <a:cubicBezTo>
                    <a:pt x="3470" y="4934"/>
                    <a:pt x="1468" y="5535"/>
                    <a:pt x="434" y="5968"/>
                  </a:cubicBezTo>
                  <a:cubicBezTo>
                    <a:pt x="1" y="6168"/>
                    <a:pt x="267" y="6769"/>
                    <a:pt x="668" y="6802"/>
                  </a:cubicBezTo>
                  <a:cubicBezTo>
                    <a:pt x="726" y="6806"/>
                    <a:pt x="785" y="6807"/>
                    <a:pt x="843" y="6807"/>
                  </a:cubicBezTo>
                  <a:cubicBezTo>
                    <a:pt x="1877" y="6807"/>
                    <a:pt x="2831" y="6252"/>
                    <a:pt x="3336" y="5368"/>
                  </a:cubicBezTo>
                  <a:cubicBezTo>
                    <a:pt x="3870" y="4467"/>
                    <a:pt x="3403" y="3633"/>
                    <a:pt x="2736" y="3100"/>
                  </a:cubicBezTo>
                  <a:cubicBezTo>
                    <a:pt x="3103" y="2232"/>
                    <a:pt x="3303" y="1098"/>
                    <a:pt x="2636" y="364"/>
                  </a:cubicBezTo>
                  <a:cubicBezTo>
                    <a:pt x="2449" y="115"/>
                    <a:pt x="2183" y="1"/>
                    <a:pt x="19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5"/>
            <p:cNvSpPr/>
            <p:nvPr/>
          </p:nvSpPr>
          <p:spPr>
            <a:xfrm>
              <a:off x="1536260" y="2374906"/>
              <a:ext cx="167230" cy="174583"/>
            </a:xfrm>
            <a:custGeom>
              <a:avLst/>
              <a:gdLst/>
              <a:ahLst/>
              <a:cxnLst/>
              <a:rect l="l" t="t" r="r" b="b"/>
              <a:pathLst>
                <a:path w="5572" h="5817" extrusionOk="0">
                  <a:moveTo>
                    <a:pt x="2454" y="0"/>
                  </a:moveTo>
                  <a:cubicBezTo>
                    <a:pt x="1696" y="0"/>
                    <a:pt x="876" y="920"/>
                    <a:pt x="601" y="1520"/>
                  </a:cubicBezTo>
                  <a:cubicBezTo>
                    <a:pt x="68" y="2688"/>
                    <a:pt x="1" y="4422"/>
                    <a:pt x="1135" y="5323"/>
                  </a:cubicBezTo>
                  <a:cubicBezTo>
                    <a:pt x="1568" y="5665"/>
                    <a:pt x="2045" y="5816"/>
                    <a:pt x="2516" y="5816"/>
                  </a:cubicBezTo>
                  <a:cubicBezTo>
                    <a:pt x="3423" y="5816"/>
                    <a:pt x="4311" y="5256"/>
                    <a:pt x="4838" y="4422"/>
                  </a:cubicBezTo>
                  <a:cubicBezTo>
                    <a:pt x="5571" y="3255"/>
                    <a:pt x="5471" y="1053"/>
                    <a:pt x="3904" y="619"/>
                  </a:cubicBezTo>
                  <a:cubicBezTo>
                    <a:pt x="3864" y="609"/>
                    <a:pt x="3825" y="605"/>
                    <a:pt x="3787" y="605"/>
                  </a:cubicBezTo>
                  <a:cubicBezTo>
                    <a:pt x="3442" y="605"/>
                    <a:pt x="3190" y="989"/>
                    <a:pt x="3370" y="1320"/>
                  </a:cubicBezTo>
                  <a:cubicBezTo>
                    <a:pt x="3870" y="2154"/>
                    <a:pt x="4337" y="2688"/>
                    <a:pt x="3870" y="3655"/>
                  </a:cubicBezTo>
                  <a:cubicBezTo>
                    <a:pt x="3625" y="4213"/>
                    <a:pt x="3081" y="4636"/>
                    <a:pt x="2519" y="4636"/>
                  </a:cubicBezTo>
                  <a:cubicBezTo>
                    <a:pt x="2240" y="4636"/>
                    <a:pt x="1956" y="4532"/>
                    <a:pt x="1702" y="4289"/>
                  </a:cubicBezTo>
                  <a:cubicBezTo>
                    <a:pt x="1135" y="3755"/>
                    <a:pt x="1202" y="2721"/>
                    <a:pt x="1402" y="2020"/>
                  </a:cubicBezTo>
                  <a:cubicBezTo>
                    <a:pt x="1502" y="1620"/>
                    <a:pt x="1702" y="1287"/>
                    <a:pt x="1969" y="1020"/>
                  </a:cubicBezTo>
                  <a:cubicBezTo>
                    <a:pt x="2302" y="686"/>
                    <a:pt x="2669" y="786"/>
                    <a:pt x="3070" y="719"/>
                  </a:cubicBezTo>
                  <a:cubicBezTo>
                    <a:pt x="3236" y="686"/>
                    <a:pt x="3270" y="486"/>
                    <a:pt x="3170" y="353"/>
                  </a:cubicBezTo>
                  <a:cubicBezTo>
                    <a:pt x="2953" y="102"/>
                    <a:pt x="2707" y="0"/>
                    <a:pt x="24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5"/>
            <p:cNvSpPr/>
            <p:nvPr/>
          </p:nvSpPr>
          <p:spPr>
            <a:xfrm>
              <a:off x="1700453" y="2362961"/>
              <a:ext cx="117169" cy="187218"/>
            </a:xfrm>
            <a:custGeom>
              <a:avLst/>
              <a:gdLst/>
              <a:ahLst/>
              <a:cxnLst/>
              <a:rect l="l" t="t" r="r" b="b"/>
              <a:pathLst>
                <a:path w="3904" h="6238" extrusionOk="0">
                  <a:moveTo>
                    <a:pt x="3353" y="0"/>
                  </a:moveTo>
                  <a:cubicBezTo>
                    <a:pt x="3169" y="0"/>
                    <a:pt x="2986" y="117"/>
                    <a:pt x="2969" y="350"/>
                  </a:cubicBezTo>
                  <a:cubicBezTo>
                    <a:pt x="2902" y="1084"/>
                    <a:pt x="2802" y="1785"/>
                    <a:pt x="2669" y="2519"/>
                  </a:cubicBezTo>
                  <a:cubicBezTo>
                    <a:pt x="2536" y="2485"/>
                    <a:pt x="2369" y="2485"/>
                    <a:pt x="2202" y="2452"/>
                  </a:cubicBezTo>
                  <a:lnTo>
                    <a:pt x="1535" y="2318"/>
                  </a:lnTo>
                  <a:cubicBezTo>
                    <a:pt x="2002" y="1818"/>
                    <a:pt x="2369" y="1251"/>
                    <a:pt x="2636" y="617"/>
                  </a:cubicBezTo>
                  <a:cubicBezTo>
                    <a:pt x="2679" y="422"/>
                    <a:pt x="2525" y="283"/>
                    <a:pt x="2375" y="283"/>
                  </a:cubicBezTo>
                  <a:cubicBezTo>
                    <a:pt x="2295" y="283"/>
                    <a:pt x="2215" y="324"/>
                    <a:pt x="2169" y="417"/>
                  </a:cubicBezTo>
                  <a:cubicBezTo>
                    <a:pt x="1735" y="1218"/>
                    <a:pt x="901" y="1685"/>
                    <a:pt x="301" y="2318"/>
                  </a:cubicBezTo>
                  <a:cubicBezTo>
                    <a:pt x="0" y="2585"/>
                    <a:pt x="134" y="3086"/>
                    <a:pt x="534" y="3186"/>
                  </a:cubicBezTo>
                  <a:cubicBezTo>
                    <a:pt x="1135" y="3453"/>
                    <a:pt x="1802" y="3586"/>
                    <a:pt x="2502" y="3619"/>
                  </a:cubicBezTo>
                  <a:cubicBezTo>
                    <a:pt x="2369" y="4353"/>
                    <a:pt x="2369" y="5154"/>
                    <a:pt x="2502" y="5888"/>
                  </a:cubicBezTo>
                  <a:cubicBezTo>
                    <a:pt x="2569" y="6121"/>
                    <a:pt x="2761" y="6238"/>
                    <a:pt x="2957" y="6238"/>
                  </a:cubicBezTo>
                  <a:cubicBezTo>
                    <a:pt x="3153" y="6238"/>
                    <a:pt x="3353" y="6121"/>
                    <a:pt x="3436" y="5888"/>
                  </a:cubicBezTo>
                  <a:cubicBezTo>
                    <a:pt x="3903" y="4186"/>
                    <a:pt x="3870" y="2085"/>
                    <a:pt x="3736" y="350"/>
                  </a:cubicBezTo>
                  <a:cubicBezTo>
                    <a:pt x="3720" y="117"/>
                    <a:pt x="3536" y="0"/>
                    <a:pt x="33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0" name="Google Shape;3800;p75"/>
          <p:cNvGrpSpPr/>
          <p:nvPr/>
        </p:nvGrpSpPr>
        <p:grpSpPr>
          <a:xfrm>
            <a:off x="2988137" y="2955546"/>
            <a:ext cx="1586150" cy="1066600"/>
            <a:chOff x="3094800" y="2204875"/>
            <a:chExt cx="1586150" cy="1066600"/>
          </a:xfrm>
        </p:grpSpPr>
        <p:sp>
          <p:nvSpPr>
            <p:cNvPr id="3801" name="Google Shape;3801;p75"/>
            <p:cNvSpPr/>
            <p:nvPr/>
          </p:nvSpPr>
          <p:spPr>
            <a:xfrm>
              <a:off x="3226700" y="2275100"/>
              <a:ext cx="1371775" cy="446275"/>
            </a:xfrm>
            <a:custGeom>
              <a:avLst/>
              <a:gdLst/>
              <a:ahLst/>
              <a:cxnLst/>
              <a:rect l="l" t="t" r="r" b="b"/>
              <a:pathLst>
                <a:path w="54871" h="17851" extrusionOk="0">
                  <a:moveTo>
                    <a:pt x="32394" y="0"/>
                  </a:moveTo>
                  <a:cubicBezTo>
                    <a:pt x="32193" y="0"/>
                    <a:pt x="31996" y="81"/>
                    <a:pt x="31851" y="226"/>
                  </a:cubicBezTo>
                  <a:cubicBezTo>
                    <a:pt x="29583" y="2728"/>
                    <a:pt x="27681" y="5563"/>
                    <a:pt x="25780" y="8365"/>
                  </a:cubicBezTo>
                  <a:cubicBezTo>
                    <a:pt x="24813" y="9833"/>
                    <a:pt x="23812" y="11301"/>
                    <a:pt x="22745" y="12735"/>
                  </a:cubicBezTo>
                  <a:cubicBezTo>
                    <a:pt x="21823" y="13973"/>
                    <a:pt x="20529" y="16256"/>
                    <a:pt x="18904" y="16256"/>
                  </a:cubicBezTo>
                  <a:cubicBezTo>
                    <a:pt x="18647" y="16256"/>
                    <a:pt x="18382" y="16198"/>
                    <a:pt x="18108" y="16071"/>
                  </a:cubicBezTo>
                  <a:cubicBezTo>
                    <a:pt x="15206" y="14770"/>
                    <a:pt x="12304" y="13569"/>
                    <a:pt x="9635" y="11801"/>
                  </a:cubicBezTo>
                  <a:cubicBezTo>
                    <a:pt x="6633" y="9866"/>
                    <a:pt x="3831" y="7365"/>
                    <a:pt x="562" y="5863"/>
                  </a:cubicBezTo>
                  <a:cubicBezTo>
                    <a:pt x="519" y="5846"/>
                    <a:pt x="477" y="5839"/>
                    <a:pt x="437" y="5839"/>
                  </a:cubicBezTo>
                  <a:cubicBezTo>
                    <a:pt x="169" y="5839"/>
                    <a:pt x="0" y="6194"/>
                    <a:pt x="262" y="6397"/>
                  </a:cubicBezTo>
                  <a:cubicBezTo>
                    <a:pt x="3497" y="8766"/>
                    <a:pt x="6766" y="11234"/>
                    <a:pt x="10102" y="13502"/>
                  </a:cubicBezTo>
                  <a:cubicBezTo>
                    <a:pt x="11537" y="14503"/>
                    <a:pt x="13071" y="15370"/>
                    <a:pt x="14705" y="16037"/>
                  </a:cubicBezTo>
                  <a:cubicBezTo>
                    <a:pt x="15940" y="16571"/>
                    <a:pt x="17374" y="17672"/>
                    <a:pt x="18742" y="17839"/>
                  </a:cubicBezTo>
                  <a:cubicBezTo>
                    <a:pt x="18826" y="17847"/>
                    <a:pt x="18911" y="17851"/>
                    <a:pt x="18994" y="17851"/>
                  </a:cubicBezTo>
                  <a:cubicBezTo>
                    <a:pt x="21712" y="17851"/>
                    <a:pt x="23886" y="13745"/>
                    <a:pt x="25213" y="11868"/>
                  </a:cubicBezTo>
                  <a:cubicBezTo>
                    <a:pt x="27615" y="8432"/>
                    <a:pt x="29716" y="4796"/>
                    <a:pt x="32518" y="1660"/>
                  </a:cubicBezTo>
                  <a:cubicBezTo>
                    <a:pt x="39190" y="6030"/>
                    <a:pt x="46195" y="9800"/>
                    <a:pt x="53300" y="13402"/>
                  </a:cubicBezTo>
                  <a:cubicBezTo>
                    <a:pt x="53431" y="13470"/>
                    <a:pt x="53559" y="13500"/>
                    <a:pt x="53681" y="13500"/>
                  </a:cubicBezTo>
                  <a:cubicBezTo>
                    <a:pt x="54397" y="13500"/>
                    <a:pt x="54870" y="12467"/>
                    <a:pt x="54100" y="12068"/>
                  </a:cubicBezTo>
                  <a:cubicBezTo>
                    <a:pt x="46895" y="8232"/>
                    <a:pt x="39590" y="4563"/>
                    <a:pt x="32752" y="93"/>
                  </a:cubicBezTo>
                  <a:cubicBezTo>
                    <a:pt x="32638" y="30"/>
                    <a:pt x="32516" y="0"/>
                    <a:pt x="3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5"/>
            <p:cNvSpPr/>
            <p:nvPr/>
          </p:nvSpPr>
          <p:spPr>
            <a:xfrm>
              <a:off x="3108150" y="2764425"/>
              <a:ext cx="461175" cy="496200"/>
            </a:xfrm>
            <a:custGeom>
              <a:avLst/>
              <a:gdLst/>
              <a:ahLst/>
              <a:cxnLst/>
              <a:rect l="l" t="t" r="r" b="b"/>
              <a:pathLst>
                <a:path w="18447" h="19848" extrusionOk="0">
                  <a:moveTo>
                    <a:pt x="11375" y="0"/>
                  </a:moveTo>
                  <a:cubicBezTo>
                    <a:pt x="9507" y="0"/>
                    <a:pt x="3603" y="11775"/>
                    <a:pt x="0" y="19848"/>
                  </a:cubicBezTo>
                  <a:lnTo>
                    <a:pt x="13810" y="19848"/>
                  </a:lnTo>
                  <a:cubicBezTo>
                    <a:pt x="14310" y="18747"/>
                    <a:pt x="16345" y="14244"/>
                    <a:pt x="18447" y="10274"/>
                  </a:cubicBezTo>
                  <a:cubicBezTo>
                    <a:pt x="15445" y="4804"/>
                    <a:pt x="12476" y="100"/>
                    <a:pt x="11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5"/>
            <p:cNvSpPr/>
            <p:nvPr/>
          </p:nvSpPr>
          <p:spPr>
            <a:xfrm>
              <a:off x="3464225" y="2868650"/>
              <a:ext cx="342775" cy="391975"/>
            </a:xfrm>
            <a:custGeom>
              <a:avLst/>
              <a:gdLst/>
              <a:ahLst/>
              <a:cxnLst/>
              <a:rect l="l" t="t" r="r" b="b"/>
              <a:pathLst>
                <a:path w="13711" h="15679" extrusionOk="0">
                  <a:moveTo>
                    <a:pt x="8940" y="1"/>
                  </a:moveTo>
                  <a:cubicBezTo>
                    <a:pt x="7506" y="1"/>
                    <a:pt x="2736" y="9508"/>
                    <a:pt x="1" y="15679"/>
                  </a:cubicBezTo>
                  <a:lnTo>
                    <a:pt x="10842" y="15679"/>
                  </a:lnTo>
                  <a:cubicBezTo>
                    <a:pt x="11209" y="14511"/>
                    <a:pt x="12276" y="10909"/>
                    <a:pt x="13711" y="6606"/>
                  </a:cubicBezTo>
                  <a:cubicBezTo>
                    <a:pt x="11609" y="2970"/>
                    <a:pt x="9708" y="101"/>
                    <a:pt x="89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5"/>
            <p:cNvSpPr/>
            <p:nvPr/>
          </p:nvSpPr>
          <p:spPr>
            <a:xfrm>
              <a:off x="3744425" y="2505075"/>
              <a:ext cx="502900" cy="755550"/>
            </a:xfrm>
            <a:custGeom>
              <a:avLst/>
              <a:gdLst/>
              <a:ahLst/>
              <a:cxnLst/>
              <a:rect l="l" t="t" r="r" b="b"/>
              <a:pathLst>
                <a:path w="20116" h="30222" extrusionOk="0">
                  <a:moveTo>
                    <a:pt x="11776" y="0"/>
                  </a:moveTo>
                  <a:cubicBezTo>
                    <a:pt x="9874" y="0"/>
                    <a:pt x="3737" y="17980"/>
                    <a:pt x="1" y="30222"/>
                  </a:cubicBezTo>
                  <a:lnTo>
                    <a:pt x="15745" y="30222"/>
                  </a:lnTo>
                  <a:cubicBezTo>
                    <a:pt x="16212" y="28854"/>
                    <a:pt x="18047" y="23517"/>
                    <a:pt x="20115" y="18280"/>
                  </a:cubicBezTo>
                  <a:cubicBezTo>
                    <a:pt x="16646" y="8940"/>
                    <a:pt x="13043" y="200"/>
                    <a:pt x="11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5"/>
            <p:cNvSpPr/>
            <p:nvPr/>
          </p:nvSpPr>
          <p:spPr>
            <a:xfrm>
              <a:off x="4148050" y="2683525"/>
              <a:ext cx="521225" cy="577100"/>
            </a:xfrm>
            <a:custGeom>
              <a:avLst/>
              <a:gdLst/>
              <a:ahLst/>
              <a:cxnLst/>
              <a:rect l="l" t="t" r="r" b="b"/>
              <a:pathLst>
                <a:path w="20849" h="23084" extrusionOk="0">
                  <a:moveTo>
                    <a:pt x="10074" y="1"/>
                  </a:moveTo>
                  <a:cubicBezTo>
                    <a:pt x="8473" y="1"/>
                    <a:pt x="3103" y="14044"/>
                    <a:pt x="1" y="23084"/>
                  </a:cubicBezTo>
                  <a:lnTo>
                    <a:pt x="20849" y="23084"/>
                  </a:lnTo>
                  <a:cubicBezTo>
                    <a:pt x="17346" y="13844"/>
                    <a:pt x="11676" y="234"/>
                    <a:pt x="100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5"/>
            <p:cNvSpPr/>
            <p:nvPr/>
          </p:nvSpPr>
          <p:spPr>
            <a:xfrm>
              <a:off x="3094800" y="2495900"/>
              <a:ext cx="1586150" cy="775575"/>
            </a:xfrm>
            <a:custGeom>
              <a:avLst/>
              <a:gdLst/>
              <a:ahLst/>
              <a:cxnLst/>
              <a:rect l="l" t="t" r="r" b="b"/>
              <a:pathLst>
                <a:path w="63446" h="31023" extrusionOk="0">
                  <a:moveTo>
                    <a:pt x="23717" y="14911"/>
                  </a:moveTo>
                  <a:cubicBezTo>
                    <a:pt x="24485" y="15011"/>
                    <a:pt x="26386" y="17880"/>
                    <a:pt x="28454" y="21516"/>
                  </a:cubicBezTo>
                  <a:cubicBezTo>
                    <a:pt x="27053" y="25819"/>
                    <a:pt x="25952" y="29421"/>
                    <a:pt x="25585" y="30589"/>
                  </a:cubicBezTo>
                  <a:lnTo>
                    <a:pt x="14778" y="30589"/>
                  </a:lnTo>
                  <a:cubicBezTo>
                    <a:pt x="17513" y="24418"/>
                    <a:pt x="22283" y="14911"/>
                    <a:pt x="23717" y="14911"/>
                  </a:cubicBezTo>
                  <a:close/>
                  <a:moveTo>
                    <a:pt x="37761" y="367"/>
                  </a:moveTo>
                  <a:cubicBezTo>
                    <a:pt x="39028" y="601"/>
                    <a:pt x="42631" y="9307"/>
                    <a:pt x="46100" y="18647"/>
                  </a:cubicBezTo>
                  <a:cubicBezTo>
                    <a:pt x="44032" y="23884"/>
                    <a:pt x="42197" y="29221"/>
                    <a:pt x="41730" y="30589"/>
                  </a:cubicBezTo>
                  <a:lnTo>
                    <a:pt x="25986" y="30589"/>
                  </a:lnTo>
                  <a:cubicBezTo>
                    <a:pt x="29722" y="18347"/>
                    <a:pt x="35859" y="367"/>
                    <a:pt x="37761" y="367"/>
                  </a:cubicBezTo>
                  <a:close/>
                  <a:moveTo>
                    <a:pt x="52238" y="7506"/>
                  </a:moveTo>
                  <a:cubicBezTo>
                    <a:pt x="53806" y="7739"/>
                    <a:pt x="59476" y="21349"/>
                    <a:pt x="63012" y="30589"/>
                  </a:cubicBezTo>
                  <a:lnTo>
                    <a:pt x="42164" y="30589"/>
                  </a:lnTo>
                  <a:cubicBezTo>
                    <a:pt x="45233" y="21549"/>
                    <a:pt x="50637" y="7506"/>
                    <a:pt x="52238" y="7506"/>
                  </a:cubicBezTo>
                  <a:close/>
                  <a:moveTo>
                    <a:pt x="11876" y="10741"/>
                  </a:moveTo>
                  <a:cubicBezTo>
                    <a:pt x="13010" y="10841"/>
                    <a:pt x="15979" y="15545"/>
                    <a:pt x="18981" y="21015"/>
                  </a:cubicBezTo>
                  <a:cubicBezTo>
                    <a:pt x="16846" y="24985"/>
                    <a:pt x="14811" y="29488"/>
                    <a:pt x="14311" y="30622"/>
                  </a:cubicBezTo>
                  <a:lnTo>
                    <a:pt x="468" y="30622"/>
                  </a:lnTo>
                  <a:cubicBezTo>
                    <a:pt x="4103" y="22516"/>
                    <a:pt x="10041" y="10741"/>
                    <a:pt x="11876" y="10741"/>
                  </a:cubicBezTo>
                  <a:close/>
                  <a:moveTo>
                    <a:pt x="37727" y="0"/>
                  </a:moveTo>
                  <a:cubicBezTo>
                    <a:pt x="35893" y="0"/>
                    <a:pt x="31623" y="11942"/>
                    <a:pt x="28621" y="21049"/>
                  </a:cubicBezTo>
                  <a:cubicBezTo>
                    <a:pt x="26686" y="17646"/>
                    <a:pt x="24718" y="14644"/>
                    <a:pt x="23751" y="14544"/>
                  </a:cubicBezTo>
                  <a:lnTo>
                    <a:pt x="23684" y="14544"/>
                  </a:lnTo>
                  <a:cubicBezTo>
                    <a:pt x="22750" y="14544"/>
                    <a:pt x="20982" y="17346"/>
                    <a:pt x="19214" y="20615"/>
                  </a:cubicBezTo>
                  <a:cubicBezTo>
                    <a:pt x="16412" y="15545"/>
                    <a:pt x="13277" y="10508"/>
                    <a:pt x="11909" y="10374"/>
                  </a:cubicBezTo>
                  <a:lnTo>
                    <a:pt x="11842" y="10374"/>
                  </a:lnTo>
                  <a:cubicBezTo>
                    <a:pt x="9174" y="10374"/>
                    <a:pt x="935" y="28654"/>
                    <a:pt x="34" y="30722"/>
                  </a:cubicBezTo>
                  <a:cubicBezTo>
                    <a:pt x="1" y="30789"/>
                    <a:pt x="1" y="30856"/>
                    <a:pt x="34" y="30922"/>
                  </a:cubicBezTo>
                  <a:cubicBezTo>
                    <a:pt x="67" y="30956"/>
                    <a:pt x="134" y="30989"/>
                    <a:pt x="201" y="31022"/>
                  </a:cubicBezTo>
                  <a:lnTo>
                    <a:pt x="63246" y="31022"/>
                  </a:lnTo>
                  <a:cubicBezTo>
                    <a:pt x="63312" y="31022"/>
                    <a:pt x="63379" y="30989"/>
                    <a:pt x="63412" y="30922"/>
                  </a:cubicBezTo>
                  <a:cubicBezTo>
                    <a:pt x="63446" y="30856"/>
                    <a:pt x="63446" y="30789"/>
                    <a:pt x="63446" y="30756"/>
                  </a:cubicBezTo>
                  <a:cubicBezTo>
                    <a:pt x="62545" y="28354"/>
                    <a:pt x="54606" y="7472"/>
                    <a:pt x="52271" y="7139"/>
                  </a:cubicBezTo>
                  <a:lnTo>
                    <a:pt x="52204" y="7139"/>
                  </a:lnTo>
                  <a:cubicBezTo>
                    <a:pt x="50970" y="7139"/>
                    <a:pt x="48535" y="12476"/>
                    <a:pt x="46300" y="18113"/>
                  </a:cubicBezTo>
                  <a:cubicBezTo>
                    <a:pt x="43198" y="9707"/>
                    <a:pt x="39395" y="234"/>
                    <a:pt x="37828"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5"/>
            <p:cNvSpPr/>
            <p:nvPr/>
          </p:nvSpPr>
          <p:spPr>
            <a:xfrm>
              <a:off x="3253250" y="2439325"/>
              <a:ext cx="256875" cy="233250"/>
            </a:xfrm>
            <a:custGeom>
              <a:avLst/>
              <a:gdLst/>
              <a:ahLst/>
              <a:cxnLst/>
              <a:rect l="l" t="t" r="r" b="b"/>
              <a:pathLst>
                <a:path w="10275" h="9330" extrusionOk="0">
                  <a:moveTo>
                    <a:pt x="5148" y="0"/>
                  </a:moveTo>
                  <a:cubicBezTo>
                    <a:pt x="4792" y="0"/>
                    <a:pt x="4431" y="42"/>
                    <a:pt x="4070" y="128"/>
                  </a:cubicBezTo>
                  <a:cubicBezTo>
                    <a:pt x="1568" y="729"/>
                    <a:pt x="0" y="3231"/>
                    <a:pt x="601" y="5732"/>
                  </a:cubicBezTo>
                  <a:cubicBezTo>
                    <a:pt x="1115" y="7873"/>
                    <a:pt x="3020" y="9330"/>
                    <a:pt x="5127" y="9330"/>
                  </a:cubicBezTo>
                  <a:cubicBezTo>
                    <a:pt x="5482" y="9330"/>
                    <a:pt x="5844" y="9288"/>
                    <a:pt x="6205" y="9202"/>
                  </a:cubicBezTo>
                  <a:cubicBezTo>
                    <a:pt x="8707" y="8601"/>
                    <a:pt x="10274" y="6099"/>
                    <a:pt x="9674" y="3598"/>
                  </a:cubicBezTo>
                  <a:cubicBezTo>
                    <a:pt x="9160" y="1457"/>
                    <a:pt x="7255" y="0"/>
                    <a:pt x="51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5"/>
            <p:cNvSpPr/>
            <p:nvPr/>
          </p:nvSpPr>
          <p:spPr>
            <a:xfrm>
              <a:off x="3225975" y="2429575"/>
              <a:ext cx="324175" cy="252300"/>
            </a:xfrm>
            <a:custGeom>
              <a:avLst/>
              <a:gdLst/>
              <a:ahLst/>
              <a:cxnLst/>
              <a:rect l="l" t="t" r="r" b="b"/>
              <a:pathLst>
                <a:path w="12967" h="10092" extrusionOk="0">
                  <a:moveTo>
                    <a:pt x="6187" y="418"/>
                  </a:moveTo>
                  <a:cubicBezTo>
                    <a:pt x="6201" y="418"/>
                    <a:pt x="6215" y="418"/>
                    <a:pt x="6228" y="418"/>
                  </a:cubicBezTo>
                  <a:cubicBezTo>
                    <a:pt x="8797" y="418"/>
                    <a:pt x="10865" y="2486"/>
                    <a:pt x="10865" y="5055"/>
                  </a:cubicBezTo>
                  <a:cubicBezTo>
                    <a:pt x="10865" y="7875"/>
                    <a:pt x="8577" y="9734"/>
                    <a:pt x="6187" y="9734"/>
                  </a:cubicBezTo>
                  <a:cubicBezTo>
                    <a:pt x="5043" y="9734"/>
                    <a:pt x="3876" y="9308"/>
                    <a:pt x="2926" y="8357"/>
                  </a:cubicBezTo>
                  <a:cubicBezTo>
                    <a:pt x="0" y="5432"/>
                    <a:pt x="2045" y="418"/>
                    <a:pt x="6187" y="418"/>
                  </a:cubicBezTo>
                  <a:close/>
                  <a:moveTo>
                    <a:pt x="6255" y="1"/>
                  </a:moveTo>
                  <a:cubicBezTo>
                    <a:pt x="3664" y="1"/>
                    <a:pt x="1191" y="2009"/>
                    <a:pt x="1191" y="5055"/>
                  </a:cubicBezTo>
                  <a:cubicBezTo>
                    <a:pt x="1191" y="7857"/>
                    <a:pt x="3426" y="10092"/>
                    <a:pt x="6228" y="10092"/>
                  </a:cubicBezTo>
                  <a:cubicBezTo>
                    <a:pt x="10732" y="10092"/>
                    <a:pt x="12967" y="4655"/>
                    <a:pt x="9798" y="1486"/>
                  </a:cubicBezTo>
                  <a:cubicBezTo>
                    <a:pt x="8761" y="460"/>
                    <a:pt x="7495" y="1"/>
                    <a:pt x="6255"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5"/>
            <p:cNvSpPr/>
            <p:nvPr/>
          </p:nvSpPr>
          <p:spPr>
            <a:xfrm>
              <a:off x="3568475" y="2578450"/>
              <a:ext cx="271875" cy="232925"/>
            </a:xfrm>
            <a:custGeom>
              <a:avLst/>
              <a:gdLst/>
              <a:ahLst/>
              <a:cxnLst/>
              <a:rect l="l" t="t" r="r" b="b"/>
              <a:pathLst>
                <a:path w="10875" h="9317" extrusionOk="0">
                  <a:moveTo>
                    <a:pt x="4637" y="1"/>
                  </a:moveTo>
                  <a:cubicBezTo>
                    <a:pt x="2069" y="1"/>
                    <a:pt x="0" y="2069"/>
                    <a:pt x="0" y="4671"/>
                  </a:cubicBezTo>
                  <a:cubicBezTo>
                    <a:pt x="0" y="7466"/>
                    <a:pt x="2286" y="9317"/>
                    <a:pt x="4674" y="9317"/>
                  </a:cubicBezTo>
                  <a:cubicBezTo>
                    <a:pt x="5819" y="9317"/>
                    <a:pt x="6988" y="8891"/>
                    <a:pt x="7939" y="7940"/>
                  </a:cubicBezTo>
                  <a:cubicBezTo>
                    <a:pt x="10875" y="5004"/>
                    <a:pt x="8807" y="1"/>
                    <a:pt x="46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5"/>
            <p:cNvSpPr/>
            <p:nvPr/>
          </p:nvSpPr>
          <p:spPr>
            <a:xfrm>
              <a:off x="3529275" y="2568850"/>
              <a:ext cx="324425" cy="252300"/>
            </a:xfrm>
            <a:custGeom>
              <a:avLst/>
              <a:gdLst/>
              <a:ahLst/>
              <a:cxnLst/>
              <a:rect l="l" t="t" r="r" b="b"/>
              <a:pathLst>
                <a:path w="12977" h="10092" extrusionOk="0">
                  <a:moveTo>
                    <a:pt x="6205" y="385"/>
                  </a:moveTo>
                  <a:cubicBezTo>
                    <a:pt x="8774" y="385"/>
                    <a:pt x="10875" y="2453"/>
                    <a:pt x="10875" y="5055"/>
                  </a:cubicBezTo>
                  <a:cubicBezTo>
                    <a:pt x="10875" y="7850"/>
                    <a:pt x="8590" y="9701"/>
                    <a:pt x="6202" y="9701"/>
                  </a:cubicBezTo>
                  <a:cubicBezTo>
                    <a:pt x="5056" y="9701"/>
                    <a:pt x="3888" y="9275"/>
                    <a:pt x="2936" y="8324"/>
                  </a:cubicBezTo>
                  <a:cubicBezTo>
                    <a:pt x="1" y="5388"/>
                    <a:pt x="2069" y="385"/>
                    <a:pt x="6205" y="385"/>
                  </a:cubicBezTo>
                  <a:close/>
                  <a:moveTo>
                    <a:pt x="6247" y="0"/>
                  </a:moveTo>
                  <a:cubicBezTo>
                    <a:pt x="3656" y="0"/>
                    <a:pt x="1168" y="2009"/>
                    <a:pt x="1168" y="5055"/>
                  </a:cubicBezTo>
                  <a:cubicBezTo>
                    <a:pt x="1168" y="7823"/>
                    <a:pt x="3436" y="10092"/>
                    <a:pt x="6205" y="10092"/>
                  </a:cubicBezTo>
                  <a:cubicBezTo>
                    <a:pt x="10708" y="10092"/>
                    <a:pt x="12977" y="4654"/>
                    <a:pt x="9774" y="1485"/>
                  </a:cubicBezTo>
                  <a:cubicBezTo>
                    <a:pt x="8749" y="460"/>
                    <a:pt x="7486" y="0"/>
                    <a:pt x="6247"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5"/>
            <p:cNvSpPr/>
            <p:nvPr/>
          </p:nvSpPr>
          <p:spPr>
            <a:xfrm>
              <a:off x="3913725" y="2215000"/>
              <a:ext cx="256025" cy="233000"/>
            </a:xfrm>
            <a:custGeom>
              <a:avLst/>
              <a:gdLst/>
              <a:ahLst/>
              <a:cxnLst/>
              <a:rect l="l" t="t" r="r" b="b"/>
              <a:pathLst>
                <a:path w="10241" h="9320" extrusionOk="0">
                  <a:moveTo>
                    <a:pt x="5114" y="0"/>
                  </a:moveTo>
                  <a:cubicBezTo>
                    <a:pt x="4759" y="0"/>
                    <a:pt x="4398" y="42"/>
                    <a:pt x="4036" y="128"/>
                  </a:cubicBezTo>
                  <a:cubicBezTo>
                    <a:pt x="1535" y="729"/>
                    <a:pt x="0" y="3231"/>
                    <a:pt x="567" y="5732"/>
                  </a:cubicBezTo>
                  <a:cubicBezTo>
                    <a:pt x="1084" y="7883"/>
                    <a:pt x="3005" y="9319"/>
                    <a:pt x="5124" y="9319"/>
                  </a:cubicBezTo>
                  <a:cubicBezTo>
                    <a:pt x="5470" y="9319"/>
                    <a:pt x="5821" y="9281"/>
                    <a:pt x="6171" y="9201"/>
                  </a:cubicBezTo>
                  <a:cubicBezTo>
                    <a:pt x="8673" y="8601"/>
                    <a:pt x="10241" y="6099"/>
                    <a:pt x="9640" y="3597"/>
                  </a:cubicBezTo>
                  <a:cubicBezTo>
                    <a:pt x="9127" y="1457"/>
                    <a:pt x="7221" y="0"/>
                    <a:pt x="5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5"/>
            <p:cNvSpPr/>
            <p:nvPr/>
          </p:nvSpPr>
          <p:spPr>
            <a:xfrm>
              <a:off x="3915375" y="2204875"/>
              <a:ext cx="294425" cy="252675"/>
            </a:xfrm>
            <a:custGeom>
              <a:avLst/>
              <a:gdLst/>
              <a:ahLst/>
              <a:cxnLst/>
              <a:rect l="l" t="t" r="r" b="b"/>
              <a:pathLst>
                <a:path w="11777" h="10107" extrusionOk="0">
                  <a:moveTo>
                    <a:pt x="5038" y="400"/>
                  </a:moveTo>
                  <a:cubicBezTo>
                    <a:pt x="9208" y="400"/>
                    <a:pt x="11276" y="5403"/>
                    <a:pt x="8340" y="8339"/>
                  </a:cubicBezTo>
                  <a:cubicBezTo>
                    <a:pt x="7389" y="9290"/>
                    <a:pt x="6220" y="9716"/>
                    <a:pt x="5075" y="9716"/>
                  </a:cubicBezTo>
                  <a:cubicBezTo>
                    <a:pt x="2687" y="9716"/>
                    <a:pt x="401" y="7865"/>
                    <a:pt x="401" y="5070"/>
                  </a:cubicBezTo>
                  <a:cubicBezTo>
                    <a:pt x="401" y="2501"/>
                    <a:pt x="2469" y="433"/>
                    <a:pt x="5038" y="433"/>
                  </a:cubicBezTo>
                  <a:lnTo>
                    <a:pt x="5038" y="400"/>
                  </a:lnTo>
                  <a:close/>
                  <a:moveTo>
                    <a:pt x="5079" y="1"/>
                  </a:moveTo>
                  <a:cubicBezTo>
                    <a:pt x="2488" y="1"/>
                    <a:pt x="1" y="2024"/>
                    <a:pt x="1" y="5070"/>
                  </a:cubicBezTo>
                  <a:cubicBezTo>
                    <a:pt x="1" y="7839"/>
                    <a:pt x="2269" y="10107"/>
                    <a:pt x="5038" y="10107"/>
                  </a:cubicBezTo>
                  <a:cubicBezTo>
                    <a:pt x="9541" y="10107"/>
                    <a:pt x="11776" y="4670"/>
                    <a:pt x="8607" y="1501"/>
                  </a:cubicBezTo>
                  <a:cubicBezTo>
                    <a:pt x="7581" y="464"/>
                    <a:pt x="6318" y="1"/>
                    <a:pt x="5079"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5"/>
            <p:cNvSpPr/>
            <p:nvPr/>
          </p:nvSpPr>
          <p:spPr>
            <a:xfrm>
              <a:off x="4281475" y="2389150"/>
              <a:ext cx="232700" cy="233525"/>
            </a:xfrm>
            <a:custGeom>
              <a:avLst/>
              <a:gdLst/>
              <a:ahLst/>
              <a:cxnLst/>
              <a:rect l="l" t="t" r="r" b="b"/>
              <a:pathLst>
                <a:path w="9308" h="9341" extrusionOk="0">
                  <a:moveTo>
                    <a:pt x="4671" y="1"/>
                  </a:moveTo>
                  <a:cubicBezTo>
                    <a:pt x="2102" y="1"/>
                    <a:pt x="1" y="2102"/>
                    <a:pt x="1" y="4671"/>
                  </a:cubicBezTo>
                  <a:cubicBezTo>
                    <a:pt x="1" y="7239"/>
                    <a:pt x="2102" y="9341"/>
                    <a:pt x="4671" y="9341"/>
                  </a:cubicBezTo>
                  <a:cubicBezTo>
                    <a:pt x="7239" y="9341"/>
                    <a:pt x="9307" y="7239"/>
                    <a:pt x="9307" y="4671"/>
                  </a:cubicBezTo>
                  <a:cubicBezTo>
                    <a:pt x="9307" y="2102"/>
                    <a:pt x="7239" y="1"/>
                    <a:pt x="46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5"/>
            <p:cNvSpPr/>
            <p:nvPr/>
          </p:nvSpPr>
          <p:spPr>
            <a:xfrm>
              <a:off x="4272300" y="2379550"/>
              <a:ext cx="294400" cy="253125"/>
            </a:xfrm>
            <a:custGeom>
              <a:avLst/>
              <a:gdLst/>
              <a:ahLst/>
              <a:cxnLst/>
              <a:rect l="l" t="t" r="r" b="b"/>
              <a:pathLst>
                <a:path w="11776" h="10125" extrusionOk="0">
                  <a:moveTo>
                    <a:pt x="5038" y="418"/>
                  </a:moveTo>
                  <a:cubicBezTo>
                    <a:pt x="9174" y="418"/>
                    <a:pt x="11242" y="5421"/>
                    <a:pt x="8307" y="8357"/>
                  </a:cubicBezTo>
                  <a:cubicBezTo>
                    <a:pt x="7356" y="9307"/>
                    <a:pt x="6189" y="9733"/>
                    <a:pt x="5046" y="9733"/>
                  </a:cubicBezTo>
                  <a:cubicBezTo>
                    <a:pt x="2656" y="9733"/>
                    <a:pt x="368" y="7874"/>
                    <a:pt x="368" y="5055"/>
                  </a:cubicBezTo>
                  <a:cubicBezTo>
                    <a:pt x="368" y="2486"/>
                    <a:pt x="2469" y="418"/>
                    <a:pt x="5038" y="418"/>
                  </a:cubicBezTo>
                  <a:close/>
                  <a:moveTo>
                    <a:pt x="5079" y="0"/>
                  </a:moveTo>
                  <a:cubicBezTo>
                    <a:pt x="2489" y="0"/>
                    <a:pt x="1" y="2009"/>
                    <a:pt x="1" y="5055"/>
                  </a:cubicBezTo>
                  <a:cubicBezTo>
                    <a:pt x="1" y="7857"/>
                    <a:pt x="2236" y="10091"/>
                    <a:pt x="5038" y="10125"/>
                  </a:cubicBezTo>
                  <a:cubicBezTo>
                    <a:pt x="9541" y="10125"/>
                    <a:pt x="11776" y="4688"/>
                    <a:pt x="8607" y="1485"/>
                  </a:cubicBezTo>
                  <a:cubicBezTo>
                    <a:pt x="7582" y="460"/>
                    <a:pt x="6319" y="0"/>
                    <a:pt x="5079"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5"/>
            <p:cNvSpPr/>
            <p:nvPr/>
          </p:nvSpPr>
          <p:spPr>
            <a:xfrm>
              <a:off x="3824500" y="2505075"/>
              <a:ext cx="224350" cy="503700"/>
            </a:xfrm>
            <a:custGeom>
              <a:avLst/>
              <a:gdLst/>
              <a:ahLst/>
              <a:cxnLst/>
              <a:rect l="l" t="t" r="r" b="b"/>
              <a:pathLst>
                <a:path w="8974" h="20148" extrusionOk="0">
                  <a:moveTo>
                    <a:pt x="8573" y="0"/>
                  </a:moveTo>
                  <a:cubicBezTo>
                    <a:pt x="7138" y="0"/>
                    <a:pt x="3369" y="10007"/>
                    <a:pt x="0" y="20148"/>
                  </a:cubicBezTo>
                  <a:cubicBezTo>
                    <a:pt x="2669" y="15845"/>
                    <a:pt x="4803" y="11242"/>
                    <a:pt x="6371" y="6438"/>
                  </a:cubicBezTo>
                  <a:cubicBezTo>
                    <a:pt x="7072" y="4337"/>
                    <a:pt x="7739" y="2135"/>
                    <a:pt x="8973" y="267"/>
                  </a:cubicBezTo>
                  <a:cubicBezTo>
                    <a:pt x="8873" y="167"/>
                    <a:pt x="8740" y="67"/>
                    <a:pt x="8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5"/>
            <p:cNvSpPr/>
            <p:nvPr/>
          </p:nvSpPr>
          <p:spPr>
            <a:xfrm>
              <a:off x="4177250" y="2702700"/>
              <a:ext cx="201000" cy="474550"/>
            </a:xfrm>
            <a:custGeom>
              <a:avLst/>
              <a:gdLst/>
              <a:ahLst/>
              <a:cxnLst/>
              <a:rect l="l" t="t" r="r" b="b"/>
              <a:pathLst>
                <a:path w="8040" h="18982" extrusionOk="0">
                  <a:moveTo>
                    <a:pt x="8039" y="1"/>
                  </a:moveTo>
                  <a:lnTo>
                    <a:pt x="8039" y="1"/>
                  </a:lnTo>
                  <a:cubicBezTo>
                    <a:pt x="6171" y="2603"/>
                    <a:pt x="2635" y="11576"/>
                    <a:pt x="0" y="18981"/>
                  </a:cubicBezTo>
                  <a:cubicBezTo>
                    <a:pt x="1034" y="17613"/>
                    <a:pt x="1968" y="16179"/>
                    <a:pt x="2769" y="14678"/>
                  </a:cubicBezTo>
                  <a:cubicBezTo>
                    <a:pt x="3669" y="12810"/>
                    <a:pt x="4437" y="10909"/>
                    <a:pt x="5037" y="8941"/>
                  </a:cubicBezTo>
                  <a:lnTo>
                    <a:pt x="80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5"/>
            <p:cNvSpPr/>
            <p:nvPr/>
          </p:nvSpPr>
          <p:spPr>
            <a:xfrm>
              <a:off x="3464225" y="2878675"/>
              <a:ext cx="206850" cy="381950"/>
            </a:xfrm>
            <a:custGeom>
              <a:avLst/>
              <a:gdLst/>
              <a:ahLst/>
              <a:cxnLst/>
              <a:rect l="l" t="t" r="r" b="b"/>
              <a:pathLst>
                <a:path w="8274" h="15278" extrusionOk="0">
                  <a:moveTo>
                    <a:pt x="8273" y="0"/>
                  </a:moveTo>
                  <a:lnTo>
                    <a:pt x="8273" y="0"/>
                  </a:lnTo>
                  <a:cubicBezTo>
                    <a:pt x="6372" y="1868"/>
                    <a:pt x="2402" y="9874"/>
                    <a:pt x="1" y="15278"/>
                  </a:cubicBezTo>
                  <a:lnTo>
                    <a:pt x="701" y="15278"/>
                  </a:lnTo>
                  <a:cubicBezTo>
                    <a:pt x="2102" y="11342"/>
                    <a:pt x="5104" y="8106"/>
                    <a:pt x="6672" y="4237"/>
                  </a:cubicBezTo>
                  <a:cubicBezTo>
                    <a:pt x="7239" y="2836"/>
                    <a:pt x="7640" y="1368"/>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5"/>
            <p:cNvSpPr/>
            <p:nvPr/>
          </p:nvSpPr>
          <p:spPr>
            <a:xfrm>
              <a:off x="3132325" y="2764425"/>
              <a:ext cx="266875" cy="440325"/>
            </a:xfrm>
            <a:custGeom>
              <a:avLst/>
              <a:gdLst/>
              <a:ahLst/>
              <a:cxnLst/>
              <a:rect l="l" t="t" r="r" b="b"/>
              <a:pathLst>
                <a:path w="10675" h="17613" extrusionOk="0">
                  <a:moveTo>
                    <a:pt x="10375" y="0"/>
                  </a:moveTo>
                  <a:cubicBezTo>
                    <a:pt x="8673" y="0"/>
                    <a:pt x="3637" y="9741"/>
                    <a:pt x="1" y="17613"/>
                  </a:cubicBezTo>
                  <a:cubicBezTo>
                    <a:pt x="1001" y="16646"/>
                    <a:pt x="1902" y="15611"/>
                    <a:pt x="2736" y="14511"/>
                  </a:cubicBezTo>
                  <a:cubicBezTo>
                    <a:pt x="3536" y="13343"/>
                    <a:pt x="4304" y="12142"/>
                    <a:pt x="4937" y="10908"/>
                  </a:cubicBezTo>
                  <a:cubicBezTo>
                    <a:pt x="6906" y="7339"/>
                    <a:pt x="8540" y="3570"/>
                    <a:pt x="10675" y="100"/>
                  </a:cubicBezTo>
                  <a:cubicBezTo>
                    <a:pt x="10575" y="34"/>
                    <a:pt x="10475" y="0"/>
                    <a:pt x="10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5"/>
            <p:cNvSpPr/>
            <p:nvPr/>
          </p:nvSpPr>
          <p:spPr>
            <a:xfrm>
              <a:off x="4263125" y="2389650"/>
              <a:ext cx="241050" cy="183000"/>
            </a:xfrm>
            <a:custGeom>
              <a:avLst/>
              <a:gdLst/>
              <a:ahLst/>
              <a:cxnLst/>
              <a:rect l="l" t="t" r="r" b="b"/>
              <a:pathLst>
                <a:path w="9642" h="7320" extrusionOk="0">
                  <a:moveTo>
                    <a:pt x="5406" y="0"/>
                  </a:moveTo>
                  <a:cubicBezTo>
                    <a:pt x="4628" y="0"/>
                    <a:pt x="3836" y="197"/>
                    <a:pt x="3103" y="614"/>
                  </a:cubicBezTo>
                  <a:cubicBezTo>
                    <a:pt x="735" y="1949"/>
                    <a:pt x="1" y="5051"/>
                    <a:pt x="1569" y="7319"/>
                  </a:cubicBezTo>
                  <a:cubicBezTo>
                    <a:pt x="835" y="5351"/>
                    <a:pt x="1869" y="2983"/>
                    <a:pt x="3570" y="1715"/>
                  </a:cubicBezTo>
                  <a:cubicBezTo>
                    <a:pt x="4236" y="1188"/>
                    <a:pt x="5064" y="914"/>
                    <a:pt x="5900" y="914"/>
                  </a:cubicBezTo>
                  <a:cubicBezTo>
                    <a:pt x="6069" y="914"/>
                    <a:pt x="6238" y="926"/>
                    <a:pt x="6405" y="948"/>
                  </a:cubicBezTo>
                  <a:cubicBezTo>
                    <a:pt x="7640" y="1215"/>
                    <a:pt x="8474" y="2349"/>
                    <a:pt x="9608" y="2816"/>
                  </a:cubicBezTo>
                  <a:lnTo>
                    <a:pt x="9641" y="2783"/>
                  </a:lnTo>
                  <a:cubicBezTo>
                    <a:pt x="8876" y="1021"/>
                    <a:pt x="7177" y="0"/>
                    <a:pt x="5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5"/>
            <p:cNvSpPr/>
            <p:nvPr/>
          </p:nvSpPr>
          <p:spPr>
            <a:xfrm>
              <a:off x="3225725" y="2439950"/>
              <a:ext cx="221025" cy="198575"/>
            </a:xfrm>
            <a:custGeom>
              <a:avLst/>
              <a:gdLst/>
              <a:ahLst/>
              <a:cxnLst/>
              <a:rect l="l" t="t" r="r" b="b"/>
              <a:pathLst>
                <a:path w="8841" h="7943" extrusionOk="0">
                  <a:moveTo>
                    <a:pt x="6375" y="1"/>
                  </a:moveTo>
                  <a:cubicBezTo>
                    <a:pt x="6329" y="1"/>
                    <a:pt x="6284" y="2"/>
                    <a:pt x="6238" y="3"/>
                  </a:cubicBezTo>
                  <a:cubicBezTo>
                    <a:pt x="2069" y="3"/>
                    <a:pt x="1" y="5007"/>
                    <a:pt x="2936" y="7942"/>
                  </a:cubicBezTo>
                  <a:cubicBezTo>
                    <a:pt x="2803" y="7709"/>
                    <a:pt x="2669" y="7442"/>
                    <a:pt x="2569" y="7175"/>
                  </a:cubicBezTo>
                  <a:cubicBezTo>
                    <a:pt x="2336" y="6408"/>
                    <a:pt x="2302" y="5641"/>
                    <a:pt x="2502" y="4873"/>
                  </a:cubicBezTo>
                  <a:cubicBezTo>
                    <a:pt x="2936" y="3005"/>
                    <a:pt x="4270" y="1471"/>
                    <a:pt x="6072" y="804"/>
                  </a:cubicBezTo>
                  <a:cubicBezTo>
                    <a:pt x="6550" y="662"/>
                    <a:pt x="7047" y="586"/>
                    <a:pt x="7543" y="586"/>
                  </a:cubicBezTo>
                  <a:cubicBezTo>
                    <a:pt x="7981" y="586"/>
                    <a:pt x="8418" y="645"/>
                    <a:pt x="8840" y="771"/>
                  </a:cubicBezTo>
                  <a:cubicBezTo>
                    <a:pt x="8112" y="295"/>
                    <a:pt x="7233" y="1"/>
                    <a:pt x="6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5"/>
            <p:cNvSpPr/>
            <p:nvPr/>
          </p:nvSpPr>
          <p:spPr>
            <a:xfrm>
              <a:off x="3536775" y="2578450"/>
              <a:ext cx="245200" cy="179325"/>
            </a:xfrm>
            <a:custGeom>
              <a:avLst/>
              <a:gdLst/>
              <a:ahLst/>
              <a:cxnLst/>
              <a:rect l="l" t="t" r="r" b="b"/>
              <a:pathLst>
                <a:path w="9808" h="7173" extrusionOk="0">
                  <a:moveTo>
                    <a:pt x="5905" y="1"/>
                  </a:moveTo>
                  <a:cubicBezTo>
                    <a:pt x="2236" y="1"/>
                    <a:pt x="1" y="4104"/>
                    <a:pt x="2002" y="7172"/>
                  </a:cubicBezTo>
                  <a:cubicBezTo>
                    <a:pt x="2002" y="6772"/>
                    <a:pt x="2002" y="6339"/>
                    <a:pt x="2036" y="5938"/>
                  </a:cubicBezTo>
                  <a:cubicBezTo>
                    <a:pt x="2069" y="5071"/>
                    <a:pt x="2269" y="4204"/>
                    <a:pt x="2703" y="3436"/>
                  </a:cubicBezTo>
                  <a:cubicBezTo>
                    <a:pt x="3503" y="2169"/>
                    <a:pt x="4871" y="1402"/>
                    <a:pt x="6372" y="1335"/>
                  </a:cubicBezTo>
                  <a:cubicBezTo>
                    <a:pt x="6437" y="1333"/>
                    <a:pt x="6502" y="1332"/>
                    <a:pt x="6568" y="1332"/>
                  </a:cubicBezTo>
                  <a:cubicBezTo>
                    <a:pt x="7673" y="1332"/>
                    <a:pt x="8800" y="1598"/>
                    <a:pt x="9808" y="2102"/>
                  </a:cubicBezTo>
                  <a:cubicBezTo>
                    <a:pt x="8941" y="801"/>
                    <a:pt x="7473" y="1"/>
                    <a:pt x="5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5"/>
            <p:cNvSpPr/>
            <p:nvPr/>
          </p:nvSpPr>
          <p:spPr>
            <a:xfrm>
              <a:off x="3924550" y="2215000"/>
              <a:ext cx="152650" cy="160825"/>
            </a:xfrm>
            <a:custGeom>
              <a:avLst/>
              <a:gdLst/>
              <a:ahLst/>
              <a:cxnLst/>
              <a:rect l="l" t="t" r="r" b="b"/>
              <a:pathLst>
                <a:path w="6106" h="6433" extrusionOk="0">
                  <a:moveTo>
                    <a:pt x="4669" y="1"/>
                  </a:moveTo>
                  <a:cubicBezTo>
                    <a:pt x="2189" y="1"/>
                    <a:pt x="1" y="2003"/>
                    <a:pt x="1" y="4665"/>
                  </a:cubicBezTo>
                  <a:cubicBezTo>
                    <a:pt x="1" y="5265"/>
                    <a:pt x="134" y="5866"/>
                    <a:pt x="368" y="6433"/>
                  </a:cubicBezTo>
                  <a:cubicBezTo>
                    <a:pt x="535" y="5499"/>
                    <a:pt x="768" y="4565"/>
                    <a:pt x="1135" y="3664"/>
                  </a:cubicBezTo>
                  <a:cubicBezTo>
                    <a:pt x="1602" y="2397"/>
                    <a:pt x="2303" y="1162"/>
                    <a:pt x="3503" y="562"/>
                  </a:cubicBezTo>
                  <a:cubicBezTo>
                    <a:pt x="4058" y="284"/>
                    <a:pt x="4662" y="151"/>
                    <a:pt x="5280" y="151"/>
                  </a:cubicBezTo>
                  <a:cubicBezTo>
                    <a:pt x="5553" y="151"/>
                    <a:pt x="5829" y="177"/>
                    <a:pt x="6105" y="228"/>
                  </a:cubicBezTo>
                  <a:cubicBezTo>
                    <a:pt x="5625" y="73"/>
                    <a:pt x="5141" y="1"/>
                    <a:pt x="4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5"/>
            <p:cNvSpPr/>
            <p:nvPr/>
          </p:nvSpPr>
          <p:spPr>
            <a:xfrm>
              <a:off x="3310800" y="2484225"/>
              <a:ext cx="116500" cy="134325"/>
            </a:xfrm>
            <a:custGeom>
              <a:avLst/>
              <a:gdLst/>
              <a:ahLst/>
              <a:cxnLst/>
              <a:rect l="l" t="t" r="r" b="b"/>
              <a:pathLst>
                <a:path w="4660" h="5373" extrusionOk="0">
                  <a:moveTo>
                    <a:pt x="2402" y="1835"/>
                  </a:moveTo>
                  <a:cubicBezTo>
                    <a:pt x="2535" y="2202"/>
                    <a:pt x="2702" y="2535"/>
                    <a:pt x="2835" y="2902"/>
                  </a:cubicBezTo>
                  <a:cubicBezTo>
                    <a:pt x="2902" y="3002"/>
                    <a:pt x="2969" y="3136"/>
                    <a:pt x="3002" y="3303"/>
                  </a:cubicBezTo>
                  <a:cubicBezTo>
                    <a:pt x="2635" y="3269"/>
                    <a:pt x="2268" y="3236"/>
                    <a:pt x="1901" y="3236"/>
                  </a:cubicBezTo>
                  <a:cubicBezTo>
                    <a:pt x="1935" y="3136"/>
                    <a:pt x="1968" y="3002"/>
                    <a:pt x="2001" y="2902"/>
                  </a:cubicBezTo>
                  <a:cubicBezTo>
                    <a:pt x="2168" y="2569"/>
                    <a:pt x="2302" y="2202"/>
                    <a:pt x="2402" y="1835"/>
                  </a:cubicBezTo>
                  <a:close/>
                  <a:moveTo>
                    <a:pt x="2257" y="1"/>
                  </a:moveTo>
                  <a:cubicBezTo>
                    <a:pt x="2125" y="1"/>
                    <a:pt x="1998" y="72"/>
                    <a:pt x="1968" y="234"/>
                  </a:cubicBezTo>
                  <a:cubicBezTo>
                    <a:pt x="1768" y="1134"/>
                    <a:pt x="1434" y="2002"/>
                    <a:pt x="967" y="2769"/>
                  </a:cubicBezTo>
                  <a:cubicBezTo>
                    <a:pt x="867" y="2936"/>
                    <a:pt x="801" y="3102"/>
                    <a:pt x="701" y="3269"/>
                  </a:cubicBezTo>
                  <a:lnTo>
                    <a:pt x="334" y="3269"/>
                  </a:lnTo>
                  <a:cubicBezTo>
                    <a:pt x="0" y="3336"/>
                    <a:pt x="0" y="3836"/>
                    <a:pt x="334" y="3870"/>
                  </a:cubicBezTo>
                  <a:lnTo>
                    <a:pt x="434" y="3870"/>
                  </a:lnTo>
                  <a:cubicBezTo>
                    <a:pt x="300" y="4203"/>
                    <a:pt x="234" y="4570"/>
                    <a:pt x="267" y="4937"/>
                  </a:cubicBezTo>
                  <a:cubicBezTo>
                    <a:pt x="288" y="5206"/>
                    <a:pt x="514" y="5372"/>
                    <a:pt x="738" y="5372"/>
                  </a:cubicBezTo>
                  <a:cubicBezTo>
                    <a:pt x="875" y="5372"/>
                    <a:pt x="1012" y="5310"/>
                    <a:pt x="1101" y="5171"/>
                  </a:cubicBezTo>
                  <a:cubicBezTo>
                    <a:pt x="1301" y="4770"/>
                    <a:pt x="1501" y="4337"/>
                    <a:pt x="1635" y="3936"/>
                  </a:cubicBezTo>
                  <a:cubicBezTo>
                    <a:pt x="1771" y="3946"/>
                    <a:pt x="1908" y="3950"/>
                    <a:pt x="2045" y="3950"/>
                  </a:cubicBezTo>
                  <a:cubicBezTo>
                    <a:pt x="2375" y="3950"/>
                    <a:pt x="2705" y="3927"/>
                    <a:pt x="3036" y="3903"/>
                  </a:cubicBezTo>
                  <a:cubicBezTo>
                    <a:pt x="3102" y="3870"/>
                    <a:pt x="3169" y="3870"/>
                    <a:pt x="3236" y="3803"/>
                  </a:cubicBezTo>
                  <a:cubicBezTo>
                    <a:pt x="3402" y="4270"/>
                    <a:pt x="3603" y="4704"/>
                    <a:pt x="3903" y="5104"/>
                  </a:cubicBezTo>
                  <a:cubicBezTo>
                    <a:pt x="3991" y="5203"/>
                    <a:pt x="4104" y="5247"/>
                    <a:pt x="4215" y="5247"/>
                  </a:cubicBezTo>
                  <a:cubicBezTo>
                    <a:pt x="4441" y="5247"/>
                    <a:pt x="4659" y="5061"/>
                    <a:pt x="4637" y="4770"/>
                  </a:cubicBezTo>
                  <a:cubicBezTo>
                    <a:pt x="4570" y="4003"/>
                    <a:pt x="4136" y="3336"/>
                    <a:pt x="3769" y="2702"/>
                  </a:cubicBezTo>
                  <a:cubicBezTo>
                    <a:pt x="3336" y="1968"/>
                    <a:pt x="2969" y="1201"/>
                    <a:pt x="2602" y="467"/>
                  </a:cubicBezTo>
                  <a:lnTo>
                    <a:pt x="2602" y="300"/>
                  </a:lnTo>
                  <a:cubicBezTo>
                    <a:pt x="2602" y="114"/>
                    <a:pt x="2425" y="1"/>
                    <a:pt x="2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5"/>
            <p:cNvSpPr/>
            <p:nvPr/>
          </p:nvSpPr>
          <p:spPr>
            <a:xfrm>
              <a:off x="3637700" y="2629550"/>
              <a:ext cx="91750" cy="117300"/>
            </a:xfrm>
            <a:custGeom>
              <a:avLst/>
              <a:gdLst/>
              <a:ahLst/>
              <a:cxnLst/>
              <a:rect l="l" t="t" r="r" b="b"/>
              <a:pathLst>
                <a:path w="3670" h="4692" extrusionOk="0">
                  <a:moveTo>
                    <a:pt x="460" y="1"/>
                  </a:moveTo>
                  <a:cubicBezTo>
                    <a:pt x="297" y="1"/>
                    <a:pt x="133" y="122"/>
                    <a:pt x="133" y="325"/>
                  </a:cubicBezTo>
                  <a:lnTo>
                    <a:pt x="133" y="592"/>
                  </a:lnTo>
                  <a:cubicBezTo>
                    <a:pt x="100" y="659"/>
                    <a:pt x="100" y="725"/>
                    <a:pt x="133" y="792"/>
                  </a:cubicBezTo>
                  <a:cubicBezTo>
                    <a:pt x="133" y="1192"/>
                    <a:pt x="133" y="1593"/>
                    <a:pt x="133" y="1993"/>
                  </a:cubicBezTo>
                  <a:cubicBezTo>
                    <a:pt x="133" y="2560"/>
                    <a:pt x="0" y="3127"/>
                    <a:pt x="300" y="3627"/>
                  </a:cubicBezTo>
                  <a:cubicBezTo>
                    <a:pt x="367" y="3744"/>
                    <a:pt x="492" y="3802"/>
                    <a:pt x="617" y="3802"/>
                  </a:cubicBezTo>
                  <a:cubicBezTo>
                    <a:pt x="742" y="3802"/>
                    <a:pt x="867" y="3744"/>
                    <a:pt x="934" y="3627"/>
                  </a:cubicBezTo>
                  <a:cubicBezTo>
                    <a:pt x="1268" y="3127"/>
                    <a:pt x="1134" y="2560"/>
                    <a:pt x="1067" y="1993"/>
                  </a:cubicBezTo>
                  <a:cubicBezTo>
                    <a:pt x="1034" y="1659"/>
                    <a:pt x="967" y="1292"/>
                    <a:pt x="901" y="959"/>
                  </a:cubicBezTo>
                  <a:cubicBezTo>
                    <a:pt x="969" y="949"/>
                    <a:pt x="1037" y="945"/>
                    <a:pt x="1105" y="945"/>
                  </a:cubicBezTo>
                  <a:cubicBezTo>
                    <a:pt x="1268" y="945"/>
                    <a:pt x="1426" y="969"/>
                    <a:pt x="1568" y="992"/>
                  </a:cubicBezTo>
                  <a:cubicBezTo>
                    <a:pt x="1501" y="1259"/>
                    <a:pt x="1401" y="1526"/>
                    <a:pt x="1268" y="1793"/>
                  </a:cubicBezTo>
                  <a:cubicBezTo>
                    <a:pt x="1134" y="1960"/>
                    <a:pt x="1168" y="2193"/>
                    <a:pt x="1334" y="2326"/>
                  </a:cubicBezTo>
                  <a:cubicBezTo>
                    <a:pt x="1635" y="2593"/>
                    <a:pt x="1935" y="2860"/>
                    <a:pt x="2202" y="3160"/>
                  </a:cubicBezTo>
                  <a:cubicBezTo>
                    <a:pt x="1635" y="3260"/>
                    <a:pt x="1134" y="3494"/>
                    <a:pt x="701" y="3861"/>
                  </a:cubicBezTo>
                  <a:cubicBezTo>
                    <a:pt x="467" y="4094"/>
                    <a:pt x="600" y="4528"/>
                    <a:pt x="901" y="4628"/>
                  </a:cubicBezTo>
                  <a:cubicBezTo>
                    <a:pt x="1039" y="4672"/>
                    <a:pt x="1179" y="4692"/>
                    <a:pt x="1321" y="4692"/>
                  </a:cubicBezTo>
                  <a:cubicBezTo>
                    <a:pt x="2036" y="4692"/>
                    <a:pt x="2779" y="4195"/>
                    <a:pt x="3336" y="3861"/>
                  </a:cubicBezTo>
                  <a:cubicBezTo>
                    <a:pt x="3603" y="3661"/>
                    <a:pt x="3669" y="3294"/>
                    <a:pt x="3436" y="3060"/>
                  </a:cubicBezTo>
                  <a:cubicBezTo>
                    <a:pt x="3036" y="2627"/>
                    <a:pt x="2602" y="2260"/>
                    <a:pt x="2202" y="1893"/>
                  </a:cubicBezTo>
                  <a:cubicBezTo>
                    <a:pt x="2268" y="1559"/>
                    <a:pt x="2368" y="1259"/>
                    <a:pt x="2502" y="959"/>
                  </a:cubicBezTo>
                  <a:cubicBezTo>
                    <a:pt x="2635" y="725"/>
                    <a:pt x="2502" y="425"/>
                    <a:pt x="2268" y="358"/>
                  </a:cubicBezTo>
                  <a:cubicBezTo>
                    <a:pt x="1956" y="254"/>
                    <a:pt x="1643" y="202"/>
                    <a:pt x="1330" y="202"/>
                  </a:cubicBezTo>
                  <a:cubicBezTo>
                    <a:pt x="1143" y="202"/>
                    <a:pt x="955" y="221"/>
                    <a:pt x="767" y="258"/>
                  </a:cubicBezTo>
                  <a:cubicBezTo>
                    <a:pt x="723" y="80"/>
                    <a:pt x="591"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5"/>
            <p:cNvSpPr/>
            <p:nvPr/>
          </p:nvSpPr>
          <p:spPr>
            <a:xfrm>
              <a:off x="3976200" y="2264800"/>
              <a:ext cx="90150" cy="114425"/>
            </a:xfrm>
            <a:custGeom>
              <a:avLst/>
              <a:gdLst/>
              <a:ahLst/>
              <a:cxnLst/>
              <a:rect l="l" t="t" r="r" b="b"/>
              <a:pathLst>
                <a:path w="3606" h="4577" extrusionOk="0">
                  <a:moveTo>
                    <a:pt x="2229" y="0"/>
                  </a:moveTo>
                  <a:cubicBezTo>
                    <a:pt x="1263" y="0"/>
                    <a:pt x="388" y="805"/>
                    <a:pt x="237" y="1839"/>
                  </a:cubicBezTo>
                  <a:cubicBezTo>
                    <a:pt x="1" y="3312"/>
                    <a:pt x="1170" y="4577"/>
                    <a:pt x="2572" y="4577"/>
                  </a:cubicBezTo>
                  <a:cubicBezTo>
                    <a:pt x="2758" y="4577"/>
                    <a:pt x="2947" y="4554"/>
                    <a:pt x="3139" y="4508"/>
                  </a:cubicBezTo>
                  <a:cubicBezTo>
                    <a:pt x="3606" y="4374"/>
                    <a:pt x="3606" y="3707"/>
                    <a:pt x="3139" y="3574"/>
                  </a:cubicBezTo>
                  <a:cubicBezTo>
                    <a:pt x="2305" y="3407"/>
                    <a:pt x="1471" y="3040"/>
                    <a:pt x="1404" y="2072"/>
                  </a:cubicBezTo>
                  <a:cubicBezTo>
                    <a:pt x="1371" y="1739"/>
                    <a:pt x="1471" y="1372"/>
                    <a:pt x="1704" y="1105"/>
                  </a:cubicBezTo>
                  <a:cubicBezTo>
                    <a:pt x="1908" y="920"/>
                    <a:pt x="2143" y="879"/>
                    <a:pt x="2391" y="879"/>
                  </a:cubicBezTo>
                  <a:cubicBezTo>
                    <a:pt x="2590" y="879"/>
                    <a:pt x="2798" y="905"/>
                    <a:pt x="3005" y="905"/>
                  </a:cubicBezTo>
                  <a:cubicBezTo>
                    <a:pt x="3339" y="905"/>
                    <a:pt x="3439" y="438"/>
                    <a:pt x="3172" y="271"/>
                  </a:cubicBezTo>
                  <a:cubicBezTo>
                    <a:pt x="2863" y="84"/>
                    <a:pt x="2541" y="0"/>
                    <a:pt x="22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5"/>
            <p:cNvSpPr/>
            <p:nvPr/>
          </p:nvSpPr>
          <p:spPr>
            <a:xfrm>
              <a:off x="4344025" y="2454050"/>
              <a:ext cx="107600" cy="118600"/>
            </a:xfrm>
            <a:custGeom>
              <a:avLst/>
              <a:gdLst/>
              <a:ahLst/>
              <a:cxnLst/>
              <a:rect l="l" t="t" r="r" b="b"/>
              <a:pathLst>
                <a:path w="4304" h="4744" extrusionOk="0">
                  <a:moveTo>
                    <a:pt x="1865" y="994"/>
                  </a:moveTo>
                  <a:cubicBezTo>
                    <a:pt x="2131" y="994"/>
                    <a:pt x="2396" y="1054"/>
                    <a:pt x="2636" y="1174"/>
                  </a:cubicBezTo>
                  <a:cubicBezTo>
                    <a:pt x="3103" y="1374"/>
                    <a:pt x="3236" y="1974"/>
                    <a:pt x="2903" y="2341"/>
                  </a:cubicBezTo>
                  <a:cubicBezTo>
                    <a:pt x="2502" y="2708"/>
                    <a:pt x="2069" y="3009"/>
                    <a:pt x="1568" y="3175"/>
                  </a:cubicBezTo>
                  <a:cubicBezTo>
                    <a:pt x="1535" y="2742"/>
                    <a:pt x="1502" y="2308"/>
                    <a:pt x="1402" y="1874"/>
                  </a:cubicBezTo>
                  <a:cubicBezTo>
                    <a:pt x="1368" y="1641"/>
                    <a:pt x="1368" y="1374"/>
                    <a:pt x="1335" y="1074"/>
                  </a:cubicBezTo>
                  <a:cubicBezTo>
                    <a:pt x="1508" y="1020"/>
                    <a:pt x="1687" y="994"/>
                    <a:pt x="1865" y="994"/>
                  </a:cubicBezTo>
                  <a:close/>
                  <a:moveTo>
                    <a:pt x="1999" y="1"/>
                  </a:moveTo>
                  <a:cubicBezTo>
                    <a:pt x="1661" y="1"/>
                    <a:pt x="1324" y="68"/>
                    <a:pt x="1001" y="207"/>
                  </a:cubicBezTo>
                  <a:cubicBezTo>
                    <a:pt x="968" y="140"/>
                    <a:pt x="901" y="106"/>
                    <a:pt x="868" y="73"/>
                  </a:cubicBezTo>
                  <a:cubicBezTo>
                    <a:pt x="805" y="36"/>
                    <a:pt x="738" y="17"/>
                    <a:pt x="673" y="17"/>
                  </a:cubicBezTo>
                  <a:cubicBezTo>
                    <a:pt x="565" y="17"/>
                    <a:pt x="463" y="69"/>
                    <a:pt x="401" y="173"/>
                  </a:cubicBezTo>
                  <a:cubicBezTo>
                    <a:pt x="67" y="607"/>
                    <a:pt x="234" y="1374"/>
                    <a:pt x="234" y="1874"/>
                  </a:cubicBezTo>
                  <a:cubicBezTo>
                    <a:pt x="234" y="2475"/>
                    <a:pt x="67" y="3275"/>
                    <a:pt x="301" y="3876"/>
                  </a:cubicBezTo>
                  <a:cubicBezTo>
                    <a:pt x="1" y="4209"/>
                    <a:pt x="234" y="4710"/>
                    <a:pt x="668" y="4743"/>
                  </a:cubicBezTo>
                  <a:cubicBezTo>
                    <a:pt x="1969" y="4643"/>
                    <a:pt x="3903" y="3609"/>
                    <a:pt x="4170" y="2241"/>
                  </a:cubicBezTo>
                  <a:cubicBezTo>
                    <a:pt x="4304" y="1441"/>
                    <a:pt x="3903" y="640"/>
                    <a:pt x="3169" y="273"/>
                  </a:cubicBezTo>
                  <a:cubicBezTo>
                    <a:pt x="2792" y="93"/>
                    <a:pt x="2394" y="1"/>
                    <a:pt x="19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7" name="Google Shape;3827;p75"/>
          <p:cNvGrpSpPr/>
          <p:nvPr/>
        </p:nvGrpSpPr>
        <p:grpSpPr>
          <a:xfrm>
            <a:off x="5079831" y="2834196"/>
            <a:ext cx="1265925" cy="1309300"/>
            <a:chOff x="5098600" y="2083525"/>
            <a:chExt cx="1265925" cy="1309300"/>
          </a:xfrm>
        </p:grpSpPr>
        <p:sp>
          <p:nvSpPr>
            <p:cNvPr id="3828" name="Google Shape;3828;p75"/>
            <p:cNvSpPr/>
            <p:nvPr/>
          </p:nvSpPr>
          <p:spPr>
            <a:xfrm>
              <a:off x="5212850" y="2218625"/>
              <a:ext cx="815600" cy="343600"/>
            </a:xfrm>
            <a:custGeom>
              <a:avLst/>
              <a:gdLst/>
              <a:ahLst/>
              <a:cxnLst/>
              <a:rect l="l" t="t" r="r" b="b"/>
              <a:pathLst>
                <a:path w="32624" h="13744" extrusionOk="0">
                  <a:moveTo>
                    <a:pt x="13243" y="0"/>
                  </a:moveTo>
                  <a:cubicBezTo>
                    <a:pt x="11008" y="0"/>
                    <a:pt x="9007" y="34"/>
                    <a:pt x="7205" y="134"/>
                  </a:cubicBezTo>
                  <a:lnTo>
                    <a:pt x="7072" y="7306"/>
                  </a:lnTo>
                  <a:cubicBezTo>
                    <a:pt x="7072" y="7339"/>
                    <a:pt x="7072" y="7372"/>
                    <a:pt x="7039" y="7406"/>
                  </a:cubicBezTo>
                  <a:lnTo>
                    <a:pt x="7039" y="7439"/>
                  </a:lnTo>
                  <a:cubicBezTo>
                    <a:pt x="7039" y="7439"/>
                    <a:pt x="7005" y="7439"/>
                    <a:pt x="7005" y="7472"/>
                  </a:cubicBezTo>
                  <a:lnTo>
                    <a:pt x="0" y="13343"/>
                  </a:lnTo>
                  <a:cubicBezTo>
                    <a:pt x="2135" y="13243"/>
                    <a:pt x="10007" y="12976"/>
                    <a:pt x="17546" y="12976"/>
                  </a:cubicBezTo>
                  <a:cubicBezTo>
                    <a:pt x="24918" y="12976"/>
                    <a:pt x="29788" y="13243"/>
                    <a:pt x="32090" y="13744"/>
                  </a:cubicBezTo>
                  <a:lnTo>
                    <a:pt x="32623" y="701"/>
                  </a:lnTo>
                  <a:cubicBezTo>
                    <a:pt x="31189" y="601"/>
                    <a:pt x="21983" y="0"/>
                    <a:pt x="13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5"/>
            <p:cNvSpPr/>
            <p:nvPr/>
          </p:nvSpPr>
          <p:spPr>
            <a:xfrm>
              <a:off x="5195325" y="2388750"/>
              <a:ext cx="181000" cy="158475"/>
            </a:xfrm>
            <a:custGeom>
              <a:avLst/>
              <a:gdLst/>
              <a:ahLst/>
              <a:cxnLst/>
              <a:rect l="l" t="t" r="r" b="b"/>
              <a:pathLst>
                <a:path w="7240" h="6339" extrusionOk="0">
                  <a:moveTo>
                    <a:pt x="2536" y="0"/>
                  </a:moveTo>
                  <a:cubicBezTo>
                    <a:pt x="1669" y="0"/>
                    <a:pt x="801" y="0"/>
                    <a:pt x="1" y="67"/>
                  </a:cubicBezTo>
                  <a:lnTo>
                    <a:pt x="334" y="6338"/>
                  </a:lnTo>
                  <a:lnTo>
                    <a:pt x="7239" y="567"/>
                  </a:lnTo>
                  <a:cubicBezTo>
                    <a:pt x="6439" y="167"/>
                    <a:pt x="4804"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5"/>
            <p:cNvSpPr/>
            <p:nvPr/>
          </p:nvSpPr>
          <p:spPr>
            <a:xfrm>
              <a:off x="5108600" y="2095200"/>
              <a:ext cx="276050" cy="298575"/>
            </a:xfrm>
            <a:custGeom>
              <a:avLst/>
              <a:gdLst/>
              <a:ahLst/>
              <a:cxnLst/>
              <a:rect l="l" t="t" r="r" b="b"/>
              <a:pathLst>
                <a:path w="11042" h="11943" extrusionOk="0">
                  <a:moveTo>
                    <a:pt x="4537" y="1"/>
                  </a:moveTo>
                  <a:cubicBezTo>
                    <a:pt x="2436" y="1"/>
                    <a:pt x="935" y="234"/>
                    <a:pt x="1" y="734"/>
                  </a:cubicBezTo>
                  <a:lnTo>
                    <a:pt x="1" y="11642"/>
                  </a:lnTo>
                  <a:cubicBezTo>
                    <a:pt x="768" y="11576"/>
                    <a:pt x="3436" y="11342"/>
                    <a:pt x="6005" y="11342"/>
                  </a:cubicBezTo>
                  <a:cubicBezTo>
                    <a:pt x="8373" y="11342"/>
                    <a:pt x="10008" y="11542"/>
                    <a:pt x="10875" y="11942"/>
                  </a:cubicBezTo>
                  <a:lnTo>
                    <a:pt x="11042" y="568"/>
                  </a:lnTo>
                  <a:cubicBezTo>
                    <a:pt x="8907" y="201"/>
                    <a:pt x="6705" y="34"/>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5"/>
            <p:cNvSpPr/>
            <p:nvPr/>
          </p:nvSpPr>
          <p:spPr>
            <a:xfrm>
              <a:off x="5098600" y="2083525"/>
              <a:ext cx="939850" cy="487875"/>
            </a:xfrm>
            <a:custGeom>
              <a:avLst/>
              <a:gdLst/>
              <a:ahLst/>
              <a:cxnLst/>
              <a:rect l="l" t="t" r="r" b="b"/>
              <a:pathLst>
                <a:path w="37594" h="19515" extrusionOk="0">
                  <a:moveTo>
                    <a:pt x="4937" y="468"/>
                  </a:moveTo>
                  <a:cubicBezTo>
                    <a:pt x="7105" y="501"/>
                    <a:pt x="9307" y="668"/>
                    <a:pt x="11442" y="1035"/>
                  </a:cubicBezTo>
                  <a:lnTo>
                    <a:pt x="11275" y="12409"/>
                  </a:lnTo>
                  <a:cubicBezTo>
                    <a:pt x="10374" y="12009"/>
                    <a:pt x="8773" y="11809"/>
                    <a:pt x="6405" y="11809"/>
                  </a:cubicBezTo>
                  <a:cubicBezTo>
                    <a:pt x="3836" y="11809"/>
                    <a:pt x="1168" y="12043"/>
                    <a:pt x="401" y="12109"/>
                  </a:cubicBezTo>
                  <a:lnTo>
                    <a:pt x="401" y="1201"/>
                  </a:lnTo>
                  <a:cubicBezTo>
                    <a:pt x="1335" y="701"/>
                    <a:pt x="2869" y="468"/>
                    <a:pt x="4937" y="468"/>
                  </a:cubicBezTo>
                  <a:close/>
                  <a:moveTo>
                    <a:pt x="6405" y="12209"/>
                  </a:moveTo>
                  <a:cubicBezTo>
                    <a:pt x="8673" y="12209"/>
                    <a:pt x="10308" y="12376"/>
                    <a:pt x="11108" y="12743"/>
                  </a:cubicBezTo>
                  <a:lnTo>
                    <a:pt x="4203" y="18547"/>
                  </a:lnTo>
                  <a:lnTo>
                    <a:pt x="3870" y="12276"/>
                  </a:lnTo>
                  <a:cubicBezTo>
                    <a:pt x="4670" y="12209"/>
                    <a:pt x="5538" y="12209"/>
                    <a:pt x="6405" y="12209"/>
                  </a:cubicBezTo>
                  <a:close/>
                  <a:moveTo>
                    <a:pt x="17813" y="5404"/>
                  </a:moveTo>
                  <a:cubicBezTo>
                    <a:pt x="26553" y="5404"/>
                    <a:pt x="35759" y="6005"/>
                    <a:pt x="37193" y="6105"/>
                  </a:cubicBezTo>
                  <a:lnTo>
                    <a:pt x="36660" y="19148"/>
                  </a:lnTo>
                  <a:cubicBezTo>
                    <a:pt x="34358" y="18647"/>
                    <a:pt x="29488" y="18380"/>
                    <a:pt x="22116" y="18380"/>
                  </a:cubicBezTo>
                  <a:cubicBezTo>
                    <a:pt x="14611" y="18380"/>
                    <a:pt x="6705" y="18647"/>
                    <a:pt x="4570" y="18747"/>
                  </a:cubicBezTo>
                  <a:lnTo>
                    <a:pt x="11575" y="12876"/>
                  </a:lnTo>
                  <a:cubicBezTo>
                    <a:pt x="11575" y="12843"/>
                    <a:pt x="11609" y="12843"/>
                    <a:pt x="11609" y="12843"/>
                  </a:cubicBezTo>
                  <a:lnTo>
                    <a:pt x="11609" y="12810"/>
                  </a:lnTo>
                  <a:cubicBezTo>
                    <a:pt x="11642" y="12776"/>
                    <a:pt x="11642" y="12743"/>
                    <a:pt x="11642" y="12710"/>
                  </a:cubicBezTo>
                  <a:lnTo>
                    <a:pt x="11775" y="5538"/>
                  </a:lnTo>
                  <a:cubicBezTo>
                    <a:pt x="13577" y="5438"/>
                    <a:pt x="15578" y="5404"/>
                    <a:pt x="17813" y="5404"/>
                  </a:cubicBezTo>
                  <a:close/>
                  <a:moveTo>
                    <a:pt x="4937" y="1"/>
                  </a:moveTo>
                  <a:cubicBezTo>
                    <a:pt x="2702" y="1"/>
                    <a:pt x="1101" y="267"/>
                    <a:pt x="100" y="835"/>
                  </a:cubicBezTo>
                  <a:cubicBezTo>
                    <a:pt x="34" y="868"/>
                    <a:pt x="0" y="935"/>
                    <a:pt x="0" y="1001"/>
                  </a:cubicBezTo>
                  <a:lnTo>
                    <a:pt x="0" y="12243"/>
                  </a:lnTo>
                  <a:cubicBezTo>
                    <a:pt x="0" y="12309"/>
                    <a:pt x="34" y="12343"/>
                    <a:pt x="67" y="12376"/>
                  </a:cubicBezTo>
                  <a:cubicBezTo>
                    <a:pt x="100" y="12443"/>
                    <a:pt x="134" y="12510"/>
                    <a:pt x="234" y="12510"/>
                  </a:cubicBezTo>
                  <a:cubicBezTo>
                    <a:pt x="234" y="12510"/>
                    <a:pt x="1635" y="12376"/>
                    <a:pt x="3469" y="12276"/>
                  </a:cubicBezTo>
                  <a:lnTo>
                    <a:pt x="3836" y="18947"/>
                  </a:lnTo>
                  <a:cubicBezTo>
                    <a:pt x="3836" y="18981"/>
                    <a:pt x="3836" y="19014"/>
                    <a:pt x="3836" y="19014"/>
                  </a:cubicBezTo>
                  <a:lnTo>
                    <a:pt x="3836" y="19048"/>
                  </a:lnTo>
                  <a:cubicBezTo>
                    <a:pt x="3870" y="19048"/>
                    <a:pt x="3870" y="19081"/>
                    <a:pt x="3903" y="19081"/>
                  </a:cubicBezTo>
                  <a:lnTo>
                    <a:pt x="3970" y="19081"/>
                  </a:lnTo>
                  <a:cubicBezTo>
                    <a:pt x="4036" y="19081"/>
                    <a:pt x="13310" y="18714"/>
                    <a:pt x="22049" y="18714"/>
                  </a:cubicBezTo>
                  <a:cubicBezTo>
                    <a:pt x="29655" y="18714"/>
                    <a:pt x="34592" y="18981"/>
                    <a:pt x="36726" y="19515"/>
                  </a:cubicBezTo>
                  <a:lnTo>
                    <a:pt x="36860" y="19515"/>
                  </a:lnTo>
                  <a:cubicBezTo>
                    <a:pt x="36960" y="19515"/>
                    <a:pt x="37027" y="19414"/>
                    <a:pt x="37027" y="19314"/>
                  </a:cubicBezTo>
                  <a:lnTo>
                    <a:pt x="37594" y="5871"/>
                  </a:lnTo>
                  <a:cubicBezTo>
                    <a:pt x="37594" y="5738"/>
                    <a:pt x="37527" y="5671"/>
                    <a:pt x="37394" y="5671"/>
                  </a:cubicBezTo>
                  <a:cubicBezTo>
                    <a:pt x="37294" y="5671"/>
                    <a:pt x="27286" y="4937"/>
                    <a:pt x="17813" y="4937"/>
                  </a:cubicBezTo>
                  <a:cubicBezTo>
                    <a:pt x="15578" y="4937"/>
                    <a:pt x="13577" y="4971"/>
                    <a:pt x="11775" y="5071"/>
                  </a:cubicBezTo>
                  <a:lnTo>
                    <a:pt x="11842" y="801"/>
                  </a:lnTo>
                  <a:cubicBezTo>
                    <a:pt x="11842" y="701"/>
                    <a:pt x="11775" y="634"/>
                    <a:pt x="11675" y="601"/>
                  </a:cubicBezTo>
                  <a:cubicBezTo>
                    <a:pt x="9440" y="234"/>
                    <a:pt x="7172" y="34"/>
                    <a:pt x="4937"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5"/>
            <p:cNvSpPr/>
            <p:nvPr/>
          </p:nvSpPr>
          <p:spPr>
            <a:xfrm>
              <a:off x="5212850" y="3040875"/>
              <a:ext cx="815600" cy="342775"/>
            </a:xfrm>
            <a:custGeom>
              <a:avLst/>
              <a:gdLst/>
              <a:ahLst/>
              <a:cxnLst/>
              <a:rect l="l" t="t" r="r" b="b"/>
              <a:pathLst>
                <a:path w="32624" h="13711" extrusionOk="0">
                  <a:moveTo>
                    <a:pt x="13243" y="1"/>
                  </a:moveTo>
                  <a:cubicBezTo>
                    <a:pt x="11008" y="1"/>
                    <a:pt x="9007" y="34"/>
                    <a:pt x="7205" y="101"/>
                  </a:cubicBezTo>
                  <a:lnTo>
                    <a:pt x="7072" y="7306"/>
                  </a:lnTo>
                  <a:cubicBezTo>
                    <a:pt x="7072" y="7339"/>
                    <a:pt x="7072" y="7339"/>
                    <a:pt x="7039" y="7373"/>
                  </a:cubicBezTo>
                  <a:lnTo>
                    <a:pt x="7039" y="7406"/>
                  </a:lnTo>
                  <a:cubicBezTo>
                    <a:pt x="7039" y="7406"/>
                    <a:pt x="7039" y="7439"/>
                    <a:pt x="7005" y="7439"/>
                  </a:cubicBezTo>
                  <a:lnTo>
                    <a:pt x="0" y="13310"/>
                  </a:lnTo>
                  <a:cubicBezTo>
                    <a:pt x="2135" y="13243"/>
                    <a:pt x="10007" y="12977"/>
                    <a:pt x="17546" y="12977"/>
                  </a:cubicBezTo>
                  <a:cubicBezTo>
                    <a:pt x="24918" y="12977"/>
                    <a:pt x="29788" y="13210"/>
                    <a:pt x="32090" y="13710"/>
                  </a:cubicBezTo>
                  <a:lnTo>
                    <a:pt x="32623" y="701"/>
                  </a:lnTo>
                  <a:cubicBezTo>
                    <a:pt x="31189" y="601"/>
                    <a:pt x="21983" y="1"/>
                    <a:pt x="13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5"/>
            <p:cNvSpPr/>
            <p:nvPr/>
          </p:nvSpPr>
          <p:spPr>
            <a:xfrm>
              <a:off x="5195325" y="3210175"/>
              <a:ext cx="181000" cy="159300"/>
            </a:xfrm>
            <a:custGeom>
              <a:avLst/>
              <a:gdLst/>
              <a:ahLst/>
              <a:cxnLst/>
              <a:rect l="l" t="t" r="r" b="b"/>
              <a:pathLst>
                <a:path w="7240" h="6372" extrusionOk="0">
                  <a:moveTo>
                    <a:pt x="2536" y="0"/>
                  </a:moveTo>
                  <a:cubicBezTo>
                    <a:pt x="1669" y="0"/>
                    <a:pt x="801" y="34"/>
                    <a:pt x="1" y="67"/>
                  </a:cubicBezTo>
                  <a:lnTo>
                    <a:pt x="334" y="6371"/>
                  </a:lnTo>
                  <a:lnTo>
                    <a:pt x="7239" y="567"/>
                  </a:lnTo>
                  <a:cubicBezTo>
                    <a:pt x="6439" y="234"/>
                    <a:pt x="4804"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5"/>
            <p:cNvSpPr/>
            <p:nvPr/>
          </p:nvSpPr>
          <p:spPr>
            <a:xfrm>
              <a:off x="5108600" y="2916625"/>
              <a:ext cx="276050" cy="298575"/>
            </a:xfrm>
            <a:custGeom>
              <a:avLst/>
              <a:gdLst/>
              <a:ahLst/>
              <a:cxnLst/>
              <a:rect l="l" t="t" r="r" b="b"/>
              <a:pathLst>
                <a:path w="11042" h="11943" extrusionOk="0">
                  <a:moveTo>
                    <a:pt x="4537" y="0"/>
                  </a:moveTo>
                  <a:cubicBezTo>
                    <a:pt x="2436" y="0"/>
                    <a:pt x="935" y="234"/>
                    <a:pt x="1" y="734"/>
                  </a:cubicBezTo>
                  <a:lnTo>
                    <a:pt x="1" y="11675"/>
                  </a:lnTo>
                  <a:cubicBezTo>
                    <a:pt x="768" y="11609"/>
                    <a:pt x="3436" y="11375"/>
                    <a:pt x="6005" y="11375"/>
                  </a:cubicBezTo>
                  <a:cubicBezTo>
                    <a:pt x="8373" y="11375"/>
                    <a:pt x="10008" y="11542"/>
                    <a:pt x="10875" y="11942"/>
                  </a:cubicBezTo>
                  <a:lnTo>
                    <a:pt x="11042" y="601"/>
                  </a:lnTo>
                  <a:cubicBezTo>
                    <a:pt x="8907" y="234"/>
                    <a:pt x="6705" y="34"/>
                    <a:pt x="4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5"/>
            <p:cNvSpPr/>
            <p:nvPr/>
          </p:nvSpPr>
          <p:spPr>
            <a:xfrm>
              <a:off x="5098600" y="2904950"/>
              <a:ext cx="939850" cy="487875"/>
            </a:xfrm>
            <a:custGeom>
              <a:avLst/>
              <a:gdLst/>
              <a:ahLst/>
              <a:cxnLst/>
              <a:rect l="l" t="t" r="r" b="b"/>
              <a:pathLst>
                <a:path w="37594" h="19515" extrusionOk="0">
                  <a:moveTo>
                    <a:pt x="4937" y="467"/>
                  </a:moveTo>
                  <a:cubicBezTo>
                    <a:pt x="7105" y="501"/>
                    <a:pt x="9307" y="701"/>
                    <a:pt x="11442" y="1068"/>
                  </a:cubicBezTo>
                  <a:lnTo>
                    <a:pt x="11275" y="12443"/>
                  </a:lnTo>
                  <a:cubicBezTo>
                    <a:pt x="10374" y="12042"/>
                    <a:pt x="8773" y="11842"/>
                    <a:pt x="6405" y="11842"/>
                  </a:cubicBezTo>
                  <a:cubicBezTo>
                    <a:pt x="3836" y="11842"/>
                    <a:pt x="1168" y="12076"/>
                    <a:pt x="401" y="12142"/>
                  </a:cubicBezTo>
                  <a:lnTo>
                    <a:pt x="401" y="1201"/>
                  </a:lnTo>
                  <a:cubicBezTo>
                    <a:pt x="1335" y="701"/>
                    <a:pt x="2869" y="467"/>
                    <a:pt x="4937" y="467"/>
                  </a:cubicBezTo>
                  <a:close/>
                  <a:moveTo>
                    <a:pt x="6405" y="12209"/>
                  </a:moveTo>
                  <a:cubicBezTo>
                    <a:pt x="8673" y="12209"/>
                    <a:pt x="10308" y="12409"/>
                    <a:pt x="11108" y="12776"/>
                  </a:cubicBezTo>
                  <a:lnTo>
                    <a:pt x="4203" y="18580"/>
                  </a:lnTo>
                  <a:lnTo>
                    <a:pt x="3870" y="12276"/>
                  </a:lnTo>
                  <a:cubicBezTo>
                    <a:pt x="4670" y="12243"/>
                    <a:pt x="5538" y="12209"/>
                    <a:pt x="6405" y="12209"/>
                  </a:cubicBezTo>
                  <a:close/>
                  <a:moveTo>
                    <a:pt x="17813" y="5438"/>
                  </a:moveTo>
                  <a:cubicBezTo>
                    <a:pt x="26553" y="5438"/>
                    <a:pt x="35759" y="6038"/>
                    <a:pt x="37193" y="6138"/>
                  </a:cubicBezTo>
                  <a:lnTo>
                    <a:pt x="36660" y="19147"/>
                  </a:lnTo>
                  <a:cubicBezTo>
                    <a:pt x="34358" y="18647"/>
                    <a:pt x="29488" y="18414"/>
                    <a:pt x="22116" y="18414"/>
                  </a:cubicBezTo>
                  <a:cubicBezTo>
                    <a:pt x="14611" y="18414"/>
                    <a:pt x="6705" y="18680"/>
                    <a:pt x="4570" y="18747"/>
                  </a:cubicBezTo>
                  <a:lnTo>
                    <a:pt x="11575" y="12876"/>
                  </a:lnTo>
                  <a:cubicBezTo>
                    <a:pt x="11575" y="12876"/>
                    <a:pt x="11575" y="12843"/>
                    <a:pt x="11609" y="12843"/>
                  </a:cubicBezTo>
                  <a:lnTo>
                    <a:pt x="11609" y="12810"/>
                  </a:lnTo>
                  <a:cubicBezTo>
                    <a:pt x="11642" y="12810"/>
                    <a:pt x="11642" y="12776"/>
                    <a:pt x="11642" y="12743"/>
                  </a:cubicBezTo>
                  <a:lnTo>
                    <a:pt x="11775" y="5538"/>
                  </a:lnTo>
                  <a:cubicBezTo>
                    <a:pt x="13577" y="5471"/>
                    <a:pt x="15578" y="5438"/>
                    <a:pt x="17813" y="5438"/>
                  </a:cubicBezTo>
                  <a:close/>
                  <a:moveTo>
                    <a:pt x="4937" y="0"/>
                  </a:moveTo>
                  <a:cubicBezTo>
                    <a:pt x="2736" y="0"/>
                    <a:pt x="1101" y="301"/>
                    <a:pt x="100" y="834"/>
                  </a:cubicBezTo>
                  <a:cubicBezTo>
                    <a:pt x="34" y="868"/>
                    <a:pt x="0" y="934"/>
                    <a:pt x="0" y="1001"/>
                  </a:cubicBezTo>
                  <a:lnTo>
                    <a:pt x="0" y="12276"/>
                  </a:lnTo>
                  <a:cubicBezTo>
                    <a:pt x="0" y="12343"/>
                    <a:pt x="34" y="12376"/>
                    <a:pt x="67" y="12409"/>
                  </a:cubicBezTo>
                  <a:cubicBezTo>
                    <a:pt x="100" y="12476"/>
                    <a:pt x="134" y="12543"/>
                    <a:pt x="234" y="12543"/>
                  </a:cubicBezTo>
                  <a:cubicBezTo>
                    <a:pt x="234" y="12543"/>
                    <a:pt x="1635" y="12376"/>
                    <a:pt x="3469" y="12309"/>
                  </a:cubicBezTo>
                  <a:lnTo>
                    <a:pt x="3836" y="18981"/>
                  </a:lnTo>
                  <a:cubicBezTo>
                    <a:pt x="3803" y="18981"/>
                    <a:pt x="3836" y="19014"/>
                    <a:pt x="3836" y="19047"/>
                  </a:cubicBezTo>
                  <a:lnTo>
                    <a:pt x="3836" y="19081"/>
                  </a:lnTo>
                  <a:lnTo>
                    <a:pt x="3970" y="19081"/>
                  </a:lnTo>
                  <a:cubicBezTo>
                    <a:pt x="4070" y="19081"/>
                    <a:pt x="13310" y="18714"/>
                    <a:pt x="22049" y="18714"/>
                  </a:cubicBezTo>
                  <a:cubicBezTo>
                    <a:pt x="29655" y="18714"/>
                    <a:pt x="34592" y="18981"/>
                    <a:pt x="36726" y="19514"/>
                  </a:cubicBezTo>
                  <a:lnTo>
                    <a:pt x="36860" y="19514"/>
                  </a:lnTo>
                  <a:cubicBezTo>
                    <a:pt x="36893" y="19514"/>
                    <a:pt x="36927" y="19514"/>
                    <a:pt x="36960" y="19481"/>
                  </a:cubicBezTo>
                  <a:cubicBezTo>
                    <a:pt x="36993" y="19448"/>
                    <a:pt x="37027" y="19381"/>
                    <a:pt x="37027" y="19348"/>
                  </a:cubicBezTo>
                  <a:lnTo>
                    <a:pt x="37594" y="5871"/>
                  </a:lnTo>
                  <a:cubicBezTo>
                    <a:pt x="37594" y="5771"/>
                    <a:pt x="37527" y="5671"/>
                    <a:pt x="37394" y="5671"/>
                  </a:cubicBezTo>
                  <a:cubicBezTo>
                    <a:pt x="37294" y="5671"/>
                    <a:pt x="27286" y="4971"/>
                    <a:pt x="17813" y="4971"/>
                  </a:cubicBezTo>
                  <a:cubicBezTo>
                    <a:pt x="15578" y="4971"/>
                    <a:pt x="13577" y="5004"/>
                    <a:pt x="11775" y="5071"/>
                  </a:cubicBezTo>
                  <a:lnTo>
                    <a:pt x="11842" y="834"/>
                  </a:lnTo>
                  <a:cubicBezTo>
                    <a:pt x="11842" y="734"/>
                    <a:pt x="11775" y="634"/>
                    <a:pt x="11675" y="634"/>
                  </a:cubicBezTo>
                  <a:cubicBezTo>
                    <a:pt x="9440" y="267"/>
                    <a:pt x="7205" y="34"/>
                    <a:pt x="4937" y="0"/>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5"/>
            <p:cNvSpPr/>
            <p:nvPr/>
          </p:nvSpPr>
          <p:spPr>
            <a:xfrm>
              <a:off x="5435500" y="2633075"/>
              <a:ext cx="815600" cy="343625"/>
            </a:xfrm>
            <a:custGeom>
              <a:avLst/>
              <a:gdLst/>
              <a:ahLst/>
              <a:cxnLst/>
              <a:rect l="l" t="t" r="r" b="b"/>
              <a:pathLst>
                <a:path w="32624" h="13745" extrusionOk="0">
                  <a:moveTo>
                    <a:pt x="19381" y="1"/>
                  </a:moveTo>
                  <a:cubicBezTo>
                    <a:pt x="10641" y="1"/>
                    <a:pt x="1402" y="601"/>
                    <a:pt x="1" y="701"/>
                  </a:cubicBezTo>
                  <a:lnTo>
                    <a:pt x="534" y="13744"/>
                  </a:lnTo>
                  <a:cubicBezTo>
                    <a:pt x="2836" y="13244"/>
                    <a:pt x="7706" y="12977"/>
                    <a:pt x="15078" y="12977"/>
                  </a:cubicBezTo>
                  <a:cubicBezTo>
                    <a:pt x="22583" y="12977"/>
                    <a:pt x="30489" y="13277"/>
                    <a:pt x="32624" y="13344"/>
                  </a:cubicBezTo>
                  <a:lnTo>
                    <a:pt x="25619" y="7473"/>
                  </a:lnTo>
                  <a:cubicBezTo>
                    <a:pt x="25586" y="7440"/>
                    <a:pt x="25586" y="7440"/>
                    <a:pt x="25586" y="7440"/>
                  </a:cubicBezTo>
                  <a:lnTo>
                    <a:pt x="25552" y="7406"/>
                  </a:lnTo>
                  <a:cubicBezTo>
                    <a:pt x="25552" y="7373"/>
                    <a:pt x="25552" y="7340"/>
                    <a:pt x="25552" y="7306"/>
                  </a:cubicBezTo>
                  <a:lnTo>
                    <a:pt x="25419" y="134"/>
                  </a:lnTo>
                  <a:cubicBezTo>
                    <a:pt x="23617" y="68"/>
                    <a:pt x="21616" y="1"/>
                    <a:pt x="193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5"/>
            <p:cNvSpPr/>
            <p:nvPr/>
          </p:nvSpPr>
          <p:spPr>
            <a:xfrm>
              <a:off x="6087625" y="2803200"/>
              <a:ext cx="181000" cy="159325"/>
            </a:xfrm>
            <a:custGeom>
              <a:avLst/>
              <a:gdLst/>
              <a:ahLst/>
              <a:cxnLst/>
              <a:rect l="l" t="t" r="r" b="b"/>
              <a:pathLst>
                <a:path w="7240" h="6373" extrusionOk="0">
                  <a:moveTo>
                    <a:pt x="4704" y="1"/>
                  </a:moveTo>
                  <a:cubicBezTo>
                    <a:pt x="2403" y="1"/>
                    <a:pt x="801" y="201"/>
                    <a:pt x="1" y="568"/>
                  </a:cubicBezTo>
                  <a:lnTo>
                    <a:pt x="6906" y="6372"/>
                  </a:lnTo>
                  <a:lnTo>
                    <a:pt x="7239" y="68"/>
                  </a:lnTo>
                  <a:cubicBezTo>
                    <a:pt x="6439" y="34"/>
                    <a:pt x="5572" y="1"/>
                    <a:pt x="47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5"/>
            <p:cNvSpPr/>
            <p:nvPr/>
          </p:nvSpPr>
          <p:spPr>
            <a:xfrm>
              <a:off x="6079300" y="2508825"/>
              <a:ext cx="276050" cy="299400"/>
            </a:xfrm>
            <a:custGeom>
              <a:avLst/>
              <a:gdLst/>
              <a:ahLst/>
              <a:cxnLst/>
              <a:rect l="l" t="t" r="r" b="b"/>
              <a:pathLst>
                <a:path w="11042" h="11976" extrusionOk="0">
                  <a:moveTo>
                    <a:pt x="6505" y="1"/>
                  </a:moveTo>
                  <a:cubicBezTo>
                    <a:pt x="4337" y="67"/>
                    <a:pt x="2135" y="268"/>
                    <a:pt x="0" y="635"/>
                  </a:cubicBezTo>
                  <a:lnTo>
                    <a:pt x="167" y="11976"/>
                  </a:lnTo>
                  <a:cubicBezTo>
                    <a:pt x="1034" y="11576"/>
                    <a:pt x="2669" y="11376"/>
                    <a:pt x="5037" y="11376"/>
                  </a:cubicBezTo>
                  <a:cubicBezTo>
                    <a:pt x="7606" y="11376"/>
                    <a:pt x="10274" y="11609"/>
                    <a:pt x="11042" y="11709"/>
                  </a:cubicBezTo>
                  <a:lnTo>
                    <a:pt x="11042" y="768"/>
                  </a:lnTo>
                  <a:cubicBezTo>
                    <a:pt x="10108" y="268"/>
                    <a:pt x="8573" y="1"/>
                    <a:pt x="65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5"/>
            <p:cNvSpPr/>
            <p:nvPr/>
          </p:nvSpPr>
          <p:spPr>
            <a:xfrm>
              <a:off x="5425500" y="2499650"/>
              <a:ext cx="939025" cy="487875"/>
            </a:xfrm>
            <a:custGeom>
              <a:avLst/>
              <a:gdLst/>
              <a:ahLst/>
              <a:cxnLst/>
              <a:rect l="l" t="t" r="r" b="b"/>
              <a:pathLst>
                <a:path w="37561" h="19515" extrusionOk="0">
                  <a:moveTo>
                    <a:pt x="32657" y="401"/>
                  </a:moveTo>
                  <a:cubicBezTo>
                    <a:pt x="34758" y="401"/>
                    <a:pt x="36260" y="635"/>
                    <a:pt x="37194" y="1135"/>
                  </a:cubicBezTo>
                  <a:lnTo>
                    <a:pt x="37194" y="12076"/>
                  </a:lnTo>
                  <a:cubicBezTo>
                    <a:pt x="36426" y="11976"/>
                    <a:pt x="33758" y="11743"/>
                    <a:pt x="31189" y="11743"/>
                  </a:cubicBezTo>
                  <a:cubicBezTo>
                    <a:pt x="28821" y="11743"/>
                    <a:pt x="27186" y="11943"/>
                    <a:pt x="26319" y="12343"/>
                  </a:cubicBezTo>
                  <a:lnTo>
                    <a:pt x="26152" y="1002"/>
                  </a:lnTo>
                  <a:cubicBezTo>
                    <a:pt x="28287" y="635"/>
                    <a:pt x="30489" y="434"/>
                    <a:pt x="32657" y="401"/>
                  </a:cubicBezTo>
                  <a:close/>
                  <a:moveTo>
                    <a:pt x="31189" y="12143"/>
                  </a:moveTo>
                  <a:cubicBezTo>
                    <a:pt x="32057" y="12143"/>
                    <a:pt x="32924" y="12176"/>
                    <a:pt x="33724" y="12210"/>
                  </a:cubicBezTo>
                  <a:lnTo>
                    <a:pt x="33391" y="18514"/>
                  </a:lnTo>
                  <a:lnTo>
                    <a:pt x="26486" y="12710"/>
                  </a:lnTo>
                  <a:cubicBezTo>
                    <a:pt x="27286" y="12343"/>
                    <a:pt x="28888" y="12143"/>
                    <a:pt x="31189" y="12143"/>
                  </a:cubicBezTo>
                  <a:close/>
                  <a:moveTo>
                    <a:pt x="19781" y="5371"/>
                  </a:moveTo>
                  <a:cubicBezTo>
                    <a:pt x="21983" y="5371"/>
                    <a:pt x="24017" y="5405"/>
                    <a:pt x="25819" y="5471"/>
                  </a:cubicBezTo>
                  <a:lnTo>
                    <a:pt x="25952" y="12643"/>
                  </a:lnTo>
                  <a:cubicBezTo>
                    <a:pt x="25952" y="12677"/>
                    <a:pt x="25952" y="12710"/>
                    <a:pt x="25952" y="12743"/>
                  </a:cubicBezTo>
                  <a:lnTo>
                    <a:pt x="25986" y="12777"/>
                  </a:lnTo>
                  <a:cubicBezTo>
                    <a:pt x="25986" y="12777"/>
                    <a:pt x="25986" y="12777"/>
                    <a:pt x="26019" y="12810"/>
                  </a:cubicBezTo>
                  <a:lnTo>
                    <a:pt x="33024" y="18681"/>
                  </a:lnTo>
                  <a:cubicBezTo>
                    <a:pt x="30889" y="18614"/>
                    <a:pt x="23017" y="18314"/>
                    <a:pt x="15478" y="18314"/>
                  </a:cubicBezTo>
                  <a:cubicBezTo>
                    <a:pt x="8106" y="18314"/>
                    <a:pt x="3236" y="18581"/>
                    <a:pt x="934" y="19081"/>
                  </a:cubicBezTo>
                  <a:lnTo>
                    <a:pt x="401" y="6038"/>
                  </a:lnTo>
                  <a:cubicBezTo>
                    <a:pt x="1802" y="5972"/>
                    <a:pt x="11041" y="5371"/>
                    <a:pt x="19781" y="5371"/>
                  </a:cubicBezTo>
                  <a:close/>
                  <a:moveTo>
                    <a:pt x="32657" y="1"/>
                  </a:moveTo>
                  <a:cubicBezTo>
                    <a:pt x="30389" y="34"/>
                    <a:pt x="28154" y="268"/>
                    <a:pt x="25919" y="635"/>
                  </a:cubicBezTo>
                  <a:cubicBezTo>
                    <a:pt x="25819" y="668"/>
                    <a:pt x="25752" y="735"/>
                    <a:pt x="25752" y="835"/>
                  </a:cubicBezTo>
                  <a:lnTo>
                    <a:pt x="25819" y="5104"/>
                  </a:lnTo>
                  <a:cubicBezTo>
                    <a:pt x="24017" y="5004"/>
                    <a:pt x="21983" y="4971"/>
                    <a:pt x="19781" y="4971"/>
                  </a:cubicBezTo>
                  <a:cubicBezTo>
                    <a:pt x="10308" y="4971"/>
                    <a:pt x="267" y="5672"/>
                    <a:pt x="167" y="5672"/>
                  </a:cubicBezTo>
                  <a:cubicBezTo>
                    <a:pt x="67" y="5705"/>
                    <a:pt x="0" y="5772"/>
                    <a:pt x="0" y="5872"/>
                  </a:cubicBezTo>
                  <a:lnTo>
                    <a:pt x="534" y="19348"/>
                  </a:lnTo>
                  <a:cubicBezTo>
                    <a:pt x="534" y="19415"/>
                    <a:pt x="567" y="19448"/>
                    <a:pt x="634" y="19481"/>
                  </a:cubicBezTo>
                  <a:cubicBezTo>
                    <a:pt x="667" y="19515"/>
                    <a:pt x="701" y="19515"/>
                    <a:pt x="734" y="19515"/>
                  </a:cubicBezTo>
                  <a:lnTo>
                    <a:pt x="801" y="19515"/>
                  </a:lnTo>
                  <a:cubicBezTo>
                    <a:pt x="2936" y="18981"/>
                    <a:pt x="7873" y="18714"/>
                    <a:pt x="15478" y="18714"/>
                  </a:cubicBezTo>
                  <a:cubicBezTo>
                    <a:pt x="24218" y="18714"/>
                    <a:pt x="33458" y="19081"/>
                    <a:pt x="33558" y="19081"/>
                  </a:cubicBezTo>
                  <a:lnTo>
                    <a:pt x="33691" y="19081"/>
                  </a:lnTo>
                  <a:lnTo>
                    <a:pt x="33691" y="19048"/>
                  </a:lnTo>
                  <a:cubicBezTo>
                    <a:pt x="33691" y="19048"/>
                    <a:pt x="33691" y="19048"/>
                    <a:pt x="33691" y="19014"/>
                  </a:cubicBezTo>
                  <a:cubicBezTo>
                    <a:pt x="33691" y="19014"/>
                    <a:pt x="33724" y="18981"/>
                    <a:pt x="33724" y="18948"/>
                  </a:cubicBezTo>
                  <a:lnTo>
                    <a:pt x="34058" y="12276"/>
                  </a:lnTo>
                  <a:cubicBezTo>
                    <a:pt x="35893" y="12376"/>
                    <a:pt x="37294" y="12510"/>
                    <a:pt x="37327" y="12510"/>
                  </a:cubicBezTo>
                  <a:cubicBezTo>
                    <a:pt x="37337" y="12520"/>
                    <a:pt x="37349" y="12524"/>
                    <a:pt x="37363" y="12524"/>
                  </a:cubicBezTo>
                  <a:cubicBezTo>
                    <a:pt x="37397" y="12524"/>
                    <a:pt x="37437" y="12500"/>
                    <a:pt x="37460" y="12476"/>
                  </a:cubicBezTo>
                  <a:cubicBezTo>
                    <a:pt x="37494" y="12443"/>
                    <a:pt x="37527" y="12376"/>
                    <a:pt x="37527" y="12343"/>
                  </a:cubicBezTo>
                  <a:lnTo>
                    <a:pt x="37527" y="1068"/>
                  </a:lnTo>
                  <a:cubicBezTo>
                    <a:pt x="37560" y="1002"/>
                    <a:pt x="37560" y="901"/>
                    <a:pt x="37494" y="835"/>
                  </a:cubicBezTo>
                  <a:cubicBezTo>
                    <a:pt x="36493" y="301"/>
                    <a:pt x="34859" y="1"/>
                    <a:pt x="32657"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5"/>
            <p:cNvSpPr/>
            <p:nvPr/>
          </p:nvSpPr>
          <p:spPr>
            <a:xfrm>
              <a:off x="5107775" y="2095200"/>
              <a:ext cx="276875" cy="219350"/>
            </a:xfrm>
            <a:custGeom>
              <a:avLst/>
              <a:gdLst/>
              <a:ahLst/>
              <a:cxnLst/>
              <a:rect l="l" t="t" r="r" b="b"/>
              <a:pathLst>
                <a:path w="11075" h="8774" extrusionOk="0">
                  <a:moveTo>
                    <a:pt x="4570" y="1"/>
                  </a:moveTo>
                  <a:cubicBezTo>
                    <a:pt x="2469" y="1"/>
                    <a:pt x="968" y="234"/>
                    <a:pt x="0" y="734"/>
                  </a:cubicBezTo>
                  <a:lnTo>
                    <a:pt x="0" y="8774"/>
                  </a:lnTo>
                  <a:cubicBezTo>
                    <a:pt x="167" y="7739"/>
                    <a:pt x="334" y="6672"/>
                    <a:pt x="467" y="5638"/>
                  </a:cubicBezTo>
                  <a:cubicBezTo>
                    <a:pt x="701" y="4104"/>
                    <a:pt x="1068" y="2336"/>
                    <a:pt x="2435" y="1602"/>
                  </a:cubicBezTo>
                  <a:cubicBezTo>
                    <a:pt x="3096" y="1332"/>
                    <a:pt x="3783" y="1196"/>
                    <a:pt x="4498" y="1196"/>
                  </a:cubicBezTo>
                  <a:cubicBezTo>
                    <a:pt x="4577" y="1196"/>
                    <a:pt x="4657" y="1198"/>
                    <a:pt x="4737" y="1201"/>
                  </a:cubicBezTo>
                  <a:cubicBezTo>
                    <a:pt x="6223" y="1178"/>
                    <a:pt x="7726" y="1154"/>
                    <a:pt x="9221" y="1154"/>
                  </a:cubicBezTo>
                  <a:cubicBezTo>
                    <a:pt x="9841" y="1154"/>
                    <a:pt x="10459" y="1158"/>
                    <a:pt x="11075" y="1168"/>
                  </a:cubicBezTo>
                  <a:lnTo>
                    <a:pt x="11075" y="568"/>
                  </a:lnTo>
                  <a:cubicBezTo>
                    <a:pt x="8907" y="201"/>
                    <a:pt x="6738" y="34"/>
                    <a:pt x="45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5"/>
            <p:cNvSpPr/>
            <p:nvPr/>
          </p:nvSpPr>
          <p:spPr>
            <a:xfrm>
              <a:off x="5392975" y="2219450"/>
              <a:ext cx="636300" cy="81750"/>
            </a:xfrm>
            <a:custGeom>
              <a:avLst/>
              <a:gdLst/>
              <a:ahLst/>
              <a:cxnLst/>
              <a:rect l="l" t="t" r="r" b="b"/>
              <a:pathLst>
                <a:path w="25452" h="3270" extrusionOk="0">
                  <a:moveTo>
                    <a:pt x="6071" y="1"/>
                  </a:moveTo>
                  <a:cubicBezTo>
                    <a:pt x="3803" y="1"/>
                    <a:pt x="1802" y="1"/>
                    <a:pt x="0" y="101"/>
                  </a:cubicBezTo>
                  <a:lnTo>
                    <a:pt x="0" y="801"/>
                  </a:lnTo>
                  <a:lnTo>
                    <a:pt x="12943" y="1102"/>
                  </a:lnTo>
                  <a:cubicBezTo>
                    <a:pt x="16412" y="1168"/>
                    <a:pt x="19881" y="1268"/>
                    <a:pt x="23317" y="1936"/>
                  </a:cubicBezTo>
                  <a:cubicBezTo>
                    <a:pt x="23717" y="2002"/>
                    <a:pt x="24118" y="2136"/>
                    <a:pt x="24484" y="2336"/>
                  </a:cubicBezTo>
                  <a:cubicBezTo>
                    <a:pt x="24851" y="2603"/>
                    <a:pt x="25118" y="2903"/>
                    <a:pt x="25318" y="3270"/>
                  </a:cubicBezTo>
                  <a:lnTo>
                    <a:pt x="25452" y="701"/>
                  </a:lnTo>
                  <a:cubicBezTo>
                    <a:pt x="24017" y="601"/>
                    <a:pt x="14778"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5"/>
            <p:cNvSpPr/>
            <p:nvPr/>
          </p:nvSpPr>
          <p:spPr>
            <a:xfrm>
              <a:off x="6079300" y="2508825"/>
              <a:ext cx="276050" cy="48400"/>
            </a:xfrm>
            <a:custGeom>
              <a:avLst/>
              <a:gdLst/>
              <a:ahLst/>
              <a:cxnLst/>
              <a:rect l="l" t="t" r="r" b="b"/>
              <a:pathLst>
                <a:path w="11042" h="1936" extrusionOk="0">
                  <a:moveTo>
                    <a:pt x="6505" y="1"/>
                  </a:moveTo>
                  <a:cubicBezTo>
                    <a:pt x="4337" y="67"/>
                    <a:pt x="2135" y="268"/>
                    <a:pt x="0" y="635"/>
                  </a:cubicBezTo>
                  <a:lnTo>
                    <a:pt x="0" y="1869"/>
                  </a:lnTo>
                  <a:cubicBezTo>
                    <a:pt x="2058" y="1572"/>
                    <a:pt x="4147" y="1306"/>
                    <a:pt x="6204" y="1306"/>
                  </a:cubicBezTo>
                  <a:cubicBezTo>
                    <a:pt x="7848" y="1306"/>
                    <a:pt x="9471" y="1476"/>
                    <a:pt x="11042" y="1935"/>
                  </a:cubicBezTo>
                  <a:lnTo>
                    <a:pt x="11042" y="768"/>
                  </a:lnTo>
                  <a:cubicBezTo>
                    <a:pt x="10108" y="268"/>
                    <a:pt x="8573" y="1"/>
                    <a:pt x="6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5"/>
            <p:cNvSpPr/>
            <p:nvPr/>
          </p:nvSpPr>
          <p:spPr>
            <a:xfrm>
              <a:off x="5435500" y="2633925"/>
              <a:ext cx="636325" cy="92575"/>
            </a:xfrm>
            <a:custGeom>
              <a:avLst/>
              <a:gdLst/>
              <a:ahLst/>
              <a:cxnLst/>
              <a:rect l="l" t="t" r="r" b="b"/>
              <a:pathLst>
                <a:path w="25453" h="3703" extrusionOk="0">
                  <a:moveTo>
                    <a:pt x="19381" y="0"/>
                  </a:moveTo>
                  <a:cubicBezTo>
                    <a:pt x="10641" y="0"/>
                    <a:pt x="1435" y="601"/>
                    <a:pt x="1" y="701"/>
                  </a:cubicBezTo>
                  <a:lnTo>
                    <a:pt x="134" y="3703"/>
                  </a:lnTo>
                  <a:cubicBezTo>
                    <a:pt x="234" y="3603"/>
                    <a:pt x="334" y="3536"/>
                    <a:pt x="468" y="3436"/>
                  </a:cubicBezTo>
                  <a:cubicBezTo>
                    <a:pt x="3970" y="901"/>
                    <a:pt x="8673" y="1335"/>
                    <a:pt x="13010" y="1168"/>
                  </a:cubicBezTo>
                  <a:cubicBezTo>
                    <a:pt x="15542" y="1086"/>
                    <a:pt x="18137" y="754"/>
                    <a:pt x="20688" y="754"/>
                  </a:cubicBezTo>
                  <a:cubicBezTo>
                    <a:pt x="22303" y="754"/>
                    <a:pt x="23900" y="887"/>
                    <a:pt x="25452" y="1301"/>
                  </a:cubicBezTo>
                  <a:lnTo>
                    <a:pt x="25419" y="100"/>
                  </a:lnTo>
                  <a:cubicBezTo>
                    <a:pt x="23617" y="34"/>
                    <a:pt x="21616" y="0"/>
                    <a:pt x="19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5"/>
            <p:cNvSpPr/>
            <p:nvPr/>
          </p:nvSpPr>
          <p:spPr>
            <a:xfrm>
              <a:off x="5108600" y="2916625"/>
              <a:ext cx="276050" cy="50900"/>
            </a:xfrm>
            <a:custGeom>
              <a:avLst/>
              <a:gdLst/>
              <a:ahLst/>
              <a:cxnLst/>
              <a:rect l="l" t="t" r="r" b="b"/>
              <a:pathLst>
                <a:path w="11042" h="2036" extrusionOk="0">
                  <a:moveTo>
                    <a:pt x="4537" y="0"/>
                  </a:moveTo>
                  <a:cubicBezTo>
                    <a:pt x="2436" y="0"/>
                    <a:pt x="935" y="234"/>
                    <a:pt x="1" y="734"/>
                  </a:cubicBezTo>
                  <a:lnTo>
                    <a:pt x="1" y="2035"/>
                  </a:lnTo>
                  <a:cubicBezTo>
                    <a:pt x="2502" y="1902"/>
                    <a:pt x="5037" y="1802"/>
                    <a:pt x="7573" y="1768"/>
                  </a:cubicBezTo>
                  <a:cubicBezTo>
                    <a:pt x="7762" y="1763"/>
                    <a:pt x="7952" y="1760"/>
                    <a:pt x="8142" y="1760"/>
                  </a:cubicBezTo>
                  <a:cubicBezTo>
                    <a:pt x="9095" y="1760"/>
                    <a:pt x="10063" y="1830"/>
                    <a:pt x="11008" y="1969"/>
                  </a:cubicBezTo>
                  <a:lnTo>
                    <a:pt x="11042" y="601"/>
                  </a:lnTo>
                  <a:cubicBezTo>
                    <a:pt x="8907" y="234"/>
                    <a:pt x="6705" y="34"/>
                    <a:pt x="4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5"/>
            <p:cNvSpPr/>
            <p:nvPr/>
          </p:nvSpPr>
          <p:spPr>
            <a:xfrm>
              <a:off x="5392125" y="3040875"/>
              <a:ext cx="636325" cy="90100"/>
            </a:xfrm>
            <a:custGeom>
              <a:avLst/>
              <a:gdLst/>
              <a:ahLst/>
              <a:cxnLst/>
              <a:rect l="l" t="t" r="r" b="b"/>
              <a:pathLst>
                <a:path w="25453" h="3604" extrusionOk="0">
                  <a:moveTo>
                    <a:pt x="6072" y="1"/>
                  </a:moveTo>
                  <a:cubicBezTo>
                    <a:pt x="3837" y="1"/>
                    <a:pt x="1836" y="34"/>
                    <a:pt x="34" y="101"/>
                  </a:cubicBezTo>
                  <a:lnTo>
                    <a:pt x="1" y="1368"/>
                  </a:lnTo>
                  <a:lnTo>
                    <a:pt x="22517" y="2035"/>
                  </a:lnTo>
                  <a:cubicBezTo>
                    <a:pt x="22917" y="2035"/>
                    <a:pt x="23318" y="2102"/>
                    <a:pt x="23685" y="2236"/>
                  </a:cubicBezTo>
                  <a:cubicBezTo>
                    <a:pt x="24152" y="2469"/>
                    <a:pt x="24518" y="2769"/>
                    <a:pt x="24852" y="3170"/>
                  </a:cubicBezTo>
                  <a:cubicBezTo>
                    <a:pt x="25019" y="3336"/>
                    <a:pt x="25152" y="3470"/>
                    <a:pt x="25319" y="3603"/>
                  </a:cubicBezTo>
                  <a:lnTo>
                    <a:pt x="25452" y="701"/>
                  </a:lnTo>
                  <a:cubicBezTo>
                    <a:pt x="24018" y="601"/>
                    <a:pt x="14812"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5"/>
            <p:cNvSpPr/>
            <p:nvPr/>
          </p:nvSpPr>
          <p:spPr>
            <a:xfrm>
              <a:off x="6095975" y="2342225"/>
              <a:ext cx="155150" cy="110550"/>
            </a:xfrm>
            <a:custGeom>
              <a:avLst/>
              <a:gdLst/>
              <a:ahLst/>
              <a:cxnLst/>
              <a:rect l="l" t="t" r="r" b="b"/>
              <a:pathLst>
                <a:path w="6206" h="4422" extrusionOk="0">
                  <a:moveTo>
                    <a:pt x="2945" y="0"/>
                  </a:moveTo>
                  <a:cubicBezTo>
                    <a:pt x="2680" y="0"/>
                    <a:pt x="2419" y="33"/>
                    <a:pt x="2202" y="60"/>
                  </a:cubicBezTo>
                  <a:cubicBezTo>
                    <a:pt x="1635" y="93"/>
                    <a:pt x="668" y="93"/>
                    <a:pt x="201" y="460"/>
                  </a:cubicBezTo>
                  <a:cubicBezTo>
                    <a:pt x="0" y="594"/>
                    <a:pt x="0" y="861"/>
                    <a:pt x="201" y="994"/>
                  </a:cubicBezTo>
                  <a:cubicBezTo>
                    <a:pt x="380" y="1102"/>
                    <a:pt x="627" y="1132"/>
                    <a:pt x="879" y="1132"/>
                  </a:cubicBezTo>
                  <a:cubicBezTo>
                    <a:pt x="1096" y="1132"/>
                    <a:pt x="1316" y="1110"/>
                    <a:pt x="1502" y="1094"/>
                  </a:cubicBezTo>
                  <a:cubicBezTo>
                    <a:pt x="1679" y="1083"/>
                    <a:pt x="1857" y="1076"/>
                    <a:pt x="2036" y="1076"/>
                  </a:cubicBezTo>
                  <a:cubicBezTo>
                    <a:pt x="2395" y="1076"/>
                    <a:pt x="2758" y="1105"/>
                    <a:pt x="3136" y="1194"/>
                  </a:cubicBezTo>
                  <a:cubicBezTo>
                    <a:pt x="3436" y="1261"/>
                    <a:pt x="3336" y="2195"/>
                    <a:pt x="3336" y="2428"/>
                  </a:cubicBezTo>
                  <a:cubicBezTo>
                    <a:pt x="3303" y="2695"/>
                    <a:pt x="3269" y="2962"/>
                    <a:pt x="3303" y="3262"/>
                  </a:cubicBezTo>
                  <a:cubicBezTo>
                    <a:pt x="2936" y="2995"/>
                    <a:pt x="2602" y="2729"/>
                    <a:pt x="2302" y="2428"/>
                  </a:cubicBezTo>
                  <a:cubicBezTo>
                    <a:pt x="2225" y="2351"/>
                    <a:pt x="2138" y="2318"/>
                    <a:pt x="2055" y="2318"/>
                  </a:cubicBezTo>
                  <a:cubicBezTo>
                    <a:pt x="1781" y="2318"/>
                    <a:pt x="1546" y="2673"/>
                    <a:pt x="1802" y="2929"/>
                  </a:cubicBezTo>
                  <a:cubicBezTo>
                    <a:pt x="2335" y="3496"/>
                    <a:pt x="2903" y="4263"/>
                    <a:pt x="3703" y="4396"/>
                  </a:cubicBezTo>
                  <a:cubicBezTo>
                    <a:pt x="3788" y="4413"/>
                    <a:pt x="3874" y="4421"/>
                    <a:pt x="3960" y="4421"/>
                  </a:cubicBezTo>
                  <a:cubicBezTo>
                    <a:pt x="4723" y="4421"/>
                    <a:pt x="5522" y="3798"/>
                    <a:pt x="5971" y="3229"/>
                  </a:cubicBezTo>
                  <a:cubicBezTo>
                    <a:pt x="6205" y="2937"/>
                    <a:pt x="6055" y="2465"/>
                    <a:pt x="5700" y="2465"/>
                  </a:cubicBezTo>
                  <a:cubicBezTo>
                    <a:pt x="5650" y="2465"/>
                    <a:pt x="5595" y="2474"/>
                    <a:pt x="5538" y="2495"/>
                  </a:cubicBezTo>
                  <a:cubicBezTo>
                    <a:pt x="5171" y="2629"/>
                    <a:pt x="4804" y="2829"/>
                    <a:pt x="4504" y="3062"/>
                  </a:cubicBezTo>
                  <a:cubicBezTo>
                    <a:pt x="4537" y="2729"/>
                    <a:pt x="4504" y="2362"/>
                    <a:pt x="4504" y="2061"/>
                  </a:cubicBezTo>
                  <a:cubicBezTo>
                    <a:pt x="4570" y="1428"/>
                    <a:pt x="4404" y="794"/>
                    <a:pt x="4003" y="327"/>
                  </a:cubicBezTo>
                  <a:cubicBezTo>
                    <a:pt x="3726" y="70"/>
                    <a:pt x="3332" y="0"/>
                    <a:pt x="2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5"/>
            <p:cNvSpPr/>
            <p:nvPr/>
          </p:nvSpPr>
          <p:spPr>
            <a:xfrm>
              <a:off x="5229375" y="2700200"/>
              <a:ext cx="154450" cy="111775"/>
            </a:xfrm>
            <a:custGeom>
              <a:avLst/>
              <a:gdLst/>
              <a:ahLst/>
              <a:cxnLst/>
              <a:rect l="l" t="t" r="r" b="b"/>
              <a:pathLst>
                <a:path w="6178" h="4471" extrusionOk="0">
                  <a:moveTo>
                    <a:pt x="3299" y="1"/>
                  </a:moveTo>
                  <a:cubicBezTo>
                    <a:pt x="2889" y="1"/>
                    <a:pt x="2478" y="69"/>
                    <a:pt x="2208" y="318"/>
                  </a:cubicBezTo>
                  <a:cubicBezTo>
                    <a:pt x="1808" y="818"/>
                    <a:pt x="1607" y="1452"/>
                    <a:pt x="1674" y="2086"/>
                  </a:cubicBezTo>
                  <a:cubicBezTo>
                    <a:pt x="1674" y="2420"/>
                    <a:pt x="1674" y="2720"/>
                    <a:pt x="1708" y="3053"/>
                  </a:cubicBezTo>
                  <a:cubicBezTo>
                    <a:pt x="1374" y="2820"/>
                    <a:pt x="1007" y="2653"/>
                    <a:pt x="640" y="2486"/>
                  </a:cubicBezTo>
                  <a:cubicBezTo>
                    <a:pt x="585" y="2467"/>
                    <a:pt x="534" y="2458"/>
                    <a:pt x="486" y="2458"/>
                  </a:cubicBezTo>
                  <a:cubicBezTo>
                    <a:pt x="132" y="2458"/>
                    <a:pt x="1" y="2959"/>
                    <a:pt x="206" y="3254"/>
                  </a:cubicBezTo>
                  <a:cubicBezTo>
                    <a:pt x="665" y="3834"/>
                    <a:pt x="1487" y="4471"/>
                    <a:pt x="2263" y="4471"/>
                  </a:cubicBezTo>
                  <a:cubicBezTo>
                    <a:pt x="2334" y="4471"/>
                    <a:pt x="2405" y="4466"/>
                    <a:pt x="2475" y="4454"/>
                  </a:cubicBezTo>
                  <a:cubicBezTo>
                    <a:pt x="3309" y="4288"/>
                    <a:pt x="3876" y="3520"/>
                    <a:pt x="4409" y="2953"/>
                  </a:cubicBezTo>
                  <a:cubicBezTo>
                    <a:pt x="4616" y="2695"/>
                    <a:pt x="4403" y="2357"/>
                    <a:pt x="4141" y="2357"/>
                  </a:cubicBezTo>
                  <a:cubicBezTo>
                    <a:pt x="4065" y="2357"/>
                    <a:pt x="3984" y="2385"/>
                    <a:pt x="3909" y="2453"/>
                  </a:cubicBezTo>
                  <a:cubicBezTo>
                    <a:pt x="3609" y="2753"/>
                    <a:pt x="3275" y="3020"/>
                    <a:pt x="2908" y="3287"/>
                  </a:cubicBezTo>
                  <a:cubicBezTo>
                    <a:pt x="2908" y="2987"/>
                    <a:pt x="2875" y="2686"/>
                    <a:pt x="2875" y="2453"/>
                  </a:cubicBezTo>
                  <a:cubicBezTo>
                    <a:pt x="2875" y="2186"/>
                    <a:pt x="2742" y="1285"/>
                    <a:pt x="3075" y="1185"/>
                  </a:cubicBezTo>
                  <a:cubicBezTo>
                    <a:pt x="3420" y="1121"/>
                    <a:pt x="3764" y="1084"/>
                    <a:pt x="4118" y="1084"/>
                  </a:cubicBezTo>
                  <a:cubicBezTo>
                    <a:pt x="4312" y="1084"/>
                    <a:pt x="4509" y="1095"/>
                    <a:pt x="4710" y="1119"/>
                  </a:cubicBezTo>
                  <a:cubicBezTo>
                    <a:pt x="4879" y="1119"/>
                    <a:pt x="5091" y="1140"/>
                    <a:pt x="5303" y="1140"/>
                  </a:cubicBezTo>
                  <a:cubicBezTo>
                    <a:pt x="5550" y="1140"/>
                    <a:pt x="5798" y="1111"/>
                    <a:pt x="5977" y="985"/>
                  </a:cubicBezTo>
                  <a:cubicBezTo>
                    <a:pt x="6177" y="885"/>
                    <a:pt x="6177" y="585"/>
                    <a:pt x="5977" y="485"/>
                  </a:cubicBezTo>
                  <a:cubicBezTo>
                    <a:pt x="5510" y="118"/>
                    <a:pt x="4543" y="118"/>
                    <a:pt x="4009" y="51"/>
                  </a:cubicBezTo>
                  <a:cubicBezTo>
                    <a:pt x="3795" y="26"/>
                    <a:pt x="3547" y="1"/>
                    <a:pt x="3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5"/>
            <p:cNvSpPr/>
            <p:nvPr/>
          </p:nvSpPr>
          <p:spPr>
            <a:xfrm>
              <a:off x="5156975" y="2174800"/>
              <a:ext cx="128275" cy="150825"/>
            </a:xfrm>
            <a:custGeom>
              <a:avLst/>
              <a:gdLst/>
              <a:ahLst/>
              <a:cxnLst/>
              <a:rect l="l" t="t" r="r" b="b"/>
              <a:pathLst>
                <a:path w="5131" h="6033" extrusionOk="0">
                  <a:moveTo>
                    <a:pt x="2769" y="2187"/>
                  </a:moveTo>
                  <a:cubicBezTo>
                    <a:pt x="2969" y="2721"/>
                    <a:pt x="3136" y="3255"/>
                    <a:pt x="3336" y="3788"/>
                  </a:cubicBezTo>
                  <a:lnTo>
                    <a:pt x="3403" y="3955"/>
                  </a:lnTo>
                  <a:lnTo>
                    <a:pt x="3369" y="3955"/>
                  </a:lnTo>
                  <a:cubicBezTo>
                    <a:pt x="2902" y="3788"/>
                    <a:pt x="2402" y="3688"/>
                    <a:pt x="1868" y="3621"/>
                  </a:cubicBezTo>
                  <a:cubicBezTo>
                    <a:pt x="2002" y="3455"/>
                    <a:pt x="2135" y="3255"/>
                    <a:pt x="2235" y="3054"/>
                  </a:cubicBezTo>
                  <a:cubicBezTo>
                    <a:pt x="2402" y="2788"/>
                    <a:pt x="2602" y="2487"/>
                    <a:pt x="2769" y="2187"/>
                  </a:cubicBezTo>
                  <a:close/>
                  <a:moveTo>
                    <a:pt x="3087" y="1"/>
                  </a:moveTo>
                  <a:cubicBezTo>
                    <a:pt x="2946" y="1"/>
                    <a:pt x="2809" y="78"/>
                    <a:pt x="2769" y="252"/>
                  </a:cubicBezTo>
                  <a:cubicBezTo>
                    <a:pt x="2669" y="486"/>
                    <a:pt x="2602" y="686"/>
                    <a:pt x="2469" y="886"/>
                  </a:cubicBezTo>
                  <a:cubicBezTo>
                    <a:pt x="2402" y="953"/>
                    <a:pt x="2369" y="1020"/>
                    <a:pt x="2369" y="1086"/>
                  </a:cubicBezTo>
                  <a:cubicBezTo>
                    <a:pt x="2002" y="1753"/>
                    <a:pt x="1501" y="2387"/>
                    <a:pt x="1101" y="3021"/>
                  </a:cubicBezTo>
                  <a:cubicBezTo>
                    <a:pt x="667" y="3621"/>
                    <a:pt x="0" y="4489"/>
                    <a:pt x="434" y="5223"/>
                  </a:cubicBezTo>
                  <a:cubicBezTo>
                    <a:pt x="510" y="5336"/>
                    <a:pt x="639" y="5396"/>
                    <a:pt x="768" y="5396"/>
                  </a:cubicBezTo>
                  <a:cubicBezTo>
                    <a:pt x="865" y="5396"/>
                    <a:pt x="962" y="5361"/>
                    <a:pt x="1034" y="5289"/>
                  </a:cubicBezTo>
                  <a:cubicBezTo>
                    <a:pt x="1234" y="5022"/>
                    <a:pt x="1368" y="4756"/>
                    <a:pt x="1468" y="4455"/>
                  </a:cubicBezTo>
                  <a:cubicBezTo>
                    <a:pt x="1501" y="4389"/>
                    <a:pt x="1535" y="4322"/>
                    <a:pt x="1535" y="4255"/>
                  </a:cubicBezTo>
                  <a:cubicBezTo>
                    <a:pt x="2135" y="4355"/>
                    <a:pt x="2702" y="4489"/>
                    <a:pt x="3303" y="4555"/>
                  </a:cubicBezTo>
                  <a:cubicBezTo>
                    <a:pt x="3403" y="4555"/>
                    <a:pt x="3503" y="4522"/>
                    <a:pt x="3536" y="4422"/>
                  </a:cubicBezTo>
                  <a:cubicBezTo>
                    <a:pt x="3703" y="4956"/>
                    <a:pt x="3970" y="5489"/>
                    <a:pt x="4337" y="5890"/>
                  </a:cubicBezTo>
                  <a:cubicBezTo>
                    <a:pt x="4436" y="5989"/>
                    <a:pt x="4551" y="6032"/>
                    <a:pt x="4658" y="6032"/>
                  </a:cubicBezTo>
                  <a:cubicBezTo>
                    <a:pt x="4912" y="6032"/>
                    <a:pt x="5131" y="5794"/>
                    <a:pt x="5037" y="5489"/>
                  </a:cubicBezTo>
                  <a:cubicBezTo>
                    <a:pt x="4837" y="4789"/>
                    <a:pt x="4537" y="4088"/>
                    <a:pt x="4170" y="3421"/>
                  </a:cubicBezTo>
                  <a:cubicBezTo>
                    <a:pt x="3870" y="2687"/>
                    <a:pt x="3536" y="1987"/>
                    <a:pt x="3169" y="1286"/>
                  </a:cubicBezTo>
                  <a:cubicBezTo>
                    <a:pt x="3269" y="1020"/>
                    <a:pt x="3369" y="753"/>
                    <a:pt x="3436" y="453"/>
                  </a:cubicBezTo>
                  <a:cubicBezTo>
                    <a:pt x="3516" y="173"/>
                    <a:pt x="3297" y="1"/>
                    <a:pt x="30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5"/>
            <p:cNvSpPr/>
            <p:nvPr/>
          </p:nvSpPr>
          <p:spPr>
            <a:xfrm>
              <a:off x="6152675" y="2591175"/>
              <a:ext cx="116775" cy="147800"/>
            </a:xfrm>
            <a:custGeom>
              <a:avLst/>
              <a:gdLst/>
              <a:ahLst/>
              <a:cxnLst/>
              <a:rect l="l" t="t" r="r" b="b"/>
              <a:pathLst>
                <a:path w="4671" h="5912" extrusionOk="0">
                  <a:moveTo>
                    <a:pt x="685" y="1"/>
                  </a:moveTo>
                  <a:cubicBezTo>
                    <a:pt x="493" y="1"/>
                    <a:pt x="301" y="126"/>
                    <a:pt x="301" y="376"/>
                  </a:cubicBezTo>
                  <a:lnTo>
                    <a:pt x="301" y="1077"/>
                  </a:lnTo>
                  <a:cubicBezTo>
                    <a:pt x="268" y="1110"/>
                    <a:pt x="268" y="1177"/>
                    <a:pt x="234" y="1210"/>
                  </a:cubicBezTo>
                  <a:cubicBezTo>
                    <a:pt x="168" y="1343"/>
                    <a:pt x="201" y="1510"/>
                    <a:pt x="334" y="1610"/>
                  </a:cubicBezTo>
                  <a:cubicBezTo>
                    <a:pt x="368" y="1877"/>
                    <a:pt x="368" y="2177"/>
                    <a:pt x="401" y="2478"/>
                  </a:cubicBezTo>
                  <a:cubicBezTo>
                    <a:pt x="401" y="3111"/>
                    <a:pt x="501" y="3745"/>
                    <a:pt x="635" y="4379"/>
                  </a:cubicBezTo>
                  <a:cubicBezTo>
                    <a:pt x="635" y="4646"/>
                    <a:pt x="843" y="4779"/>
                    <a:pt x="1051" y="4779"/>
                  </a:cubicBezTo>
                  <a:cubicBezTo>
                    <a:pt x="1260" y="4779"/>
                    <a:pt x="1468" y="4646"/>
                    <a:pt x="1468" y="4379"/>
                  </a:cubicBezTo>
                  <a:cubicBezTo>
                    <a:pt x="1702" y="3412"/>
                    <a:pt x="1435" y="2277"/>
                    <a:pt x="1202" y="1277"/>
                  </a:cubicBezTo>
                  <a:cubicBezTo>
                    <a:pt x="1548" y="1119"/>
                    <a:pt x="1894" y="1021"/>
                    <a:pt x="2230" y="1021"/>
                  </a:cubicBezTo>
                  <a:cubicBezTo>
                    <a:pt x="2606" y="1021"/>
                    <a:pt x="2968" y="1144"/>
                    <a:pt x="3303" y="1443"/>
                  </a:cubicBezTo>
                  <a:cubicBezTo>
                    <a:pt x="3003" y="1910"/>
                    <a:pt x="2503" y="2211"/>
                    <a:pt x="1935" y="2244"/>
                  </a:cubicBezTo>
                  <a:cubicBezTo>
                    <a:pt x="1402" y="2311"/>
                    <a:pt x="1468" y="3145"/>
                    <a:pt x="1935" y="3278"/>
                  </a:cubicBezTo>
                  <a:cubicBezTo>
                    <a:pt x="2436" y="3378"/>
                    <a:pt x="3737" y="3645"/>
                    <a:pt x="2869" y="4245"/>
                  </a:cubicBezTo>
                  <a:cubicBezTo>
                    <a:pt x="2169" y="4679"/>
                    <a:pt x="1402" y="4913"/>
                    <a:pt x="568" y="5013"/>
                  </a:cubicBezTo>
                  <a:cubicBezTo>
                    <a:pt x="1" y="5013"/>
                    <a:pt x="1" y="5847"/>
                    <a:pt x="568" y="5847"/>
                  </a:cubicBezTo>
                  <a:cubicBezTo>
                    <a:pt x="789" y="5890"/>
                    <a:pt x="1020" y="5911"/>
                    <a:pt x="1255" y="5911"/>
                  </a:cubicBezTo>
                  <a:cubicBezTo>
                    <a:pt x="2296" y="5911"/>
                    <a:pt x="3405" y="5489"/>
                    <a:pt x="4004" y="4646"/>
                  </a:cubicBezTo>
                  <a:cubicBezTo>
                    <a:pt x="4571" y="3745"/>
                    <a:pt x="4070" y="3111"/>
                    <a:pt x="3370" y="2678"/>
                  </a:cubicBezTo>
                  <a:cubicBezTo>
                    <a:pt x="4137" y="2144"/>
                    <a:pt x="4671" y="1310"/>
                    <a:pt x="3737" y="643"/>
                  </a:cubicBezTo>
                  <a:cubicBezTo>
                    <a:pt x="3265" y="329"/>
                    <a:pt x="2725" y="165"/>
                    <a:pt x="2183" y="165"/>
                  </a:cubicBezTo>
                  <a:cubicBezTo>
                    <a:pt x="1804" y="165"/>
                    <a:pt x="1425" y="245"/>
                    <a:pt x="1068" y="409"/>
                  </a:cubicBezTo>
                  <a:cubicBezTo>
                    <a:pt x="1068" y="409"/>
                    <a:pt x="1068" y="409"/>
                    <a:pt x="1068" y="376"/>
                  </a:cubicBezTo>
                  <a:cubicBezTo>
                    <a:pt x="1068" y="126"/>
                    <a:pt x="876" y="1"/>
                    <a:pt x="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5"/>
            <p:cNvSpPr/>
            <p:nvPr/>
          </p:nvSpPr>
          <p:spPr>
            <a:xfrm>
              <a:off x="5180500" y="3001150"/>
              <a:ext cx="112625" cy="125650"/>
            </a:xfrm>
            <a:custGeom>
              <a:avLst/>
              <a:gdLst/>
              <a:ahLst/>
              <a:cxnLst/>
              <a:rect l="l" t="t" r="r" b="b"/>
              <a:pathLst>
                <a:path w="4505" h="5026" extrusionOk="0">
                  <a:moveTo>
                    <a:pt x="2798" y="1"/>
                  </a:moveTo>
                  <a:cubicBezTo>
                    <a:pt x="1961" y="1"/>
                    <a:pt x="1134" y="596"/>
                    <a:pt x="760" y="1490"/>
                  </a:cubicBezTo>
                  <a:cubicBezTo>
                    <a:pt x="1" y="3307"/>
                    <a:pt x="1695" y="5026"/>
                    <a:pt x="3446" y="5026"/>
                  </a:cubicBezTo>
                  <a:cubicBezTo>
                    <a:pt x="3462" y="5026"/>
                    <a:pt x="3479" y="5026"/>
                    <a:pt x="3496" y="5025"/>
                  </a:cubicBezTo>
                  <a:cubicBezTo>
                    <a:pt x="3996" y="4992"/>
                    <a:pt x="4163" y="4358"/>
                    <a:pt x="3763" y="4091"/>
                  </a:cubicBezTo>
                  <a:cubicBezTo>
                    <a:pt x="2929" y="3691"/>
                    <a:pt x="1728" y="3157"/>
                    <a:pt x="1995" y="2023"/>
                  </a:cubicBezTo>
                  <a:cubicBezTo>
                    <a:pt x="2121" y="1454"/>
                    <a:pt x="2474" y="1178"/>
                    <a:pt x="2893" y="1178"/>
                  </a:cubicBezTo>
                  <a:cubicBezTo>
                    <a:pt x="3138" y="1178"/>
                    <a:pt x="3405" y="1272"/>
                    <a:pt x="3663" y="1456"/>
                  </a:cubicBezTo>
                  <a:cubicBezTo>
                    <a:pt x="3744" y="1509"/>
                    <a:pt x="3825" y="1532"/>
                    <a:pt x="3901" y="1532"/>
                  </a:cubicBezTo>
                  <a:cubicBezTo>
                    <a:pt x="4258" y="1532"/>
                    <a:pt x="4505" y="1025"/>
                    <a:pt x="4230" y="722"/>
                  </a:cubicBezTo>
                  <a:cubicBezTo>
                    <a:pt x="3814" y="219"/>
                    <a:pt x="3304" y="1"/>
                    <a:pt x="27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1" name="Google Shape;3851;p75"/>
          <p:cNvGrpSpPr/>
          <p:nvPr/>
        </p:nvGrpSpPr>
        <p:grpSpPr>
          <a:xfrm>
            <a:off x="6851300" y="2923009"/>
            <a:ext cx="1306800" cy="1131675"/>
            <a:chOff x="7005650" y="2177750"/>
            <a:chExt cx="1306800" cy="1131675"/>
          </a:xfrm>
        </p:grpSpPr>
        <p:sp>
          <p:nvSpPr>
            <p:cNvPr id="3852" name="Google Shape;3852;p75"/>
            <p:cNvSpPr/>
            <p:nvPr/>
          </p:nvSpPr>
          <p:spPr>
            <a:xfrm>
              <a:off x="7454300" y="2191925"/>
              <a:ext cx="434525" cy="398650"/>
            </a:xfrm>
            <a:custGeom>
              <a:avLst/>
              <a:gdLst/>
              <a:ahLst/>
              <a:cxnLst/>
              <a:rect l="l" t="t" r="r" b="b"/>
              <a:pathLst>
                <a:path w="17381" h="15946" extrusionOk="0">
                  <a:moveTo>
                    <a:pt x="8173" y="1"/>
                  </a:moveTo>
                  <a:lnTo>
                    <a:pt x="1" y="14144"/>
                  </a:lnTo>
                  <a:lnTo>
                    <a:pt x="17380" y="15945"/>
                  </a:lnTo>
                  <a:lnTo>
                    <a:pt x="17380" y="15945"/>
                  </a:lnTo>
                  <a:lnTo>
                    <a:pt x="81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5"/>
            <p:cNvSpPr/>
            <p:nvPr/>
          </p:nvSpPr>
          <p:spPr>
            <a:xfrm>
              <a:off x="7441800" y="2177750"/>
              <a:ext cx="462025" cy="423650"/>
            </a:xfrm>
            <a:custGeom>
              <a:avLst/>
              <a:gdLst/>
              <a:ahLst/>
              <a:cxnLst/>
              <a:rect l="l" t="t" r="r" b="b"/>
              <a:pathLst>
                <a:path w="18481" h="16946" extrusionOk="0">
                  <a:moveTo>
                    <a:pt x="8673" y="568"/>
                  </a:moveTo>
                  <a:lnTo>
                    <a:pt x="17880" y="16512"/>
                  </a:lnTo>
                  <a:lnTo>
                    <a:pt x="501" y="14678"/>
                  </a:lnTo>
                  <a:lnTo>
                    <a:pt x="8673" y="568"/>
                  </a:lnTo>
                  <a:close/>
                  <a:moveTo>
                    <a:pt x="8661" y="1"/>
                  </a:moveTo>
                  <a:cubicBezTo>
                    <a:pt x="8598" y="1"/>
                    <a:pt x="8540" y="34"/>
                    <a:pt x="8507" y="101"/>
                  </a:cubicBezTo>
                  <a:lnTo>
                    <a:pt x="34" y="14778"/>
                  </a:lnTo>
                  <a:cubicBezTo>
                    <a:pt x="1" y="14811"/>
                    <a:pt x="1" y="14911"/>
                    <a:pt x="34" y="14945"/>
                  </a:cubicBezTo>
                  <a:cubicBezTo>
                    <a:pt x="67" y="15011"/>
                    <a:pt x="134" y="15045"/>
                    <a:pt x="201" y="15045"/>
                  </a:cubicBezTo>
                  <a:lnTo>
                    <a:pt x="18247" y="16946"/>
                  </a:lnTo>
                  <a:cubicBezTo>
                    <a:pt x="18414" y="16946"/>
                    <a:pt x="18480" y="16779"/>
                    <a:pt x="18414" y="16646"/>
                  </a:cubicBezTo>
                  <a:lnTo>
                    <a:pt x="8840" y="101"/>
                  </a:lnTo>
                  <a:cubicBezTo>
                    <a:pt x="8790" y="34"/>
                    <a:pt x="8723" y="1"/>
                    <a:pt x="8661"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5"/>
            <p:cNvSpPr/>
            <p:nvPr/>
          </p:nvSpPr>
          <p:spPr>
            <a:xfrm>
              <a:off x="7204975" y="2633900"/>
              <a:ext cx="851450" cy="344450"/>
            </a:xfrm>
            <a:custGeom>
              <a:avLst/>
              <a:gdLst/>
              <a:ahLst/>
              <a:cxnLst/>
              <a:rect l="l" t="t" r="r" b="b"/>
              <a:pathLst>
                <a:path w="34058" h="13778" extrusionOk="0">
                  <a:moveTo>
                    <a:pt x="28354" y="1"/>
                  </a:moveTo>
                  <a:lnTo>
                    <a:pt x="7105" y="1435"/>
                  </a:lnTo>
                  <a:lnTo>
                    <a:pt x="0" y="13777"/>
                  </a:lnTo>
                  <a:lnTo>
                    <a:pt x="0" y="13777"/>
                  </a:lnTo>
                  <a:lnTo>
                    <a:pt x="34058" y="9875"/>
                  </a:lnTo>
                  <a:lnTo>
                    <a:pt x="283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5"/>
            <p:cNvSpPr/>
            <p:nvPr/>
          </p:nvSpPr>
          <p:spPr>
            <a:xfrm>
              <a:off x="7190800" y="2623900"/>
              <a:ext cx="878150" cy="365300"/>
            </a:xfrm>
            <a:custGeom>
              <a:avLst/>
              <a:gdLst/>
              <a:ahLst/>
              <a:cxnLst/>
              <a:rect l="l" t="t" r="r" b="b"/>
              <a:pathLst>
                <a:path w="35126" h="14612" extrusionOk="0">
                  <a:moveTo>
                    <a:pt x="28921" y="401"/>
                  </a:moveTo>
                  <a:lnTo>
                    <a:pt x="34625" y="10275"/>
                  </a:lnTo>
                  <a:lnTo>
                    <a:pt x="567" y="14177"/>
                  </a:lnTo>
                  <a:lnTo>
                    <a:pt x="567" y="14177"/>
                  </a:lnTo>
                  <a:lnTo>
                    <a:pt x="7672" y="1835"/>
                  </a:lnTo>
                  <a:lnTo>
                    <a:pt x="28921" y="401"/>
                  </a:lnTo>
                  <a:close/>
                  <a:moveTo>
                    <a:pt x="29021" y="1"/>
                  </a:moveTo>
                  <a:lnTo>
                    <a:pt x="7539" y="1468"/>
                  </a:lnTo>
                  <a:cubicBezTo>
                    <a:pt x="7472" y="1468"/>
                    <a:pt x="7405" y="1502"/>
                    <a:pt x="7372" y="1535"/>
                  </a:cubicBezTo>
                  <a:lnTo>
                    <a:pt x="33" y="14311"/>
                  </a:lnTo>
                  <a:cubicBezTo>
                    <a:pt x="0" y="14378"/>
                    <a:pt x="0" y="14444"/>
                    <a:pt x="33" y="14511"/>
                  </a:cubicBezTo>
                  <a:cubicBezTo>
                    <a:pt x="67" y="14578"/>
                    <a:pt x="134" y="14611"/>
                    <a:pt x="200" y="14611"/>
                  </a:cubicBezTo>
                  <a:lnTo>
                    <a:pt x="234" y="14611"/>
                  </a:lnTo>
                  <a:lnTo>
                    <a:pt x="34958" y="10608"/>
                  </a:lnTo>
                  <a:cubicBezTo>
                    <a:pt x="35025" y="10608"/>
                    <a:pt x="35058" y="10575"/>
                    <a:pt x="35092" y="10508"/>
                  </a:cubicBezTo>
                  <a:cubicBezTo>
                    <a:pt x="35125" y="10475"/>
                    <a:pt x="35125" y="10375"/>
                    <a:pt x="35092" y="10341"/>
                  </a:cubicBezTo>
                  <a:lnTo>
                    <a:pt x="29188" y="101"/>
                  </a:lnTo>
                  <a:cubicBezTo>
                    <a:pt x="29154" y="34"/>
                    <a:pt x="29088" y="1"/>
                    <a:pt x="29021"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5"/>
            <p:cNvSpPr/>
            <p:nvPr/>
          </p:nvSpPr>
          <p:spPr>
            <a:xfrm>
              <a:off x="7019825" y="3005000"/>
              <a:ext cx="1278450" cy="294400"/>
            </a:xfrm>
            <a:custGeom>
              <a:avLst/>
              <a:gdLst/>
              <a:ahLst/>
              <a:cxnLst/>
              <a:rect l="l" t="t" r="r" b="b"/>
              <a:pathLst>
                <a:path w="51138" h="11776" extrusionOk="0">
                  <a:moveTo>
                    <a:pt x="6772" y="1"/>
                  </a:moveTo>
                  <a:lnTo>
                    <a:pt x="1" y="11776"/>
                  </a:lnTo>
                  <a:lnTo>
                    <a:pt x="51137" y="11776"/>
                  </a:lnTo>
                  <a:lnTo>
                    <a:pt x="44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5"/>
            <p:cNvSpPr/>
            <p:nvPr/>
          </p:nvSpPr>
          <p:spPr>
            <a:xfrm>
              <a:off x="7005650" y="2995825"/>
              <a:ext cx="1306800" cy="313600"/>
            </a:xfrm>
            <a:custGeom>
              <a:avLst/>
              <a:gdLst/>
              <a:ahLst/>
              <a:cxnLst/>
              <a:rect l="l" t="t" r="r" b="b"/>
              <a:pathLst>
                <a:path w="52272" h="12544" extrusionOk="0">
                  <a:moveTo>
                    <a:pt x="44900" y="368"/>
                  </a:moveTo>
                  <a:lnTo>
                    <a:pt x="51704" y="12143"/>
                  </a:lnTo>
                  <a:lnTo>
                    <a:pt x="568" y="12143"/>
                  </a:lnTo>
                  <a:lnTo>
                    <a:pt x="7339" y="368"/>
                  </a:lnTo>
                  <a:close/>
                  <a:moveTo>
                    <a:pt x="7239" y="1"/>
                  </a:moveTo>
                  <a:cubicBezTo>
                    <a:pt x="7173" y="1"/>
                    <a:pt x="7106" y="34"/>
                    <a:pt x="7073" y="101"/>
                  </a:cubicBezTo>
                  <a:lnTo>
                    <a:pt x="34" y="12276"/>
                  </a:lnTo>
                  <a:cubicBezTo>
                    <a:pt x="1" y="12310"/>
                    <a:pt x="1" y="12376"/>
                    <a:pt x="34" y="12443"/>
                  </a:cubicBezTo>
                  <a:cubicBezTo>
                    <a:pt x="68" y="12510"/>
                    <a:pt x="134" y="12543"/>
                    <a:pt x="201" y="12543"/>
                  </a:cubicBezTo>
                  <a:lnTo>
                    <a:pt x="52071" y="12543"/>
                  </a:lnTo>
                  <a:cubicBezTo>
                    <a:pt x="52138" y="12543"/>
                    <a:pt x="52205" y="12510"/>
                    <a:pt x="52238" y="12443"/>
                  </a:cubicBezTo>
                  <a:cubicBezTo>
                    <a:pt x="52271" y="12376"/>
                    <a:pt x="52271" y="12310"/>
                    <a:pt x="52238" y="12276"/>
                  </a:cubicBezTo>
                  <a:lnTo>
                    <a:pt x="45200" y="101"/>
                  </a:lnTo>
                  <a:cubicBezTo>
                    <a:pt x="45133" y="34"/>
                    <a:pt x="45100" y="1"/>
                    <a:pt x="45033" y="1"/>
                  </a:cubicBezTo>
                  <a:close/>
                </a:path>
              </a:pathLst>
            </a:custGeom>
            <a:solidFill>
              <a:srgbClr val="052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5"/>
            <p:cNvSpPr/>
            <p:nvPr/>
          </p:nvSpPr>
          <p:spPr>
            <a:xfrm>
              <a:off x="7157425" y="3005000"/>
              <a:ext cx="1054125" cy="144300"/>
            </a:xfrm>
            <a:custGeom>
              <a:avLst/>
              <a:gdLst/>
              <a:ahLst/>
              <a:cxnLst/>
              <a:rect l="l" t="t" r="r" b="b"/>
              <a:pathLst>
                <a:path w="42165" h="5772" extrusionOk="0">
                  <a:moveTo>
                    <a:pt x="1268" y="1"/>
                  </a:moveTo>
                  <a:lnTo>
                    <a:pt x="1" y="2236"/>
                  </a:lnTo>
                  <a:cubicBezTo>
                    <a:pt x="868" y="2136"/>
                    <a:pt x="1735" y="2102"/>
                    <a:pt x="2603" y="2069"/>
                  </a:cubicBezTo>
                  <a:cubicBezTo>
                    <a:pt x="7609" y="1926"/>
                    <a:pt x="12608" y="1852"/>
                    <a:pt x="17606" y="1852"/>
                  </a:cubicBezTo>
                  <a:cubicBezTo>
                    <a:pt x="23132" y="1852"/>
                    <a:pt x="28657" y="1943"/>
                    <a:pt x="34192" y="2136"/>
                  </a:cubicBezTo>
                  <a:cubicBezTo>
                    <a:pt x="35593" y="2169"/>
                    <a:pt x="36994" y="2236"/>
                    <a:pt x="38295" y="2770"/>
                  </a:cubicBezTo>
                  <a:cubicBezTo>
                    <a:pt x="39796" y="3403"/>
                    <a:pt x="40963" y="4604"/>
                    <a:pt x="42164" y="5772"/>
                  </a:cubicBezTo>
                  <a:lnTo>
                    <a:pt x="388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5"/>
            <p:cNvSpPr/>
            <p:nvPr/>
          </p:nvSpPr>
          <p:spPr>
            <a:xfrm>
              <a:off x="7361750" y="2633900"/>
              <a:ext cx="602125" cy="86775"/>
            </a:xfrm>
            <a:custGeom>
              <a:avLst/>
              <a:gdLst/>
              <a:ahLst/>
              <a:cxnLst/>
              <a:rect l="l" t="t" r="r" b="b"/>
              <a:pathLst>
                <a:path w="24085" h="3471" extrusionOk="0">
                  <a:moveTo>
                    <a:pt x="22083" y="1"/>
                  </a:moveTo>
                  <a:lnTo>
                    <a:pt x="834" y="1435"/>
                  </a:lnTo>
                  <a:lnTo>
                    <a:pt x="0" y="2870"/>
                  </a:lnTo>
                  <a:cubicBezTo>
                    <a:pt x="4537" y="2236"/>
                    <a:pt x="9073" y="1735"/>
                    <a:pt x="13610" y="1335"/>
                  </a:cubicBezTo>
                  <a:cubicBezTo>
                    <a:pt x="14664" y="1249"/>
                    <a:pt x="15740" y="1173"/>
                    <a:pt x="16807" y="1173"/>
                  </a:cubicBezTo>
                  <a:cubicBezTo>
                    <a:pt x="18646" y="1173"/>
                    <a:pt x="20458" y="1400"/>
                    <a:pt x="22083" y="2202"/>
                  </a:cubicBezTo>
                  <a:cubicBezTo>
                    <a:pt x="22783" y="2569"/>
                    <a:pt x="23450" y="3003"/>
                    <a:pt x="24084" y="3470"/>
                  </a:cubicBezTo>
                  <a:lnTo>
                    <a:pt x="220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5"/>
            <p:cNvSpPr/>
            <p:nvPr/>
          </p:nvSpPr>
          <p:spPr>
            <a:xfrm>
              <a:off x="7622775" y="2191925"/>
              <a:ext cx="266050" cy="399475"/>
            </a:xfrm>
            <a:custGeom>
              <a:avLst/>
              <a:gdLst/>
              <a:ahLst/>
              <a:cxnLst/>
              <a:rect l="l" t="t" r="r" b="b"/>
              <a:pathLst>
                <a:path w="10642" h="15979" extrusionOk="0">
                  <a:moveTo>
                    <a:pt x="1434" y="1"/>
                  </a:moveTo>
                  <a:lnTo>
                    <a:pt x="0" y="2502"/>
                  </a:lnTo>
                  <a:cubicBezTo>
                    <a:pt x="1101" y="3036"/>
                    <a:pt x="1968" y="4204"/>
                    <a:pt x="2635" y="5304"/>
                  </a:cubicBezTo>
                  <a:lnTo>
                    <a:pt x="9240" y="15845"/>
                  </a:lnTo>
                  <a:lnTo>
                    <a:pt x="10641" y="15979"/>
                  </a:lnTo>
                  <a:lnTo>
                    <a:pt x="14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5"/>
            <p:cNvSpPr/>
            <p:nvPr/>
          </p:nvSpPr>
          <p:spPr>
            <a:xfrm>
              <a:off x="7033175" y="2826275"/>
              <a:ext cx="154300" cy="234500"/>
            </a:xfrm>
            <a:custGeom>
              <a:avLst/>
              <a:gdLst/>
              <a:ahLst/>
              <a:cxnLst/>
              <a:rect l="l" t="t" r="r" b="b"/>
              <a:pathLst>
                <a:path w="6172" h="9380" extrusionOk="0">
                  <a:moveTo>
                    <a:pt x="3498" y="1"/>
                  </a:moveTo>
                  <a:cubicBezTo>
                    <a:pt x="3202" y="1"/>
                    <a:pt x="3053" y="419"/>
                    <a:pt x="3336" y="645"/>
                  </a:cubicBezTo>
                  <a:cubicBezTo>
                    <a:pt x="3670" y="912"/>
                    <a:pt x="3903" y="1079"/>
                    <a:pt x="4170" y="1346"/>
                  </a:cubicBezTo>
                  <a:cubicBezTo>
                    <a:pt x="2569" y="1346"/>
                    <a:pt x="1101" y="2880"/>
                    <a:pt x="568" y="4281"/>
                  </a:cubicBezTo>
                  <a:cubicBezTo>
                    <a:pt x="1" y="5782"/>
                    <a:pt x="534" y="8217"/>
                    <a:pt x="1702" y="9285"/>
                  </a:cubicBezTo>
                  <a:cubicBezTo>
                    <a:pt x="1767" y="9350"/>
                    <a:pt x="1847" y="9380"/>
                    <a:pt x="1924" y="9380"/>
                  </a:cubicBezTo>
                  <a:cubicBezTo>
                    <a:pt x="2084" y="9380"/>
                    <a:pt x="2236" y="9253"/>
                    <a:pt x="2236" y="9051"/>
                  </a:cubicBezTo>
                  <a:cubicBezTo>
                    <a:pt x="2202" y="7750"/>
                    <a:pt x="1568" y="6583"/>
                    <a:pt x="1802" y="5249"/>
                  </a:cubicBezTo>
                  <a:cubicBezTo>
                    <a:pt x="2069" y="3481"/>
                    <a:pt x="3703" y="3314"/>
                    <a:pt x="4804" y="2313"/>
                  </a:cubicBezTo>
                  <a:lnTo>
                    <a:pt x="4804" y="2313"/>
                  </a:lnTo>
                  <a:cubicBezTo>
                    <a:pt x="4504" y="2847"/>
                    <a:pt x="4370" y="3414"/>
                    <a:pt x="4370" y="4014"/>
                  </a:cubicBezTo>
                  <a:cubicBezTo>
                    <a:pt x="4370" y="4317"/>
                    <a:pt x="4614" y="4497"/>
                    <a:pt x="4858" y="4497"/>
                  </a:cubicBezTo>
                  <a:cubicBezTo>
                    <a:pt x="5018" y="4497"/>
                    <a:pt x="5179" y="4419"/>
                    <a:pt x="5271" y="4248"/>
                  </a:cubicBezTo>
                  <a:cubicBezTo>
                    <a:pt x="5671" y="3581"/>
                    <a:pt x="5938" y="2813"/>
                    <a:pt x="6105" y="2046"/>
                  </a:cubicBezTo>
                  <a:cubicBezTo>
                    <a:pt x="6172" y="1779"/>
                    <a:pt x="6005" y="1513"/>
                    <a:pt x="5771" y="1412"/>
                  </a:cubicBezTo>
                  <a:cubicBezTo>
                    <a:pt x="5004" y="1146"/>
                    <a:pt x="4370" y="445"/>
                    <a:pt x="3670" y="45"/>
                  </a:cubicBezTo>
                  <a:cubicBezTo>
                    <a:pt x="3609" y="14"/>
                    <a:pt x="3551" y="1"/>
                    <a:pt x="3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5"/>
            <p:cNvSpPr/>
            <p:nvPr/>
          </p:nvSpPr>
          <p:spPr>
            <a:xfrm>
              <a:off x="7896300" y="2398175"/>
              <a:ext cx="159300" cy="270875"/>
            </a:xfrm>
            <a:custGeom>
              <a:avLst/>
              <a:gdLst/>
              <a:ahLst/>
              <a:cxnLst/>
              <a:rect l="l" t="t" r="r" b="b"/>
              <a:pathLst>
                <a:path w="6372" h="10835" extrusionOk="0">
                  <a:moveTo>
                    <a:pt x="1972" y="1"/>
                  </a:moveTo>
                  <a:cubicBezTo>
                    <a:pt x="1472" y="1"/>
                    <a:pt x="972" y="97"/>
                    <a:pt x="501" y="290"/>
                  </a:cubicBezTo>
                  <a:cubicBezTo>
                    <a:pt x="167" y="390"/>
                    <a:pt x="0" y="724"/>
                    <a:pt x="67" y="1024"/>
                  </a:cubicBezTo>
                  <a:cubicBezTo>
                    <a:pt x="234" y="1891"/>
                    <a:pt x="401" y="3059"/>
                    <a:pt x="1034" y="3692"/>
                  </a:cubicBezTo>
                  <a:cubicBezTo>
                    <a:pt x="1132" y="3790"/>
                    <a:pt x="1257" y="3835"/>
                    <a:pt x="1382" y="3835"/>
                  </a:cubicBezTo>
                  <a:cubicBezTo>
                    <a:pt x="1643" y="3835"/>
                    <a:pt x="1902" y="3641"/>
                    <a:pt x="1902" y="3326"/>
                  </a:cubicBezTo>
                  <a:cubicBezTo>
                    <a:pt x="1935" y="2992"/>
                    <a:pt x="1868" y="2658"/>
                    <a:pt x="1735" y="2358"/>
                  </a:cubicBezTo>
                  <a:lnTo>
                    <a:pt x="1735" y="2358"/>
                  </a:lnTo>
                  <a:cubicBezTo>
                    <a:pt x="2702" y="3292"/>
                    <a:pt x="3736" y="3859"/>
                    <a:pt x="4403" y="5194"/>
                  </a:cubicBezTo>
                  <a:cubicBezTo>
                    <a:pt x="5404" y="7062"/>
                    <a:pt x="4704" y="8729"/>
                    <a:pt x="3469" y="10230"/>
                  </a:cubicBezTo>
                  <a:cubicBezTo>
                    <a:pt x="3272" y="10485"/>
                    <a:pt x="3457" y="10835"/>
                    <a:pt x="3720" y="10835"/>
                  </a:cubicBezTo>
                  <a:cubicBezTo>
                    <a:pt x="3768" y="10835"/>
                    <a:pt x="3819" y="10823"/>
                    <a:pt x="3870" y="10798"/>
                  </a:cubicBezTo>
                  <a:cubicBezTo>
                    <a:pt x="5904" y="9797"/>
                    <a:pt x="6371" y="7495"/>
                    <a:pt x="5871" y="5460"/>
                  </a:cubicBezTo>
                  <a:cubicBezTo>
                    <a:pt x="5471" y="3659"/>
                    <a:pt x="3703" y="1191"/>
                    <a:pt x="1735" y="1024"/>
                  </a:cubicBezTo>
                  <a:cubicBezTo>
                    <a:pt x="1711" y="1018"/>
                    <a:pt x="1688" y="1015"/>
                    <a:pt x="1664" y="1015"/>
                  </a:cubicBezTo>
                  <a:cubicBezTo>
                    <a:pt x="1555" y="1015"/>
                    <a:pt x="1450" y="1075"/>
                    <a:pt x="1368" y="1157"/>
                  </a:cubicBezTo>
                  <a:cubicBezTo>
                    <a:pt x="1368" y="1157"/>
                    <a:pt x="1368" y="1124"/>
                    <a:pt x="1368" y="1091"/>
                  </a:cubicBezTo>
                  <a:cubicBezTo>
                    <a:pt x="1835" y="890"/>
                    <a:pt x="2302" y="790"/>
                    <a:pt x="2802" y="724"/>
                  </a:cubicBezTo>
                  <a:cubicBezTo>
                    <a:pt x="3136" y="624"/>
                    <a:pt x="3136" y="190"/>
                    <a:pt x="2802" y="90"/>
                  </a:cubicBezTo>
                  <a:cubicBezTo>
                    <a:pt x="2528" y="30"/>
                    <a:pt x="2250" y="1"/>
                    <a:pt x="1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5"/>
            <p:cNvSpPr/>
            <p:nvPr/>
          </p:nvSpPr>
          <p:spPr>
            <a:xfrm>
              <a:off x="7564400" y="3079950"/>
              <a:ext cx="145125" cy="177175"/>
            </a:xfrm>
            <a:custGeom>
              <a:avLst/>
              <a:gdLst/>
              <a:ahLst/>
              <a:cxnLst/>
              <a:rect l="l" t="t" r="r" b="b"/>
              <a:pathLst>
                <a:path w="5805" h="7087" extrusionOk="0">
                  <a:moveTo>
                    <a:pt x="2869" y="2340"/>
                  </a:moveTo>
                  <a:cubicBezTo>
                    <a:pt x="2969" y="2640"/>
                    <a:pt x="3102" y="2907"/>
                    <a:pt x="3202" y="3174"/>
                  </a:cubicBezTo>
                  <a:lnTo>
                    <a:pt x="3069" y="3174"/>
                  </a:lnTo>
                  <a:lnTo>
                    <a:pt x="2469" y="3274"/>
                  </a:lnTo>
                  <a:cubicBezTo>
                    <a:pt x="2602" y="2974"/>
                    <a:pt x="2735" y="2674"/>
                    <a:pt x="2869" y="2340"/>
                  </a:cubicBezTo>
                  <a:close/>
                  <a:moveTo>
                    <a:pt x="2857" y="0"/>
                  </a:moveTo>
                  <a:cubicBezTo>
                    <a:pt x="2588" y="0"/>
                    <a:pt x="2302" y="273"/>
                    <a:pt x="2368" y="605"/>
                  </a:cubicBezTo>
                  <a:cubicBezTo>
                    <a:pt x="2402" y="772"/>
                    <a:pt x="2435" y="906"/>
                    <a:pt x="2469" y="1072"/>
                  </a:cubicBezTo>
                  <a:cubicBezTo>
                    <a:pt x="2068" y="1773"/>
                    <a:pt x="1635" y="2473"/>
                    <a:pt x="1201" y="3141"/>
                  </a:cubicBezTo>
                  <a:cubicBezTo>
                    <a:pt x="734" y="3808"/>
                    <a:pt x="100" y="4442"/>
                    <a:pt x="0" y="5309"/>
                  </a:cubicBezTo>
                  <a:cubicBezTo>
                    <a:pt x="0" y="5589"/>
                    <a:pt x="213" y="5799"/>
                    <a:pt x="459" y="5799"/>
                  </a:cubicBezTo>
                  <a:cubicBezTo>
                    <a:pt x="505" y="5799"/>
                    <a:pt x="553" y="5792"/>
                    <a:pt x="601" y="5776"/>
                  </a:cubicBezTo>
                  <a:cubicBezTo>
                    <a:pt x="1301" y="5509"/>
                    <a:pt x="1668" y="4875"/>
                    <a:pt x="2002" y="4241"/>
                  </a:cubicBezTo>
                  <a:cubicBezTo>
                    <a:pt x="2502" y="4241"/>
                    <a:pt x="2969" y="4141"/>
                    <a:pt x="3403" y="3908"/>
                  </a:cubicBezTo>
                  <a:lnTo>
                    <a:pt x="3436" y="3908"/>
                  </a:lnTo>
                  <a:cubicBezTo>
                    <a:pt x="3703" y="4875"/>
                    <a:pt x="4036" y="5843"/>
                    <a:pt x="4437" y="6810"/>
                  </a:cubicBezTo>
                  <a:cubicBezTo>
                    <a:pt x="4538" y="6999"/>
                    <a:pt x="4723" y="7087"/>
                    <a:pt x="4912" y="7087"/>
                  </a:cubicBezTo>
                  <a:cubicBezTo>
                    <a:pt x="5157" y="7087"/>
                    <a:pt x="5410" y="6940"/>
                    <a:pt x="5504" y="6676"/>
                  </a:cubicBezTo>
                  <a:cubicBezTo>
                    <a:pt x="5804" y="4475"/>
                    <a:pt x="4036" y="2140"/>
                    <a:pt x="3202" y="239"/>
                  </a:cubicBezTo>
                  <a:cubicBezTo>
                    <a:pt x="3124" y="70"/>
                    <a:pt x="2992" y="0"/>
                    <a:pt x="2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5"/>
            <p:cNvSpPr/>
            <p:nvPr/>
          </p:nvSpPr>
          <p:spPr>
            <a:xfrm>
              <a:off x="7597750" y="2715175"/>
              <a:ext cx="127625" cy="162550"/>
            </a:xfrm>
            <a:custGeom>
              <a:avLst/>
              <a:gdLst/>
              <a:ahLst/>
              <a:cxnLst/>
              <a:rect l="l" t="t" r="r" b="b"/>
              <a:pathLst>
                <a:path w="5105" h="6502" extrusionOk="0">
                  <a:moveTo>
                    <a:pt x="1768" y="886"/>
                  </a:moveTo>
                  <a:cubicBezTo>
                    <a:pt x="2636" y="886"/>
                    <a:pt x="2502" y="1687"/>
                    <a:pt x="2202" y="2187"/>
                  </a:cubicBezTo>
                  <a:cubicBezTo>
                    <a:pt x="2035" y="2454"/>
                    <a:pt x="2135" y="2821"/>
                    <a:pt x="2402" y="2988"/>
                  </a:cubicBezTo>
                  <a:cubicBezTo>
                    <a:pt x="2736" y="3221"/>
                    <a:pt x="3770" y="3855"/>
                    <a:pt x="3470" y="4389"/>
                  </a:cubicBezTo>
                  <a:cubicBezTo>
                    <a:pt x="3236" y="4889"/>
                    <a:pt x="2269" y="4922"/>
                    <a:pt x="1735" y="5156"/>
                  </a:cubicBezTo>
                  <a:cubicBezTo>
                    <a:pt x="1702" y="4622"/>
                    <a:pt x="1635" y="4122"/>
                    <a:pt x="1535" y="3622"/>
                  </a:cubicBezTo>
                  <a:cubicBezTo>
                    <a:pt x="1468" y="2754"/>
                    <a:pt x="1268" y="1920"/>
                    <a:pt x="1001" y="1086"/>
                  </a:cubicBezTo>
                  <a:cubicBezTo>
                    <a:pt x="1268" y="986"/>
                    <a:pt x="1501" y="920"/>
                    <a:pt x="1768" y="886"/>
                  </a:cubicBezTo>
                  <a:close/>
                  <a:moveTo>
                    <a:pt x="1837" y="0"/>
                  </a:moveTo>
                  <a:cubicBezTo>
                    <a:pt x="1367" y="0"/>
                    <a:pt x="895" y="162"/>
                    <a:pt x="501" y="453"/>
                  </a:cubicBezTo>
                  <a:cubicBezTo>
                    <a:pt x="483" y="448"/>
                    <a:pt x="466" y="446"/>
                    <a:pt x="448" y="446"/>
                  </a:cubicBezTo>
                  <a:cubicBezTo>
                    <a:pt x="335" y="446"/>
                    <a:pt x="234" y="537"/>
                    <a:pt x="234" y="653"/>
                  </a:cubicBezTo>
                  <a:cubicBezTo>
                    <a:pt x="234" y="719"/>
                    <a:pt x="234" y="753"/>
                    <a:pt x="201" y="786"/>
                  </a:cubicBezTo>
                  <a:cubicBezTo>
                    <a:pt x="134" y="853"/>
                    <a:pt x="100" y="920"/>
                    <a:pt x="67" y="986"/>
                  </a:cubicBezTo>
                  <a:cubicBezTo>
                    <a:pt x="0" y="1120"/>
                    <a:pt x="34" y="1253"/>
                    <a:pt x="134" y="1353"/>
                  </a:cubicBezTo>
                  <a:cubicBezTo>
                    <a:pt x="134" y="1920"/>
                    <a:pt x="267" y="2521"/>
                    <a:pt x="334" y="3088"/>
                  </a:cubicBezTo>
                  <a:cubicBezTo>
                    <a:pt x="401" y="4055"/>
                    <a:pt x="234" y="5189"/>
                    <a:pt x="567" y="6123"/>
                  </a:cubicBezTo>
                  <a:cubicBezTo>
                    <a:pt x="651" y="6332"/>
                    <a:pt x="904" y="6501"/>
                    <a:pt x="1138" y="6501"/>
                  </a:cubicBezTo>
                  <a:cubicBezTo>
                    <a:pt x="1279" y="6501"/>
                    <a:pt x="1414" y="6440"/>
                    <a:pt x="1501" y="6290"/>
                  </a:cubicBezTo>
                  <a:cubicBezTo>
                    <a:pt x="1568" y="6323"/>
                    <a:pt x="1635" y="6357"/>
                    <a:pt x="1702" y="6357"/>
                  </a:cubicBezTo>
                  <a:cubicBezTo>
                    <a:pt x="1889" y="6396"/>
                    <a:pt x="2077" y="6415"/>
                    <a:pt x="2262" y="6415"/>
                  </a:cubicBezTo>
                  <a:cubicBezTo>
                    <a:pt x="3327" y="6415"/>
                    <a:pt x="4311" y="5784"/>
                    <a:pt x="4737" y="4789"/>
                  </a:cubicBezTo>
                  <a:cubicBezTo>
                    <a:pt x="5104" y="3755"/>
                    <a:pt x="4203" y="2821"/>
                    <a:pt x="3403" y="2254"/>
                  </a:cubicBezTo>
                  <a:cubicBezTo>
                    <a:pt x="3636" y="1453"/>
                    <a:pt x="3536" y="586"/>
                    <a:pt x="2669" y="186"/>
                  </a:cubicBezTo>
                  <a:cubicBezTo>
                    <a:pt x="2405" y="60"/>
                    <a:pt x="2121" y="0"/>
                    <a:pt x="1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5"/>
            <p:cNvSpPr/>
            <p:nvPr/>
          </p:nvSpPr>
          <p:spPr>
            <a:xfrm>
              <a:off x="7594400" y="2400675"/>
              <a:ext cx="109275" cy="139850"/>
            </a:xfrm>
            <a:custGeom>
              <a:avLst/>
              <a:gdLst/>
              <a:ahLst/>
              <a:cxnLst/>
              <a:rect l="l" t="t" r="r" b="b"/>
              <a:pathLst>
                <a:path w="4371" h="5594" extrusionOk="0">
                  <a:moveTo>
                    <a:pt x="2838" y="1"/>
                  </a:moveTo>
                  <a:cubicBezTo>
                    <a:pt x="2603" y="1"/>
                    <a:pt x="2372" y="37"/>
                    <a:pt x="2203" y="90"/>
                  </a:cubicBezTo>
                  <a:cubicBezTo>
                    <a:pt x="1502" y="390"/>
                    <a:pt x="968" y="991"/>
                    <a:pt x="768" y="1724"/>
                  </a:cubicBezTo>
                  <a:cubicBezTo>
                    <a:pt x="1" y="3659"/>
                    <a:pt x="1602" y="5594"/>
                    <a:pt x="3537" y="5594"/>
                  </a:cubicBezTo>
                  <a:cubicBezTo>
                    <a:pt x="4237" y="5561"/>
                    <a:pt x="4371" y="4593"/>
                    <a:pt x="3704" y="4393"/>
                  </a:cubicBezTo>
                  <a:cubicBezTo>
                    <a:pt x="2503" y="3993"/>
                    <a:pt x="1635" y="3326"/>
                    <a:pt x="2036" y="1958"/>
                  </a:cubicBezTo>
                  <a:cubicBezTo>
                    <a:pt x="2136" y="1558"/>
                    <a:pt x="2436" y="1224"/>
                    <a:pt x="2803" y="1091"/>
                  </a:cubicBezTo>
                  <a:cubicBezTo>
                    <a:pt x="2865" y="1070"/>
                    <a:pt x="2946" y="1065"/>
                    <a:pt x="3036" y="1065"/>
                  </a:cubicBezTo>
                  <a:cubicBezTo>
                    <a:pt x="3124" y="1065"/>
                    <a:pt x="3221" y="1070"/>
                    <a:pt x="3317" y="1070"/>
                  </a:cubicBezTo>
                  <a:cubicBezTo>
                    <a:pt x="3599" y="1070"/>
                    <a:pt x="3870" y="1027"/>
                    <a:pt x="3870" y="690"/>
                  </a:cubicBezTo>
                  <a:cubicBezTo>
                    <a:pt x="3870" y="167"/>
                    <a:pt x="3343" y="1"/>
                    <a:pt x="28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3869"/>
        <p:cNvGrpSpPr/>
        <p:nvPr/>
      </p:nvGrpSpPr>
      <p:grpSpPr>
        <a:xfrm>
          <a:off x="0" y="0"/>
          <a:ext cx="0" cy="0"/>
          <a:chOff x="0" y="0"/>
          <a:chExt cx="0" cy="0"/>
        </a:xfrm>
      </p:grpSpPr>
      <p:sp>
        <p:nvSpPr>
          <p:cNvPr id="3870" name="Google Shape;3870;p7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3871" name="Google Shape;3871;p76"/>
          <p:cNvSpPr txBox="1">
            <a:spLocks noGrp="1"/>
          </p:cNvSpPr>
          <p:nvPr>
            <p:ph type="body" idx="1"/>
          </p:nvPr>
        </p:nvSpPr>
        <p:spPr>
          <a:xfrm>
            <a:off x="720000" y="1071267"/>
            <a:ext cx="7704000" cy="35373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Did you like the resources on this template? Get them for free at our other websites</a:t>
            </a:r>
            <a:endParaRPr/>
          </a:p>
          <a:p>
            <a:pPr marL="0" lvl="0" indent="0" algn="l" rtl="0">
              <a:spcBef>
                <a:spcPts val="0"/>
              </a:spcBef>
              <a:spcAft>
                <a:spcPts val="0"/>
              </a:spcAft>
              <a:buNone/>
            </a:pPr>
            <a:r>
              <a:rPr lang="en" sz="2400">
                <a:latin typeface="Poppins Black"/>
                <a:ea typeface="Poppins Black"/>
                <a:cs typeface="Poppins Black"/>
                <a:sym typeface="Poppins Black"/>
              </a:rPr>
              <a:t>Vectors</a:t>
            </a:r>
            <a:endParaRPr sz="2400">
              <a:latin typeface="Poppins Black"/>
              <a:ea typeface="Poppins Black"/>
              <a:cs typeface="Poppins Black"/>
              <a:sym typeface="Poppins Black"/>
            </a:endParaRPr>
          </a:p>
          <a:p>
            <a:pPr marL="241300" lvl="0" indent="-203200" algn="l" rtl="0">
              <a:spcBef>
                <a:spcPts val="0"/>
              </a:spcBef>
              <a:spcAft>
                <a:spcPts val="0"/>
              </a:spcAft>
              <a:buClr>
                <a:schemeClr val="lt2"/>
              </a:buClr>
              <a:buSzPts val="1200"/>
              <a:buChar char="●"/>
            </a:pPr>
            <a:r>
              <a:rPr lang="en">
                <a:solidFill>
                  <a:schemeClr val="hlink"/>
                </a:solidFill>
                <a:uFill>
                  <a:noFill/>
                </a:uFill>
                <a:hlinkClick r:id="rId3"/>
              </a:rPr>
              <a:t>School education subject design icon set</a:t>
            </a:r>
            <a:endParaRPr/>
          </a:p>
          <a:p>
            <a:pPr marL="241300" lvl="0" indent="-203200" algn="l" rtl="0">
              <a:spcBef>
                <a:spcPts val="0"/>
              </a:spcBef>
              <a:spcAft>
                <a:spcPts val="0"/>
              </a:spcAft>
              <a:buClr>
                <a:schemeClr val="lt2"/>
              </a:buClr>
              <a:buSzPts val="1200"/>
              <a:buChar char="●"/>
            </a:pPr>
            <a:r>
              <a:rPr lang="en">
                <a:solidFill>
                  <a:schemeClr val="hlink"/>
                </a:solidFill>
                <a:uFill>
                  <a:noFill/>
                </a:uFill>
                <a:hlinkClick r:id="rId4"/>
              </a:rPr>
              <a:t>Business crisis Semi Flat Illustrations</a:t>
            </a:r>
            <a:endParaRPr/>
          </a:p>
          <a:p>
            <a:pPr marL="241300" lvl="0" indent="-203200" algn="l" rtl="0">
              <a:spcBef>
                <a:spcPts val="0"/>
              </a:spcBef>
              <a:spcAft>
                <a:spcPts val="0"/>
              </a:spcAft>
              <a:buClr>
                <a:schemeClr val="lt2"/>
              </a:buClr>
              <a:buSzPts val="1200"/>
              <a:buChar char="●"/>
            </a:pPr>
            <a:r>
              <a:rPr lang="en">
                <a:solidFill>
                  <a:schemeClr val="hlink"/>
                </a:solidFill>
                <a:uFill>
                  <a:noFill/>
                </a:uFill>
                <a:hlinkClick r:id="rId5"/>
              </a:rPr>
              <a:t>Pack de iconos: Economic development | Lineal</a:t>
            </a:r>
            <a:endParaRPr/>
          </a:p>
          <a:p>
            <a:pPr marL="0" lvl="0" indent="0" algn="l" rtl="0">
              <a:spcBef>
                <a:spcPts val="300"/>
              </a:spcBef>
              <a:spcAft>
                <a:spcPts val="0"/>
              </a:spcAft>
              <a:buNone/>
            </a:pPr>
            <a:r>
              <a:rPr lang="en" sz="2400">
                <a:latin typeface="Poppins Black"/>
                <a:ea typeface="Poppins Black"/>
                <a:cs typeface="Poppins Black"/>
                <a:sym typeface="Poppins Black"/>
              </a:rPr>
              <a:t>Photos</a:t>
            </a:r>
            <a:endParaRPr sz="2400">
              <a:latin typeface="Poppins Black"/>
              <a:ea typeface="Poppins Black"/>
              <a:cs typeface="Poppins Black"/>
              <a:sym typeface="Poppins Black"/>
            </a:endParaRPr>
          </a:p>
          <a:p>
            <a:pPr marL="241300" lvl="0" indent="-203200" algn="l" rtl="0">
              <a:spcBef>
                <a:spcPts val="0"/>
              </a:spcBef>
              <a:spcAft>
                <a:spcPts val="0"/>
              </a:spcAft>
              <a:buClr>
                <a:schemeClr val="lt2"/>
              </a:buClr>
              <a:buSzPts val="1200"/>
              <a:buChar char="●"/>
            </a:pPr>
            <a:r>
              <a:rPr lang="en">
                <a:uFill>
                  <a:noFill/>
                </a:uFill>
                <a:hlinkClick r:id="rId6"/>
              </a:rPr>
              <a:t>Person doing a presentation for her colleagues</a:t>
            </a:r>
            <a:endParaRPr>
              <a:solidFill>
                <a:srgbClr val="595959"/>
              </a:solidFill>
            </a:endParaRPr>
          </a:p>
          <a:p>
            <a:pPr marL="241300" lvl="0" indent="-203200" algn="l" rtl="0">
              <a:spcBef>
                <a:spcPts val="0"/>
              </a:spcBef>
              <a:spcAft>
                <a:spcPts val="0"/>
              </a:spcAft>
              <a:buClr>
                <a:schemeClr val="lt2"/>
              </a:buClr>
              <a:buSzPts val="1200"/>
              <a:buChar char="●"/>
            </a:pPr>
            <a:r>
              <a:rPr lang="en">
                <a:uFill>
                  <a:noFill/>
                </a:uFill>
                <a:hlinkClick r:id="rId7"/>
              </a:rPr>
              <a:t>Man showing some infographics in a video call</a:t>
            </a:r>
            <a:endParaRPr/>
          </a:p>
          <a:p>
            <a:pPr marL="241300" lvl="0" indent="-203200" algn="l" rtl="0">
              <a:spcBef>
                <a:spcPts val="0"/>
              </a:spcBef>
              <a:spcAft>
                <a:spcPts val="0"/>
              </a:spcAft>
              <a:buClr>
                <a:schemeClr val="lt2"/>
              </a:buClr>
              <a:buSzPts val="1200"/>
              <a:buChar char="●"/>
            </a:pPr>
            <a:r>
              <a:rPr lang="en">
                <a:uFill>
                  <a:noFill/>
                </a:uFill>
                <a:hlinkClick r:id="rId8"/>
              </a:rPr>
              <a:t>Front view of smiley female teacher posing in front of blackboard</a:t>
            </a:r>
            <a:endParaRPr/>
          </a:p>
          <a:p>
            <a:pPr marL="241300" lvl="0" indent="-203200" algn="l" rtl="0">
              <a:spcBef>
                <a:spcPts val="0"/>
              </a:spcBef>
              <a:spcAft>
                <a:spcPts val="0"/>
              </a:spcAft>
              <a:buClr>
                <a:schemeClr val="lt2"/>
              </a:buClr>
              <a:buSzPts val="1200"/>
              <a:buChar char="●"/>
            </a:pPr>
            <a:r>
              <a:rPr lang="en">
                <a:uFill>
                  <a:noFill/>
                </a:uFill>
                <a:hlinkClick r:id="rId9"/>
              </a:rPr>
              <a:t>Female teacher at desk</a:t>
            </a:r>
            <a:endParaRPr/>
          </a:p>
          <a:p>
            <a:pPr marL="0" lvl="0" indent="0" algn="l" rtl="0">
              <a:spcBef>
                <a:spcPts val="0"/>
              </a:spcBef>
              <a:spcAft>
                <a:spcPts val="0"/>
              </a:spcAft>
              <a:buNone/>
            </a:pPr>
            <a:r>
              <a:rPr lang="en" sz="2400">
                <a:latin typeface="Poppins Black"/>
                <a:ea typeface="Poppins Black"/>
                <a:cs typeface="Poppins Black"/>
                <a:sym typeface="Poppins Black"/>
              </a:rPr>
              <a:t>Icons</a:t>
            </a:r>
            <a:endParaRPr sz="2400">
              <a:latin typeface="Poppins Black"/>
              <a:ea typeface="Poppins Black"/>
              <a:cs typeface="Poppins Black"/>
              <a:sym typeface="Poppins Black"/>
            </a:endParaRPr>
          </a:p>
          <a:p>
            <a:pPr marL="241300" lvl="0" indent="-203200" algn="l" rtl="0">
              <a:spcBef>
                <a:spcPts val="0"/>
              </a:spcBef>
              <a:spcAft>
                <a:spcPts val="0"/>
              </a:spcAft>
              <a:buClr>
                <a:schemeClr val="lt2"/>
              </a:buClr>
              <a:buSzPts val="1200"/>
              <a:buChar char="●"/>
            </a:pPr>
            <a:r>
              <a:rPr lang="en">
                <a:uFill>
                  <a:noFill/>
                </a:uFill>
                <a:hlinkClick r:id="rId10"/>
              </a:rPr>
              <a:t>Lottery</a:t>
            </a:r>
            <a:endParaRPr/>
          </a:p>
          <a:p>
            <a:pPr marL="241300" lvl="0" indent="-203200" algn="l" rtl="0">
              <a:spcBef>
                <a:spcPts val="0"/>
              </a:spcBef>
              <a:spcAft>
                <a:spcPts val="0"/>
              </a:spcAft>
              <a:buClr>
                <a:schemeClr val="lt2"/>
              </a:buClr>
              <a:buSzPts val="1200"/>
              <a:buChar char="●"/>
            </a:pPr>
            <a:r>
              <a:rPr lang="en">
                <a:uFill>
                  <a:noFill/>
                </a:uFill>
                <a:hlinkClick r:id="rId11"/>
              </a:rPr>
              <a:t>Dice</a:t>
            </a:r>
            <a:endParaRPr/>
          </a:p>
        </p:txBody>
      </p:sp>
      <p:sp>
        <p:nvSpPr>
          <p:cNvPr id="3872" name="Google Shape;3872;p76"/>
          <p:cNvSpPr txBox="1">
            <a:spLocks noGrp="1"/>
          </p:cNvSpPr>
          <p:nvPr>
            <p:ph type="sldNum" idx="12"/>
          </p:nvPr>
        </p:nvSpPr>
        <p:spPr>
          <a:xfrm>
            <a:off x="8404384" y="4673651"/>
            <a:ext cx="548700" cy="39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fld id="{00000000-1234-1234-1234-123412341234}" type="slidenum">
              <a:rPr lang="en"/>
              <a:t>79</a:t>
            </a:fld>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76"/>
        <p:cNvGrpSpPr/>
        <p:nvPr/>
      </p:nvGrpSpPr>
      <p:grpSpPr>
        <a:xfrm>
          <a:off x="0" y="0"/>
          <a:ext cx="0" cy="0"/>
          <a:chOff x="0" y="0"/>
          <a:chExt cx="0" cy="0"/>
        </a:xfrm>
      </p:grpSpPr>
      <p:sp>
        <p:nvSpPr>
          <p:cNvPr id="3877" name="Google Shape;3877;p7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3878" name="Google Shape;3878;p77"/>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82"/>
        <p:cNvGrpSpPr/>
        <p:nvPr/>
      </p:nvGrpSpPr>
      <p:grpSpPr>
        <a:xfrm>
          <a:off x="0" y="0"/>
          <a:ext cx="0" cy="0"/>
          <a:chOff x="0" y="0"/>
          <a:chExt cx="0" cy="0"/>
        </a:xfrm>
      </p:grpSpPr>
      <p:sp>
        <p:nvSpPr>
          <p:cNvPr id="3883" name="Google Shape;3883;p78"/>
          <p:cNvSpPr txBox="1"/>
          <p:nvPr/>
        </p:nvSpPr>
        <p:spPr>
          <a:xfrm>
            <a:off x="716775"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3884" name="Google Shape;3884;p7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888"/>
        <p:cNvGrpSpPr/>
        <p:nvPr/>
      </p:nvGrpSpPr>
      <p:grpSpPr>
        <a:xfrm>
          <a:off x="0" y="0"/>
          <a:ext cx="0" cy="0"/>
          <a:chOff x="0" y="0"/>
          <a:chExt cx="0" cy="0"/>
        </a:xfrm>
      </p:grpSpPr>
      <p:sp>
        <p:nvSpPr>
          <p:cNvPr id="3889" name="Google Shape;3889;p79"/>
          <p:cNvSpPr txBox="1">
            <a:spLocks noGrp="1"/>
          </p:cNvSpPr>
          <p:nvPr>
            <p:ph type="body" idx="4294967295"/>
          </p:nvPr>
        </p:nvSpPr>
        <p:spPr>
          <a:xfrm>
            <a:off x="716775" y="1188000"/>
            <a:ext cx="7710600" cy="1104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chemeClr val="lt1"/>
                </a:solidFill>
                <a:latin typeface="Arial"/>
                <a:ea typeface="Arial"/>
                <a:cs typeface="Arial"/>
                <a:sym typeface="Arial"/>
              </a:rPr>
              <a:t>Poppins</a:t>
            </a:r>
            <a:endParaRPr b="1">
              <a:solidFill>
                <a:schemeClr val="lt1"/>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https://fonts.google.com/specimen/Poppins</a:t>
            </a:r>
            <a:r>
              <a:rPr lang="en" sz="1300">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3890" name="Google Shape;3890;p79"/>
          <p:cNvSpPr/>
          <p:nvPr/>
        </p:nvSpPr>
        <p:spPr>
          <a:xfrm>
            <a:off x="2052650" y="2409575"/>
            <a:ext cx="791400" cy="754200"/>
          </a:xfrm>
          <a:prstGeom prst="roundRect">
            <a:avLst>
              <a:gd name="adj" fmla="val 16667"/>
            </a:avLst>
          </a:prstGeom>
          <a:solidFill>
            <a:schemeClr val="dk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9"/>
          <p:cNvSpPr/>
          <p:nvPr/>
        </p:nvSpPr>
        <p:spPr>
          <a:xfrm>
            <a:off x="3114470" y="240957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9"/>
          <p:cNvSpPr/>
          <p:nvPr/>
        </p:nvSpPr>
        <p:spPr>
          <a:xfrm>
            <a:off x="4176289" y="2409575"/>
            <a:ext cx="791400" cy="754200"/>
          </a:xfrm>
          <a:prstGeom prst="roundRect">
            <a:avLst>
              <a:gd name="adj" fmla="val 16667"/>
            </a:avLst>
          </a:prstGeom>
          <a:solidFill>
            <a:schemeClr val="dk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9"/>
          <p:cNvSpPr txBox="1"/>
          <p:nvPr/>
        </p:nvSpPr>
        <p:spPr>
          <a:xfrm>
            <a:off x="2052650" y="2566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#f0a74d</a:t>
            </a:r>
            <a:endParaRPr sz="1000">
              <a:solidFill>
                <a:srgbClr val="FFFFFF"/>
              </a:solidFill>
            </a:endParaRPr>
          </a:p>
        </p:txBody>
      </p:sp>
      <p:sp>
        <p:nvSpPr>
          <p:cNvPr id="3894" name="Google Shape;3894;p79"/>
          <p:cNvSpPr txBox="1"/>
          <p:nvPr/>
        </p:nvSpPr>
        <p:spPr>
          <a:xfrm>
            <a:off x="3114475" y="2566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2"/>
                </a:solidFill>
              </a:rPr>
              <a:t>#ffffff</a:t>
            </a:r>
            <a:endParaRPr sz="1000">
              <a:solidFill>
                <a:schemeClr val="lt2"/>
              </a:solidFill>
            </a:endParaRPr>
          </a:p>
        </p:txBody>
      </p:sp>
      <p:sp>
        <p:nvSpPr>
          <p:cNvPr id="3895" name="Google Shape;3895;p79"/>
          <p:cNvSpPr txBox="1"/>
          <p:nvPr/>
        </p:nvSpPr>
        <p:spPr>
          <a:xfrm>
            <a:off x="4176300" y="2566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#c7a6cc</a:t>
            </a:r>
            <a:endParaRPr sz="1000">
              <a:solidFill>
                <a:srgbClr val="FFFFFF"/>
              </a:solidFill>
            </a:endParaRPr>
          </a:p>
        </p:txBody>
      </p:sp>
      <p:sp>
        <p:nvSpPr>
          <p:cNvPr id="3896" name="Google Shape;3896;p79"/>
          <p:cNvSpPr/>
          <p:nvPr/>
        </p:nvSpPr>
        <p:spPr>
          <a:xfrm>
            <a:off x="5238125" y="2409575"/>
            <a:ext cx="791400" cy="754200"/>
          </a:xfrm>
          <a:prstGeom prst="roundRect">
            <a:avLst>
              <a:gd name="adj" fmla="val 16667"/>
            </a:avLst>
          </a:prstGeom>
          <a:solidFill>
            <a:schemeClr val="lt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9"/>
          <p:cNvSpPr txBox="1"/>
          <p:nvPr/>
        </p:nvSpPr>
        <p:spPr>
          <a:xfrm>
            <a:off x="5238125" y="2566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#49194f</a:t>
            </a:r>
            <a:endParaRPr sz="1000">
              <a:solidFill>
                <a:srgbClr val="FFFFFF"/>
              </a:solidFill>
            </a:endParaRPr>
          </a:p>
        </p:txBody>
      </p:sp>
      <p:sp>
        <p:nvSpPr>
          <p:cNvPr id="3898" name="Google Shape;3898;p79"/>
          <p:cNvSpPr/>
          <p:nvPr/>
        </p:nvSpPr>
        <p:spPr>
          <a:xfrm>
            <a:off x="2595300" y="3348725"/>
            <a:ext cx="791400" cy="754200"/>
          </a:xfrm>
          <a:prstGeom prst="roundRect">
            <a:avLst>
              <a:gd name="adj" fmla="val 16667"/>
            </a:avLst>
          </a:prstGeom>
          <a:solidFill>
            <a:schemeClr val="accent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9"/>
          <p:cNvSpPr/>
          <p:nvPr/>
        </p:nvSpPr>
        <p:spPr>
          <a:xfrm>
            <a:off x="3657120" y="3348725"/>
            <a:ext cx="791400" cy="754200"/>
          </a:xfrm>
          <a:prstGeom prst="roundRect">
            <a:avLst>
              <a:gd name="adj" fmla="val 16667"/>
            </a:avLst>
          </a:prstGeom>
          <a:solidFill>
            <a:schemeClr val="accent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9"/>
          <p:cNvSpPr/>
          <p:nvPr/>
        </p:nvSpPr>
        <p:spPr>
          <a:xfrm>
            <a:off x="4718939" y="3348725"/>
            <a:ext cx="791400" cy="754200"/>
          </a:xfrm>
          <a:prstGeom prst="roundRect">
            <a:avLst>
              <a:gd name="adj" fmla="val 16667"/>
            </a:avLst>
          </a:prstGeom>
          <a:solidFill>
            <a:schemeClr val="accent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9"/>
          <p:cNvSpPr txBox="1"/>
          <p:nvPr/>
        </p:nvSpPr>
        <p:spPr>
          <a:xfrm>
            <a:off x="2595300" y="35057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2"/>
                </a:solidFill>
              </a:rPr>
              <a:t>#f7ecf8</a:t>
            </a:r>
            <a:endParaRPr sz="1000">
              <a:solidFill>
                <a:schemeClr val="lt2"/>
              </a:solidFill>
            </a:endParaRPr>
          </a:p>
        </p:txBody>
      </p:sp>
      <p:sp>
        <p:nvSpPr>
          <p:cNvPr id="3902" name="Google Shape;3902;p79"/>
          <p:cNvSpPr txBox="1"/>
          <p:nvPr/>
        </p:nvSpPr>
        <p:spPr>
          <a:xfrm>
            <a:off x="3657125" y="35057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#c27ba0</a:t>
            </a:r>
            <a:endParaRPr sz="1000">
              <a:solidFill>
                <a:srgbClr val="FFFFFF"/>
              </a:solidFill>
            </a:endParaRPr>
          </a:p>
        </p:txBody>
      </p:sp>
      <p:sp>
        <p:nvSpPr>
          <p:cNvPr id="3903" name="Google Shape;3903;p79"/>
          <p:cNvSpPr txBox="1"/>
          <p:nvPr/>
        </p:nvSpPr>
        <p:spPr>
          <a:xfrm>
            <a:off x="4718950" y="35057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#e69138</a:t>
            </a:r>
            <a:endParaRPr sz="1000">
              <a:solidFill>
                <a:srgbClr val="FFFFFF"/>
              </a:solidFill>
            </a:endParaRPr>
          </a:p>
        </p:txBody>
      </p:sp>
      <p:sp>
        <p:nvSpPr>
          <p:cNvPr id="3904" name="Google Shape;3904;p79"/>
          <p:cNvSpPr/>
          <p:nvPr/>
        </p:nvSpPr>
        <p:spPr>
          <a:xfrm>
            <a:off x="5780775" y="3348725"/>
            <a:ext cx="791400" cy="754200"/>
          </a:xfrm>
          <a:prstGeom prst="roundRect">
            <a:avLst>
              <a:gd name="adj" fmla="val 16667"/>
            </a:avLst>
          </a:prstGeom>
          <a:solidFill>
            <a:schemeClr val="accent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9"/>
          <p:cNvSpPr txBox="1"/>
          <p:nvPr/>
        </p:nvSpPr>
        <p:spPr>
          <a:xfrm>
            <a:off x="5780775" y="35057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#b45f06</a:t>
            </a:r>
            <a:endParaRPr sz="1000">
              <a:solidFill>
                <a:srgbClr val="FFFFFF"/>
              </a:solidFill>
            </a:endParaRPr>
          </a:p>
        </p:txBody>
      </p:sp>
      <p:sp>
        <p:nvSpPr>
          <p:cNvPr id="3906" name="Google Shape;3906;p79"/>
          <p:cNvSpPr/>
          <p:nvPr/>
        </p:nvSpPr>
        <p:spPr>
          <a:xfrm>
            <a:off x="6299950" y="2409575"/>
            <a:ext cx="791400" cy="754200"/>
          </a:xfrm>
          <a:prstGeom prst="roundRect">
            <a:avLst>
              <a:gd name="adj" fmla="val 16667"/>
            </a:avLst>
          </a:prstGeom>
          <a:solidFill>
            <a:schemeClr val="accen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9"/>
          <p:cNvSpPr txBox="1"/>
          <p:nvPr/>
        </p:nvSpPr>
        <p:spPr>
          <a:xfrm>
            <a:off x="6299950" y="2566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2"/>
                </a:solidFill>
              </a:rPr>
              <a:t>#fce5cd</a:t>
            </a:r>
            <a:endParaRPr sz="1000">
              <a:solidFill>
                <a:schemeClr val="lt2"/>
              </a:solidFill>
            </a:endParaRPr>
          </a:p>
        </p:txBody>
      </p:sp>
      <p:sp>
        <p:nvSpPr>
          <p:cNvPr id="3908" name="Google Shape;3908;p79"/>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912"/>
        <p:cNvGrpSpPr/>
        <p:nvPr/>
      </p:nvGrpSpPr>
      <p:grpSpPr>
        <a:xfrm>
          <a:off x="0" y="0"/>
          <a:ext cx="0" cy="0"/>
          <a:chOff x="0" y="0"/>
          <a:chExt cx="0" cy="0"/>
        </a:xfrm>
      </p:grpSpPr>
      <p:sp>
        <p:nvSpPr>
          <p:cNvPr id="3913" name="Google Shape;3913;p80"/>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3914" name="Google Shape;3914;p8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3915" name="Google Shape;3915;p80"/>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3916" name="Google Shape;3916;p80">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3917" name="Google Shape;3917;p80">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3918" name="Google Shape;3918;p80">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3919" name="Google Shape;3919;p80">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3920" name="Google Shape;3920;p80"/>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3921" name="Google Shape;3921;p80"/>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3922" name="Google Shape;3922;p80"/>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3923" name="Google Shape;3923;p80"/>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3924" name="Google Shape;3924;p80">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928"/>
        <p:cNvGrpSpPr/>
        <p:nvPr/>
      </p:nvGrpSpPr>
      <p:grpSpPr>
        <a:xfrm>
          <a:off x="0" y="0"/>
          <a:ext cx="0" cy="0"/>
          <a:chOff x="0" y="0"/>
          <a:chExt cx="0" cy="0"/>
        </a:xfrm>
      </p:grpSpPr>
      <p:sp>
        <p:nvSpPr>
          <p:cNvPr id="3929" name="Google Shape;3929;p81"/>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a:t>
            </a:r>
            <a:r>
              <a:rPr lang="en" sz="1100" err="1">
                <a:solidFill>
                  <a:schemeClr val="lt1"/>
                </a:solidFill>
              </a:rPr>
              <a:t>Slidesgo</a:t>
            </a:r>
            <a:r>
              <a:rPr lang="en" sz="1100">
                <a:solidFill>
                  <a:schemeClr val="lt1"/>
                </a:solidFill>
              </a:rPr>
              <a:t>.</a:t>
            </a:r>
            <a:endParaRPr sz="1100">
              <a:solidFill>
                <a:srgbClr val="FFFFFF"/>
              </a:solidFill>
            </a:endParaRPr>
          </a:p>
        </p:txBody>
      </p:sp>
      <p:grpSp>
        <p:nvGrpSpPr>
          <p:cNvPr id="3930" name="Google Shape;3930;p81"/>
          <p:cNvGrpSpPr/>
          <p:nvPr/>
        </p:nvGrpSpPr>
        <p:grpSpPr>
          <a:xfrm>
            <a:off x="5117640" y="3085736"/>
            <a:ext cx="474294" cy="551291"/>
            <a:chOff x="4727025" y="1332775"/>
            <a:chExt cx="59900" cy="69625"/>
          </a:xfrm>
        </p:grpSpPr>
        <p:sp>
          <p:nvSpPr>
            <p:cNvPr id="3931" name="Google Shape;3931;p8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3" name="Google Shape;3933;p81"/>
          <p:cNvGrpSpPr/>
          <p:nvPr/>
        </p:nvGrpSpPr>
        <p:grpSpPr>
          <a:xfrm>
            <a:off x="5731296" y="2314340"/>
            <a:ext cx="555653" cy="557031"/>
            <a:chOff x="4820425" y="1329900"/>
            <a:chExt cx="70175" cy="70350"/>
          </a:xfrm>
        </p:grpSpPr>
        <p:sp>
          <p:nvSpPr>
            <p:cNvPr id="3934" name="Google Shape;3934;p8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8" name="Google Shape;3938;p81"/>
          <p:cNvGrpSpPr/>
          <p:nvPr/>
        </p:nvGrpSpPr>
        <p:grpSpPr>
          <a:xfrm>
            <a:off x="6357664" y="2318845"/>
            <a:ext cx="582574" cy="533871"/>
            <a:chOff x="4903200" y="1331525"/>
            <a:chExt cx="73575" cy="67425"/>
          </a:xfrm>
        </p:grpSpPr>
        <p:sp>
          <p:nvSpPr>
            <p:cNvPr id="3939" name="Google Shape;3939;p8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1" name="Google Shape;3941;p81"/>
          <p:cNvGrpSpPr/>
          <p:nvPr/>
        </p:nvGrpSpPr>
        <p:grpSpPr>
          <a:xfrm>
            <a:off x="5717142" y="3078709"/>
            <a:ext cx="583960" cy="565345"/>
            <a:chOff x="4815575" y="1416800"/>
            <a:chExt cx="73750" cy="71400"/>
          </a:xfrm>
        </p:grpSpPr>
        <p:sp>
          <p:nvSpPr>
            <p:cNvPr id="3942" name="Google Shape;3942;p8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5" name="Google Shape;3945;p81"/>
          <p:cNvGrpSpPr/>
          <p:nvPr/>
        </p:nvGrpSpPr>
        <p:grpSpPr>
          <a:xfrm>
            <a:off x="6351924" y="3108896"/>
            <a:ext cx="589898" cy="504970"/>
            <a:chOff x="4902475" y="1418875"/>
            <a:chExt cx="74500" cy="63775"/>
          </a:xfrm>
        </p:grpSpPr>
        <p:sp>
          <p:nvSpPr>
            <p:cNvPr id="3946" name="Google Shape;3946;p8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8" name="Google Shape;3948;p81"/>
          <p:cNvGrpSpPr/>
          <p:nvPr/>
        </p:nvGrpSpPr>
        <p:grpSpPr>
          <a:xfrm>
            <a:off x="5727139" y="3826000"/>
            <a:ext cx="563967" cy="567127"/>
            <a:chOff x="4818100" y="1507675"/>
            <a:chExt cx="71225" cy="71625"/>
          </a:xfrm>
        </p:grpSpPr>
        <p:sp>
          <p:nvSpPr>
            <p:cNvPr id="3949" name="Google Shape;3949;p8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3" name="Google Shape;3953;p81"/>
          <p:cNvGrpSpPr/>
          <p:nvPr/>
        </p:nvGrpSpPr>
        <p:grpSpPr>
          <a:xfrm>
            <a:off x="5040636" y="3829461"/>
            <a:ext cx="628301" cy="588505"/>
            <a:chOff x="4721450" y="1509475"/>
            <a:chExt cx="79350" cy="74325"/>
          </a:xfrm>
        </p:grpSpPr>
        <p:sp>
          <p:nvSpPr>
            <p:cNvPr id="3954" name="Google Shape;3954;p8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8" name="Google Shape;3958;p81"/>
          <p:cNvGrpSpPr/>
          <p:nvPr/>
        </p:nvGrpSpPr>
        <p:grpSpPr>
          <a:xfrm>
            <a:off x="6386170" y="3814027"/>
            <a:ext cx="557038" cy="562772"/>
            <a:chOff x="4906800" y="1507500"/>
            <a:chExt cx="70350" cy="71075"/>
          </a:xfrm>
        </p:grpSpPr>
        <p:sp>
          <p:nvSpPr>
            <p:cNvPr id="3959" name="Google Shape;3959;p8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4" name="Google Shape;3964;p81"/>
          <p:cNvGrpSpPr/>
          <p:nvPr/>
        </p:nvGrpSpPr>
        <p:grpSpPr>
          <a:xfrm>
            <a:off x="4423778" y="2340963"/>
            <a:ext cx="517934" cy="517934"/>
            <a:chOff x="3736598" y="2170606"/>
            <a:chExt cx="404889" cy="404889"/>
          </a:xfrm>
        </p:grpSpPr>
        <p:sp>
          <p:nvSpPr>
            <p:cNvPr id="3965" name="Google Shape;3965;p8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9" name="Google Shape;3969;p81"/>
          <p:cNvGrpSpPr/>
          <p:nvPr/>
        </p:nvGrpSpPr>
        <p:grpSpPr>
          <a:xfrm>
            <a:off x="3690839" y="2341061"/>
            <a:ext cx="586986" cy="517740"/>
            <a:chOff x="3161917" y="2170682"/>
            <a:chExt cx="458870" cy="404737"/>
          </a:xfrm>
        </p:grpSpPr>
        <p:sp>
          <p:nvSpPr>
            <p:cNvPr id="3970" name="Google Shape;3970;p8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3" name="Google Shape;3973;p81"/>
          <p:cNvGrpSpPr/>
          <p:nvPr/>
        </p:nvGrpSpPr>
        <p:grpSpPr>
          <a:xfrm>
            <a:off x="3713860" y="3102400"/>
            <a:ext cx="540943" cy="517963"/>
            <a:chOff x="3179914" y="2889488"/>
            <a:chExt cx="422876" cy="404911"/>
          </a:xfrm>
        </p:grpSpPr>
        <p:sp>
          <p:nvSpPr>
            <p:cNvPr id="3974" name="Google Shape;3974;p8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0" name="Google Shape;3980;p81"/>
          <p:cNvGrpSpPr/>
          <p:nvPr/>
        </p:nvGrpSpPr>
        <p:grpSpPr>
          <a:xfrm>
            <a:off x="4414654" y="3102358"/>
            <a:ext cx="536180" cy="518047"/>
            <a:chOff x="3729467" y="2889422"/>
            <a:chExt cx="419153" cy="404977"/>
          </a:xfrm>
        </p:grpSpPr>
        <p:sp>
          <p:nvSpPr>
            <p:cNvPr id="3981" name="Google Shape;3981;p8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8" name="Google Shape;3988;p81"/>
          <p:cNvGrpSpPr/>
          <p:nvPr/>
        </p:nvGrpSpPr>
        <p:grpSpPr>
          <a:xfrm>
            <a:off x="1951688" y="3445787"/>
            <a:ext cx="965351" cy="134611"/>
            <a:chOff x="4411970" y="2962952"/>
            <a:chExt cx="706544" cy="104212"/>
          </a:xfrm>
        </p:grpSpPr>
        <p:sp>
          <p:nvSpPr>
            <p:cNvPr id="3989" name="Google Shape;3989;p8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3" name="Google Shape;3993;p81"/>
          <p:cNvGrpSpPr/>
          <p:nvPr/>
        </p:nvGrpSpPr>
        <p:grpSpPr>
          <a:xfrm>
            <a:off x="1951688" y="3041077"/>
            <a:ext cx="960158" cy="289172"/>
            <a:chOff x="4411970" y="2726085"/>
            <a:chExt cx="643107" cy="193659"/>
          </a:xfrm>
        </p:grpSpPr>
        <p:sp>
          <p:nvSpPr>
            <p:cNvPr id="3994" name="Google Shape;3994;p8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7" name="Google Shape;3997;p81"/>
          <p:cNvGrpSpPr/>
          <p:nvPr/>
        </p:nvGrpSpPr>
        <p:grpSpPr>
          <a:xfrm>
            <a:off x="960185" y="3295400"/>
            <a:ext cx="811503" cy="252584"/>
            <a:chOff x="4411970" y="4340222"/>
            <a:chExt cx="779467" cy="242683"/>
          </a:xfrm>
        </p:grpSpPr>
        <p:sp>
          <p:nvSpPr>
            <p:cNvPr id="3998" name="Google Shape;3998;p8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 name="Google Shape;4001;p81"/>
          <p:cNvGrpSpPr/>
          <p:nvPr/>
        </p:nvGrpSpPr>
        <p:grpSpPr>
          <a:xfrm>
            <a:off x="1951688" y="2709308"/>
            <a:ext cx="965160" cy="216230"/>
            <a:chOff x="4411970" y="2468674"/>
            <a:chExt cx="747317" cy="167425"/>
          </a:xfrm>
        </p:grpSpPr>
        <p:sp>
          <p:nvSpPr>
            <p:cNvPr id="4002" name="Google Shape;4002;p8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4" name="Google Shape;4004;p81"/>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5" name="Google Shape;4005;p81"/>
          <p:cNvGrpSpPr/>
          <p:nvPr/>
        </p:nvGrpSpPr>
        <p:grpSpPr>
          <a:xfrm>
            <a:off x="959254" y="2334687"/>
            <a:ext cx="1959041" cy="208784"/>
            <a:chOff x="6336019" y="3733725"/>
            <a:chExt cx="2566206" cy="351310"/>
          </a:xfrm>
        </p:grpSpPr>
        <p:sp>
          <p:nvSpPr>
            <p:cNvPr id="4006" name="Google Shape;4006;p8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0" name="Google Shape;4010;p81"/>
          <p:cNvGrpSpPr/>
          <p:nvPr/>
        </p:nvGrpSpPr>
        <p:grpSpPr>
          <a:xfrm>
            <a:off x="1951688" y="3950602"/>
            <a:ext cx="946551" cy="153200"/>
            <a:chOff x="4404545" y="3301592"/>
            <a:chExt cx="782403" cy="129272"/>
          </a:xfrm>
        </p:grpSpPr>
        <p:sp>
          <p:nvSpPr>
            <p:cNvPr id="4011" name="Google Shape;4011;p8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3" name="Google Shape;4013;p81"/>
          <p:cNvGrpSpPr/>
          <p:nvPr/>
        </p:nvGrpSpPr>
        <p:grpSpPr>
          <a:xfrm>
            <a:off x="1951688" y="3695937"/>
            <a:ext cx="962257" cy="139127"/>
            <a:chOff x="4411970" y="3131459"/>
            <a:chExt cx="710520" cy="117397"/>
          </a:xfrm>
        </p:grpSpPr>
        <p:sp>
          <p:nvSpPr>
            <p:cNvPr id="4014" name="Google Shape;4014;p8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16" name="Google Shape;4016;p81"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7" name="Google Shape;4017;p81"/>
          <p:cNvGrpSpPr/>
          <p:nvPr/>
        </p:nvGrpSpPr>
        <p:grpSpPr>
          <a:xfrm>
            <a:off x="951833" y="3621603"/>
            <a:ext cx="823838" cy="458988"/>
            <a:chOff x="4411970" y="1801825"/>
            <a:chExt cx="734586" cy="409262"/>
          </a:xfrm>
        </p:grpSpPr>
        <p:sp>
          <p:nvSpPr>
            <p:cNvPr id="4018" name="Google Shape;4018;p8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0" name="Google Shape;4020;p81"/>
          <p:cNvGrpSpPr/>
          <p:nvPr/>
        </p:nvGrpSpPr>
        <p:grpSpPr>
          <a:xfrm>
            <a:off x="3056804" y="2339173"/>
            <a:ext cx="521514" cy="521514"/>
            <a:chOff x="5681300" y="2527788"/>
            <a:chExt cx="805800" cy="805800"/>
          </a:xfrm>
        </p:grpSpPr>
        <p:sp>
          <p:nvSpPr>
            <p:cNvPr id="4021" name="Google Shape;4021;p8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3" name="Google Shape;4023;p81"/>
          <p:cNvGrpSpPr/>
          <p:nvPr/>
        </p:nvGrpSpPr>
        <p:grpSpPr>
          <a:xfrm>
            <a:off x="3051044" y="3094865"/>
            <a:ext cx="533033" cy="533033"/>
            <a:chOff x="4049800" y="640400"/>
            <a:chExt cx="858900" cy="858900"/>
          </a:xfrm>
        </p:grpSpPr>
        <p:sp>
          <p:nvSpPr>
            <p:cNvPr id="4024" name="Google Shape;4024;p8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6" name="Google Shape;4026;p81"/>
          <p:cNvGrpSpPr/>
          <p:nvPr/>
        </p:nvGrpSpPr>
        <p:grpSpPr>
          <a:xfrm>
            <a:off x="2976527" y="3772543"/>
            <a:ext cx="682068" cy="682068"/>
            <a:chOff x="5080188" y="927900"/>
            <a:chExt cx="961200" cy="961200"/>
          </a:xfrm>
        </p:grpSpPr>
        <p:sp>
          <p:nvSpPr>
            <p:cNvPr id="4027" name="Google Shape;4027;p8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5" name="Google Shape;4035;p81"/>
          <p:cNvGrpSpPr/>
          <p:nvPr/>
        </p:nvGrpSpPr>
        <p:grpSpPr>
          <a:xfrm>
            <a:off x="4440026" y="3869234"/>
            <a:ext cx="505650" cy="504006"/>
            <a:chOff x="6039282" y="1042577"/>
            <a:chExt cx="734315" cy="731929"/>
          </a:xfrm>
        </p:grpSpPr>
        <p:sp>
          <p:nvSpPr>
            <p:cNvPr id="4036" name="Google Shape;4036;p8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7" name="Google Shape;4057;p81"/>
          <p:cNvGrpSpPr/>
          <p:nvPr/>
        </p:nvGrpSpPr>
        <p:grpSpPr>
          <a:xfrm>
            <a:off x="5052628" y="2298862"/>
            <a:ext cx="567744" cy="602136"/>
            <a:chOff x="1825800" y="1651625"/>
            <a:chExt cx="539989" cy="571775"/>
          </a:xfrm>
        </p:grpSpPr>
        <p:sp>
          <p:nvSpPr>
            <p:cNvPr id="4058" name="Google Shape;4058;p8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 name="Google Shape;4062;p81"/>
          <p:cNvGrpSpPr/>
          <p:nvPr/>
        </p:nvGrpSpPr>
        <p:grpSpPr>
          <a:xfrm>
            <a:off x="3727557" y="3855579"/>
            <a:ext cx="508123" cy="507955"/>
            <a:chOff x="1897577" y="2802432"/>
            <a:chExt cx="492176" cy="492014"/>
          </a:xfrm>
        </p:grpSpPr>
        <p:sp>
          <p:nvSpPr>
            <p:cNvPr id="4063" name="Google Shape;4063;p8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5" name="Google Shape;4075;p81"/>
          <p:cNvGrpSpPr/>
          <p:nvPr/>
        </p:nvGrpSpPr>
        <p:grpSpPr>
          <a:xfrm>
            <a:off x="959087" y="4169123"/>
            <a:ext cx="809227" cy="200842"/>
            <a:chOff x="2013045" y="4813233"/>
            <a:chExt cx="921986" cy="228854"/>
          </a:xfrm>
        </p:grpSpPr>
        <p:sp>
          <p:nvSpPr>
            <p:cNvPr id="4076" name="Google Shape;4076;p8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8" name="Google Shape;4078;p81"/>
          <p:cNvGrpSpPr/>
          <p:nvPr/>
        </p:nvGrpSpPr>
        <p:grpSpPr>
          <a:xfrm>
            <a:off x="967547" y="2656004"/>
            <a:ext cx="792421" cy="269941"/>
            <a:chOff x="1046767" y="4756633"/>
            <a:chExt cx="859646" cy="292841"/>
          </a:xfrm>
        </p:grpSpPr>
        <p:sp>
          <p:nvSpPr>
            <p:cNvPr id="4079" name="Google Shape;4079;p8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2" name="Google Shape;4082;p81"/>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1"/>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1"/>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1"/>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6" name="Google Shape;4086;p81"/>
          <p:cNvGrpSpPr/>
          <p:nvPr/>
        </p:nvGrpSpPr>
        <p:grpSpPr>
          <a:xfrm>
            <a:off x="7103403" y="2550562"/>
            <a:ext cx="166473" cy="141497"/>
            <a:chOff x="4660325" y="1866850"/>
            <a:chExt cx="68350" cy="58100"/>
          </a:xfrm>
        </p:grpSpPr>
        <p:sp>
          <p:nvSpPr>
            <p:cNvPr id="4087" name="Google Shape;4087;p8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9" name="Google Shape;4089;p81"/>
          <p:cNvGrpSpPr/>
          <p:nvPr/>
        </p:nvGrpSpPr>
        <p:grpSpPr>
          <a:xfrm>
            <a:off x="7412747" y="2576286"/>
            <a:ext cx="162515" cy="90049"/>
            <a:chOff x="4791775" y="1877500"/>
            <a:chExt cx="66725" cy="36975"/>
          </a:xfrm>
        </p:grpSpPr>
        <p:sp>
          <p:nvSpPr>
            <p:cNvPr id="4090" name="Google Shape;4090;p8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 name="Google Shape;4092;p81"/>
          <p:cNvGrpSpPr/>
          <p:nvPr/>
        </p:nvGrpSpPr>
        <p:grpSpPr>
          <a:xfrm>
            <a:off x="7734460" y="2576286"/>
            <a:ext cx="144979" cy="90049"/>
            <a:chOff x="4923925" y="1877500"/>
            <a:chExt cx="59525" cy="36975"/>
          </a:xfrm>
        </p:grpSpPr>
        <p:sp>
          <p:nvSpPr>
            <p:cNvPr id="4093" name="Google Shape;4093;p8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5" name="Google Shape;4095;p81"/>
          <p:cNvGrpSpPr/>
          <p:nvPr/>
        </p:nvGrpSpPr>
        <p:grpSpPr>
          <a:xfrm>
            <a:off x="8028952" y="2558477"/>
            <a:ext cx="141447" cy="125667"/>
            <a:chOff x="5058450" y="1870100"/>
            <a:chExt cx="58075" cy="51600"/>
          </a:xfrm>
        </p:grpSpPr>
        <p:sp>
          <p:nvSpPr>
            <p:cNvPr id="4096" name="Google Shape;4096;p8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8" name="Google Shape;4098;p81"/>
          <p:cNvGrpSpPr/>
          <p:nvPr/>
        </p:nvGrpSpPr>
        <p:grpSpPr>
          <a:xfrm>
            <a:off x="7443466" y="2980885"/>
            <a:ext cx="101077" cy="107645"/>
            <a:chOff x="4811425" y="2065025"/>
            <a:chExt cx="41500" cy="44200"/>
          </a:xfrm>
        </p:grpSpPr>
        <p:sp>
          <p:nvSpPr>
            <p:cNvPr id="4099" name="Google Shape;4099;p8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1" name="Google Shape;4101;p81"/>
          <p:cNvGrpSpPr/>
          <p:nvPr/>
        </p:nvGrpSpPr>
        <p:grpSpPr>
          <a:xfrm>
            <a:off x="7735904" y="2981098"/>
            <a:ext cx="120867" cy="107218"/>
            <a:chOff x="4929875" y="2065025"/>
            <a:chExt cx="49625" cy="44025"/>
          </a:xfrm>
        </p:grpSpPr>
        <p:sp>
          <p:nvSpPr>
            <p:cNvPr id="4102" name="Google Shape;4102;p8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4" name="Google Shape;4104;p81"/>
          <p:cNvGrpSpPr/>
          <p:nvPr/>
        </p:nvGrpSpPr>
        <p:grpSpPr>
          <a:xfrm>
            <a:off x="8064572" y="2984112"/>
            <a:ext cx="70206" cy="101191"/>
            <a:chOff x="5083925" y="2066350"/>
            <a:chExt cx="28825" cy="41550"/>
          </a:xfrm>
        </p:grpSpPr>
        <p:sp>
          <p:nvSpPr>
            <p:cNvPr id="4105" name="Google Shape;4105;p8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7" name="Google Shape;4107;p81"/>
          <p:cNvGrpSpPr/>
          <p:nvPr/>
        </p:nvGrpSpPr>
        <p:grpSpPr>
          <a:xfrm>
            <a:off x="7096126" y="2999759"/>
            <a:ext cx="181026" cy="69896"/>
            <a:chOff x="4659775" y="2072775"/>
            <a:chExt cx="74325" cy="28700"/>
          </a:xfrm>
        </p:grpSpPr>
        <p:sp>
          <p:nvSpPr>
            <p:cNvPr id="4108" name="Google Shape;4108;p8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1" name="Google Shape;4111;p81"/>
          <p:cNvGrpSpPr/>
          <p:nvPr/>
        </p:nvGrpSpPr>
        <p:grpSpPr>
          <a:xfrm>
            <a:off x="8015982" y="2790324"/>
            <a:ext cx="167387" cy="89197"/>
            <a:chOff x="4662475" y="1976500"/>
            <a:chExt cx="68725" cy="36625"/>
          </a:xfrm>
        </p:grpSpPr>
        <p:sp>
          <p:nvSpPr>
            <p:cNvPr id="4112" name="Google Shape;4112;p8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5" name="Google Shape;4115;p81"/>
          <p:cNvGrpSpPr/>
          <p:nvPr/>
        </p:nvGrpSpPr>
        <p:grpSpPr>
          <a:xfrm>
            <a:off x="7712887" y="2793764"/>
            <a:ext cx="166899" cy="82317"/>
            <a:chOff x="4920150" y="1977875"/>
            <a:chExt cx="68525" cy="33800"/>
          </a:xfrm>
        </p:grpSpPr>
        <p:sp>
          <p:nvSpPr>
            <p:cNvPr id="4116" name="Google Shape;4116;p8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9" name="Google Shape;4119;p81"/>
          <p:cNvGrpSpPr/>
          <p:nvPr/>
        </p:nvGrpSpPr>
        <p:grpSpPr>
          <a:xfrm>
            <a:off x="7124044" y="3197682"/>
            <a:ext cx="125190" cy="127859"/>
            <a:chOff x="4676550" y="2160575"/>
            <a:chExt cx="51400" cy="52500"/>
          </a:xfrm>
        </p:grpSpPr>
        <p:sp>
          <p:nvSpPr>
            <p:cNvPr id="4120" name="Google Shape;4120;p8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3" name="Google Shape;4123;p81"/>
          <p:cNvGrpSpPr/>
          <p:nvPr/>
        </p:nvGrpSpPr>
        <p:grpSpPr>
          <a:xfrm>
            <a:off x="7421302" y="3204714"/>
            <a:ext cx="145405" cy="113794"/>
            <a:chOff x="4768325" y="2163475"/>
            <a:chExt cx="59700" cy="46725"/>
          </a:xfrm>
        </p:grpSpPr>
        <p:sp>
          <p:nvSpPr>
            <p:cNvPr id="4124" name="Google Shape;4124;p8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6" name="Google Shape;4126;p81"/>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1"/>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1"/>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1"/>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1"/>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1"/>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2" name="Google Shape;4132;p81"/>
          <p:cNvGrpSpPr/>
          <p:nvPr/>
        </p:nvGrpSpPr>
        <p:grpSpPr>
          <a:xfrm>
            <a:off x="7437621" y="3459808"/>
            <a:ext cx="112768" cy="106853"/>
            <a:chOff x="4768575" y="2253950"/>
            <a:chExt cx="46300" cy="43875"/>
          </a:xfrm>
        </p:grpSpPr>
        <p:sp>
          <p:nvSpPr>
            <p:cNvPr id="4133" name="Google Shape;4133;p8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5" name="Google Shape;4135;p81"/>
          <p:cNvGrpSpPr/>
          <p:nvPr/>
        </p:nvGrpSpPr>
        <p:grpSpPr>
          <a:xfrm>
            <a:off x="7737243" y="3948834"/>
            <a:ext cx="118187" cy="146246"/>
            <a:chOff x="4960900" y="2433225"/>
            <a:chExt cx="48525" cy="60050"/>
          </a:xfrm>
        </p:grpSpPr>
        <p:sp>
          <p:nvSpPr>
            <p:cNvPr id="4136" name="Google Shape;4136;p8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8" name="Google Shape;4138;p81"/>
          <p:cNvGrpSpPr/>
          <p:nvPr/>
        </p:nvGrpSpPr>
        <p:grpSpPr>
          <a:xfrm>
            <a:off x="7425808" y="4212895"/>
            <a:ext cx="136394" cy="143810"/>
            <a:chOff x="4854075" y="2527625"/>
            <a:chExt cx="56000" cy="59050"/>
          </a:xfrm>
        </p:grpSpPr>
        <p:sp>
          <p:nvSpPr>
            <p:cNvPr id="4139" name="Google Shape;4139;p8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1" name="Google Shape;4141;p81"/>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1"/>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1"/>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4" name="Google Shape;4144;p81"/>
          <p:cNvGrpSpPr/>
          <p:nvPr/>
        </p:nvGrpSpPr>
        <p:grpSpPr>
          <a:xfrm>
            <a:off x="8050020" y="3676639"/>
            <a:ext cx="99312" cy="160797"/>
            <a:chOff x="5059700" y="2334775"/>
            <a:chExt cx="40775" cy="66025"/>
          </a:xfrm>
        </p:grpSpPr>
        <p:sp>
          <p:nvSpPr>
            <p:cNvPr id="4145" name="Google Shape;4145;p8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 name="Google Shape;4154;p81"/>
          <p:cNvGrpSpPr/>
          <p:nvPr/>
        </p:nvGrpSpPr>
        <p:grpSpPr>
          <a:xfrm>
            <a:off x="8007184" y="3941771"/>
            <a:ext cx="184984" cy="160371"/>
            <a:chOff x="5037700" y="2430325"/>
            <a:chExt cx="75950" cy="65850"/>
          </a:xfrm>
        </p:grpSpPr>
        <p:sp>
          <p:nvSpPr>
            <p:cNvPr id="4155" name="Google Shape;4155;p8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81"/>
          <p:cNvGrpSpPr/>
          <p:nvPr/>
        </p:nvGrpSpPr>
        <p:grpSpPr>
          <a:xfrm>
            <a:off x="7426689" y="3708223"/>
            <a:ext cx="173014" cy="97629"/>
            <a:chOff x="4756975" y="2341800"/>
            <a:chExt cx="91975" cy="51925"/>
          </a:xfrm>
        </p:grpSpPr>
        <p:sp>
          <p:nvSpPr>
            <p:cNvPr id="4158" name="Google Shape;4158;p8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8" name="Google Shape;4178;p81"/>
          <p:cNvGrpSpPr/>
          <p:nvPr/>
        </p:nvGrpSpPr>
        <p:grpSpPr>
          <a:xfrm>
            <a:off x="7693626" y="4196920"/>
            <a:ext cx="212497" cy="175761"/>
            <a:chOff x="4943575" y="2516350"/>
            <a:chExt cx="98675" cy="81700"/>
          </a:xfrm>
        </p:grpSpPr>
        <p:sp>
          <p:nvSpPr>
            <p:cNvPr id="4179" name="Google Shape;4179;p8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7" name="Google Shape;4257;p81"/>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1"/>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1"/>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1"/>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1"/>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4265"/>
        <p:cNvGrpSpPr/>
        <p:nvPr/>
      </p:nvGrpSpPr>
      <p:grpSpPr>
        <a:xfrm>
          <a:off x="0" y="0"/>
          <a:ext cx="0" cy="0"/>
          <a:chOff x="0" y="0"/>
          <a:chExt cx="0" cy="0"/>
        </a:xfrm>
      </p:grpSpPr>
      <p:grpSp>
        <p:nvGrpSpPr>
          <p:cNvPr id="4266" name="Google Shape;4266;p82"/>
          <p:cNvGrpSpPr/>
          <p:nvPr/>
        </p:nvGrpSpPr>
        <p:grpSpPr>
          <a:xfrm>
            <a:off x="752796" y="2869970"/>
            <a:ext cx="2622876" cy="1333540"/>
            <a:chOff x="238125" y="1038125"/>
            <a:chExt cx="7146800" cy="3633625"/>
          </a:xfrm>
        </p:grpSpPr>
        <p:sp>
          <p:nvSpPr>
            <p:cNvPr id="4267" name="Google Shape;4267;p8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82"/>
          <p:cNvGrpSpPr/>
          <p:nvPr/>
        </p:nvGrpSpPr>
        <p:grpSpPr>
          <a:xfrm>
            <a:off x="6681268" y="3584496"/>
            <a:ext cx="560636" cy="516497"/>
            <a:chOff x="6652051" y="3714143"/>
            <a:chExt cx="560636" cy="516497"/>
          </a:xfrm>
        </p:grpSpPr>
        <p:grpSp>
          <p:nvGrpSpPr>
            <p:cNvPr id="5840" name="Google Shape;5840;p82"/>
            <p:cNvGrpSpPr/>
            <p:nvPr/>
          </p:nvGrpSpPr>
          <p:grpSpPr>
            <a:xfrm>
              <a:off x="6669657" y="3716715"/>
              <a:ext cx="466768" cy="464314"/>
              <a:chOff x="3139766" y="765669"/>
              <a:chExt cx="886380" cy="881888"/>
            </a:xfrm>
          </p:grpSpPr>
          <p:grpSp>
            <p:nvGrpSpPr>
              <p:cNvPr id="5841" name="Google Shape;5841;p82"/>
              <p:cNvGrpSpPr/>
              <p:nvPr/>
            </p:nvGrpSpPr>
            <p:grpSpPr>
              <a:xfrm>
                <a:off x="3139766" y="765669"/>
                <a:ext cx="886380" cy="881888"/>
                <a:chOff x="3139766" y="765669"/>
                <a:chExt cx="886380" cy="881888"/>
              </a:xfrm>
            </p:grpSpPr>
            <p:sp>
              <p:nvSpPr>
                <p:cNvPr id="5842" name="Google Shape;5842;p8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1" name="Google Shape;5851;p8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5" name="Google Shape;5855;p8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82"/>
          <p:cNvGrpSpPr/>
          <p:nvPr/>
        </p:nvGrpSpPr>
        <p:grpSpPr>
          <a:xfrm>
            <a:off x="7679978" y="3065079"/>
            <a:ext cx="104231" cy="320340"/>
            <a:chOff x="7564426" y="3224343"/>
            <a:chExt cx="119985" cy="368801"/>
          </a:xfrm>
        </p:grpSpPr>
        <p:sp>
          <p:nvSpPr>
            <p:cNvPr id="5857" name="Google Shape;5857;p8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82"/>
          <p:cNvGrpSpPr/>
          <p:nvPr/>
        </p:nvGrpSpPr>
        <p:grpSpPr>
          <a:xfrm>
            <a:off x="7379466" y="3059180"/>
            <a:ext cx="189489" cy="332132"/>
            <a:chOff x="8370831" y="3202002"/>
            <a:chExt cx="218129" cy="382376"/>
          </a:xfrm>
        </p:grpSpPr>
        <p:sp>
          <p:nvSpPr>
            <p:cNvPr id="5860" name="Google Shape;5860;p8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2" name="Google Shape;5862;p82"/>
          <p:cNvGrpSpPr/>
          <p:nvPr/>
        </p:nvGrpSpPr>
        <p:grpSpPr>
          <a:xfrm>
            <a:off x="8102855" y="3470312"/>
            <a:ext cx="309429" cy="267000"/>
            <a:chOff x="6742064" y="3750480"/>
            <a:chExt cx="399315" cy="344560"/>
          </a:xfrm>
        </p:grpSpPr>
        <p:sp>
          <p:nvSpPr>
            <p:cNvPr id="5863" name="Google Shape;5863;p8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5" name="Google Shape;5865;p82"/>
          <p:cNvGrpSpPr/>
          <p:nvPr/>
        </p:nvGrpSpPr>
        <p:grpSpPr>
          <a:xfrm>
            <a:off x="7641874" y="3821360"/>
            <a:ext cx="180437" cy="281608"/>
            <a:chOff x="7248525" y="3739696"/>
            <a:chExt cx="230531" cy="359790"/>
          </a:xfrm>
        </p:grpSpPr>
        <p:sp>
          <p:nvSpPr>
            <p:cNvPr id="5866" name="Google Shape;5866;p8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8" name="Google Shape;5868;p82"/>
          <p:cNvGrpSpPr/>
          <p:nvPr/>
        </p:nvGrpSpPr>
        <p:grpSpPr>
          <a:xfrm>
            <a:off x="7887794" y="3464584"/>
            <a:ext cx="162896" cy="278710"/>
            <a:chOff x="7601242" y="3729267"/>
            <a:chExt cx="222566" cy="380803"/>
          </a:xfrm>
        </p:grpSpPr>
        <p:sp>
          <p:nvSpPr>
            <p:cNvPr id="5869" name="Google Shape;5869;p8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71" name="Google Shape;5871;p82"/>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2" name="Google Shape;5872;p82"/>
          <p:cNvGrpSpPr/>
          <p:nvPr/>
        </p:nvGrpSpPr>
        <p:grpSpPr>
          <a:xfrm>
            <a:off x="7377439" y="3465724"/>
            <a:ext cx="193543" cy="275990"/>
            <a:chOff x="8304647" y="3738687"/>
            <a:chExt cx="225076" cy="320956"/>
          </a:xfrm>
        </p:grpSpPr>
        <p:sp>
          <p:nvSpPr>
            <p:cNvPr id="5873" name="Google Shape;5873;p8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82"/>
          <p:cNvGrpSpPr/>
          <p:nvPr/>
        </p:nvGrpSpPr>
        <p:grpSpPr>
          <a:xfrm>
            <a:off x="7649932" y="3465724"/>
            <a:ext cx="178492" cy="275990"/>
            <a:chOff x="8615101" y="3738687"/>
            <a:chExt cx="207573" cy="320956"/>
          </a:xfrm>
        </p:grpSpPr>
        <p:sp>
          <p:nvSpPr>
            <p:cNvPr id="5877" name="Google Shape;5877;p8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0" name="Google Shape;5880;p82"/>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1" name="Google Shape;5881;p82"/>
          <p:cNvGrpSpPr/>
          <p:nvPr/>
        </p:nvGrpSpPr>
        <p:grpSpPr>
          <a:xfrm>
            <a:off x="7875463" y="3868385"/>
            <a:ext cx="187557" cy="187557"/>
            <a:chOff x="8565775" y="671075"/>
            <a:chExt cx="441000" cy="441000"/>
          </a:xfrm>
        </p:grpSpPr>
        <p:sp>
          <p:nvSpPr>
            <p:cNvPr id="5882" name="Google Shape;5882;p8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4" name="Google Shape;5884;p82"/>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2"/>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6" name="Google Shape;5886;p82"/>
          <p:cNvGrpSpPr/>
          <p:nvPr/>
        </p:nvGrpSpPr>
        <p:grpSpPr>
          <a:xfrm>
            <a:off x="6029935" y="2940910"/>
            <a:ext cx="587865" cy="517731"/>
            <a:chOff x="6000718" y="3070557"/>
            <a:chExt cx="587865" cy="517731"/>
          </a:xfrm>
        </p:grpSpPr>
        <p:sp>
          <p:nvSpPr>
            <p:cNvPr id="5887" name="Google Shape;5887;p8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82"/>
          <p:cNvGrpSpPr/>
          <p:nvPr/>
        </p:nvGrpSpPr>
        <p:grpSpPr>
          <a:xfrm>
            <a:off x="6044740" y="3584570"/>
            <a:ext cx="557665" cy="516387"/>
            <a:chOff x="6015523" y="3714217"/>
            <a:chExt cx="557665" cy="516387"/>
          </a:xfrm>
        </p:grpSpPr>
        <p:grpSp>
          <p:nvGrpSpPr>
            <p:cNvPr id="5898" name="Google Shape;5898;p82"/>
            <p:cNvGrpSpPr/>
            <p:nvPr/>
          </p:nvGrpSpPr>
          <p:grpSpPr>
            <a:xfrm>
              <a:off x="6036094" y="3716980"/>
              <a:ext cx="529822" cy="510480"/>
              <a:chOff x="3148311" y="-545634"/>
              <a:chExt cx="1006118" cy="969572"/>
            </a:xfrm>
          </p:grpSpPr>
          <p:sp>
            <p:nvSpPr>
              <p:cNvPr id="5899" name="Google Shape;5899;p8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9" name="Google Shape;5909;p8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82"/>
          <p:cNvGrpSpPr/>
          <p:nvPr/>
        </p:nvGrpSpPr>
        <p:grpSpPr>
          <a:xfrm>
            <a:off x="6673522" y="2943981"/>
            <a:ext cx="576302" cy="511871"/>
            <a:chOff x="6644304" y="3073628"/>
            <a:chExt cx="576302" cy="511871"/>
          </a:xfrm>
        </p:grpSpPr>
        <p:grpSp>
          <p:nvGrpSpPr>
            <p:cNvPr id="5911" name="Google Shape;5911;p82"/>
            <p:cNvGrpSpPr/>
            <p:nvPr/>
          </p:nvGrpSpPr>
          <p:grpSpPr>
            <a:xfrm>
              <a:off x="6712169" y="3073651"/>
              <a:ext cx="481611" cy="506713"/>
              <a:chOff x="1833536" y="-546641"/>
              <a:chExt cx="914567" cy="962419"/>
            </a:xfrm>
          </p:grpSpPr>
          <p:grpSp>
            <p:nvGrpSpPr>
              <p:cNvPr id="5912" name="Google Shape;5912;p82"/>
              <p:cNvGrpSpPr/>
              <p:nvPr/>
            </p:nvGrpSpPr>
            <p:grpSpPr>
              <a:xfrm>
                <a:off x="1833536" y="-524249"/>
                <a:ext cx="914567" cy="940027"/>
                <a:chOff x="1833536" y="-524249"/>
                <a:chExt cx="914567" cy="940027"/>
              </a:xfrm>
            </p:grpSpPr>
            <p:sp>
              <p:nvSpPr>
                <p:cNvPr id="5913" name="Google Shape;5913;p8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8" name="Google Shape;5918;p8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2" name="Google Shape;5922;p8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82"/>
          <p:cNvGrpSpPr/>
          <p:nvPr/>
        </p:nvGrpSpPr>
        <p:grpSpPr>
          <a:xfrm>
            <a:off x="5938558" y="1033351"/>
            <a:ext cx="2435960" cy="1297725"/>
            <a:chOff x="233350" y="949250"/>
            <a:chExt cx="7137300" cy="3802300"/>
          </a:xfrm>
        </p:grpSpPr>
        <p:sp>
          <p:nvSpPr>
            <p:cNvPr id="5924" name="Google Shape;5924;p8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 name="Google Shape;5975;p82"/>
          <p:cNvGrpSpPr/>
          <p:nvPr/>
        </p:nvGrpSpPr>
        <p:grpSpPr>
          <a:xfrm>
            <a:off x="731715" y="995041"/>
            <a:ext cx="2665073" cy="1317140"/>
            <a:chOff x="793334" y="1192826"/>
            <a:chExt cx="2665073" cy="1317140"/>
          </a:xfrm>
        </p:grpSpPr>
        <p:sp>
          <p:nvSpPr>
            <p:cNvPr id="5976" name="Google Shape;5976;p8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2"/>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2"/>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2"/>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2"/>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2"/>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2"/>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2"/>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2"/>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2"/>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2"/>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2"/>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2"/>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2"/>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2"/>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2"/>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2"/>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2"/>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2"/>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2"/>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2"/>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2"/>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2"/>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2"/>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2"/>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2"/>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2"/>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2"/>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2"/>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2"/>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2"/>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2"/>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2"/>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2"/>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2"/>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2"/>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2"/>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2"/>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2"/>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2"/>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2"/>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2"/>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2"/>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2"/>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2"/>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2"/>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2"/>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2"/>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2"/>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2"/>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2"/>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2"/>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2"/>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2"/>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2"/>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2"/>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2"/>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2"/>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2"/>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2"/>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2"/>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2"/>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2"/>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2"/>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2"/>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2"/>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2"/>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2"/>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2"/>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2"/>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2"/>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2"/>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2"/>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2"/>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2"/>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2"/>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2"/>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2"/>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2"/>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2"/>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2"/>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2"/>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2"/>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2"/>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2"/>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2"/>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2"/>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2"/>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2"/>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2"/>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2"/>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2"/>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2"/>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2"/>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2"/>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2"/>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2"/>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2"/>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2"/>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2"/>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2"/>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2"/>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2"/>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2"/>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2"/>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2"/>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2"/>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2"/>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2"/>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2"/>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2"/>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2"/>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2"/>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2"/>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2"/>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2"/>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2"/>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2"/>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2"/>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2"/>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2"/>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2"/>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2"/>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2"/>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2"/>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2"/>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2"/>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2"/>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2"/>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2"/>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2"/>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2"/>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2"/>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2"/>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2"/>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2"/>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2"/>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2"/>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2"/>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2"/>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2"/>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2"/>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2"/>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2"/>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2"/>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2"/>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2"/>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2"/>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2"/>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2"/>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2"/>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2"/>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2"/>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2"/>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2"/>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2"/>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2"/>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2"/>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2"/>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2"/>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2"/>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2"/>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2"/>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2"/>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2"/>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2"/>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2"/>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2"/>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2"/>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2"/>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2"/>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2"/>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2"/>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2"/>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2"/>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2"/>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2"/>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2"/>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2"/>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2"/>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2"/>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2"/>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2"/>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2"/>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2"/>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2"/>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2"/>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2"/>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2"/>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2"/>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2"/>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2"/>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2"/>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2"/>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2"/>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2"/>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2"/>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2"/>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2"/>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2"/>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2"/>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2"/>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2"/>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2"/>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2"/>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2"/>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2"/>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2"/>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2"/>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2"/>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2"/>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2"/>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2"/>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2"/>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2"/>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2"/>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2"/>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2"/>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2"/>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2"/>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2"/>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2"/>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2"/>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2"/>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2"/>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2"/>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2"/>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2"/>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2"/>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2"/>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2"/>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2"/>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2"/>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2"/>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2"/>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2"/>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2"/>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2"/>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2"/>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2"/>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2"/>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2"/>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2"/>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2"/>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2"/>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2"/>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2"/>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2"/>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2"/>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2"/>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2"/>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2"/>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2"/>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2"/>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2"/>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2"/>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2"/>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2"/>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2"/>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2"/>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2"/>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2"/>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2"/>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2"/>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2"/>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2"/>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2"/>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2"/>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2"/>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2"/>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2"/>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2"/>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2"/>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2"/>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2"/>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2"/>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2"/>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2"/>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2"/>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2"/>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2"/>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2"/>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2"/>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2"/>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2"/>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2"/>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2"/>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2"/>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2"/>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2"/>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2"/>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2"/>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2"/>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2"/>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2"/>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2"/>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2"/>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2"/>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2"/>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2"/>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2"/>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2"/>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2"/>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2"/>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2"/>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2"/>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2"/>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2"/>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2"/>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2"/>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2"/>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2"/>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2"/>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2"/>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2"/>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2"/>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2"/>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2"/>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2"/>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2"/>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2"/>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2"/>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2"/>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2"/>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2"/>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2"/>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2"/>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2"/>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2"/>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2"/>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2"/>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2"/>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82"/>
          <p:cNvGrpSpPr/>
          <p:nvPr/>
        </p:nvGrpSpPr>
        <p:grpSpPr>
          <a:xfrm>
            <a:off x="3450485" y="919691"/>
            <a:ext cx="2310381" cy="1488888"/>
            <a:chOff x="229225" y="549050"/>
            <a:chExt cx="7161750" cy="4615275"/>
          </a:xfrm>
        </p:grpSpPr>
        <p:sp>
          <p:nvSpPr>
            <p:cNvPr id="9944" name="Google Shape;9944;p8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82"/>
          <p:cNvGrpSpPr/>
          <p:nvPr/>
        </p:nvGrpSpPr>
        <p:grpSpPr>
          <a:xfrm>
            <a:off x="3548403" y="2849588"/>
            <a:ext cx="2310282" cy="1374222"/>
            <a:chOff x="238125" y="732525"/>
            <a:chExt cx="7130500" cy="4241425"/>
          </a:xfrm>
        </p:grpSpPr>
        <p:sp>
          <p:nvSpPr>
            <p:cNvPr id="10062" name="Google Shape;10062;p8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0179"/>
        <p:cNvGrpSpPr/>
        <p:nvPr/>
      </p:nvGrpSpPr>
      <p:grpSpPr>
        <a:xfrm>
          <a:off x="0" y="0"/>
          <a:ext cx="0" cy="0"/>
          <a:chOff x="0" y="0"/>
          <a:chExt cx="0" cy="0"/>
        </a:xfrm>
      </p:grpSpPr>
      <p:grpSp>
        <p:nvGrpSpPr>
          <p:cNvPr id="10180" name="Google Shape;10180;p83"/>
          <p:cNvGrpSpPr/>
          <p:nvPr/>
        </p:nvGrpSpPr>
        <p:grpSpPr>
          <a:xfrm>
            <a:off x="2100560" y="3398663"/>
            <a:ext cx="1102891" cy="760337"/>
            <a:chOff x="4967783" y="2151471"/>
            <a:chExt cx="3920692" cy="2702940"/>
          </a:xfrm>
        </p:grpSpPr>
        <p:grpSp>
          <p:nvGrpSpPr>
            <p:cNvPr id="10181" name="Google Shape;10181;p83"/>
            <p:cNvGrpSpPr/>
            <p:nvPr/>
          </p:nvGrpSpPr>
          <p:grpSpPr>
            <a:xfrm>
              <a:off x="5045709" y="2252109"/>
              <a:ext cx="3761071" cy="2501708"/>
              <a:chOff x="2691784" y="1805334"/>
              <a:chExt cx="3761071" cy="2501708"/>
            </a:xfrm>
          </p:grpSpPr>
          <p:sp>
            <p:nvSpPr>
              <p:cNvPr id="10182" name="Google Shape;10182;p8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83"/>
            <p:cNvGrpSpPr/>
            <p:nvPr/>
          </p:nvGrpSpPr>
          <p:grpSpPr>
            <a:xfrm>
              <a:off x="4967783" y="2151471"/>
              <a:ext cx="3920692" cy="2702940"/>
              <a:chOff x="2613858" y="1704696"/>
              <a:chExt cx="3920692" cy="2702940"/>
            </a:xfrm>
          </p:grpSpPr>
          <p:sp>
            <p:nvSpPr>
              <p:cNvPr id="10190" name="Google Shape;10190;p8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95" name="Google Shape;10195;p83"/>
          <p:cNvGrpSpPr/>
          <p:nvPr/>
        </p:nvGrpSpPr>
        <p:grpSpPr>
          <a:xfrm>
            <a:off x="3504468" y="1286940"/>
            <a:ext cx="1561911" cy="708580"/>
            <a:chOff x="3530532" y="1496185"/>
            <a:chExt cx="1561911" cy="708580"/>
          </a:xfrm>
        </p:grpSpPr>
        <p:grpSp>
          <p:nvGrpSpPr>
            <p:cNvPr id="10196" name="Google Shape;10196;p83"/>
            <p:cNvGrpSpPr/>
            <p:nvPr/>
          </p:nvGrpSpPr>
          <p:grpSpPr>
            <a:xfrm>
              <a:off x="3720318" y="1857562"/>
              <a:ext cx="1372125" cy="54"/>
              <a:chOff x="3720318" y="1857562"/>
              <a:chExt cx="1372125" cy="54"/>
            </a:xfrm>
          </p:grpSpPr>
          <p:cxnSp>
            <p:nvCxnSpPr>
              <p:cNvPr id="10197" name="Google Shape;10197;p83"/>
              <p:cNvCxnSpPr>
                <a:endCxn id="10198"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199" name="Google Shape;10199;p8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200" name="Google Shape;10200;p8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201" name="Google Shape;10201;p83"/>
              <p:cNvCxnSpPr>
                <a:stCxn id="10198"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202" name="Google Shape;10202;p83"/>
            <p:cNvGrpSpPr/>
            <p:nvPr/>
          </p:nvGrpSpPr>
          <p:grpSpPr>
            <a:xfrm>
              <a:off x="3567462" y="1496185"/>
              <a:ext cx="286500" cy="272914"/>
              <a:chOff x="3567462" y="1496185"/>
              <a:chExt cx="286500" cy="272914"/>
            </a:xfrm>
          </p:grpSpPr>
          <p:cxnSp>
            <p:nvCxnSpPr>
              <p:cNvPr id="10203" name="Google Shape;10203;p8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204" name="Google Shape;10204;p8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5" name="Google Shape;10205;p8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7" name="Google Shape;10207;p83"/>
            <p:cNvGrpSpPr/>
            <p:nvPr/>
          </p:nvGrpSpPr>
          <p:grpSpPr>
            <a:xfrm>
              <a:off x="3929014" y="1960574"/>
              <a:ext cx="286500" cy="242342"/>
              <a:chOff x="3929014" y="1960574"/>
              <a:chExt cx="286500" cy="242342"/>
            </a:xfrm>
          </p:grpSpPr>
          <p:cxnSp>
            <p:nvCxnSpPr>
              <p:cNvPr id="10208" name="Google Shape;10208;p8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209" name="Google Shape;10209;p8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0" name="Google Shape;10210;p83"/>
            <p:cNvGrpSpPr/>
            <p:nvPr/>
          </p:nvGrpSpPr>
          <p:grpSpPr>
            <a:xfrm>
              <a:off x="4290828" y="1496185"/>
              <a:ext cx="286500" cy="272914"/>
              <a:chOff x="4290828" y="1496185"/>
              <a:chExt cx="286500" cy="272914"/>
            </a:xfrm>
          </p:grpSpPr>
          <p:cxnSp>
            <p:nvCxnSpPr>
              <p:cNvPr id="10211" name="Google Shape;10211;p8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212" name="Google Shape;10212;p8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3" name="Google Shape;10213;p8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4" name="Google Shape;10214;p83"/>
            <p:cNvGrpSpPr/>
            <p:nvPr/>
          </p:nvGrpSpPr>
          <p:grpSpPr>
            <a:xfrm>
              <a:off x="4657726" y="1959674"/>
              <a:ext cx="286500" cy="245092"/>
              <a:chOff x="4657726" y="1959674"/>
              <a:chExt cx="286500" cy="245092"/>
            </a:xfrm>
          </p:grpSpPr>
          <p:cxnSp>
            <p:nvCxnSpPr>
              <p:cNvPr id="10215" name="Google Shape;10215;p8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216" name="Google Shape;10216;p8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17" name="Google Shape;10217;p83"/>
          <p:cNvGrpSpPr/>
          <p:nvPr/>
        </p:nvGrpSpPr>
        <p:grpSpPr>
          <a:xfrm>
            <a:off x="3486488" y="2149036"/>
            <a:ext cx="1597032" cy="378649"/>
            <a:chOff x="3512551" y="2358282"/>
            <a:chExt cx="1597032" cy="378649"/>
          </a:xfrm>
        </p:grpSpPr>
        <p:grpSp>
          <p:nvGrpSpPr>
            <p:cNvPr id="10218" name="Google Shape;10218;p83"/>
            <p:cNvGrpSpPr/>
            <p:nvPr/>
          </p:nvGrpSpPr>
          <p:grpSpPr>
            <a:xfrm>
              <a:off x="3738198" y="2553002"/>
              <a:ext cx="1145834" cy="117"/>
              <a:chOff x="3738198" y="2553002"/>
              <a:chExt cx="1145834" cy="117"/>
            </a:xfrm>
          </p:grpSpPr>
          <p:cxnSp>
            <p:nvCxnSpPr>
              <p:cNvPr id="10219" name="Google Shape;10219;p8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220" name="Google Shape;10220;p8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221" name="Google Shape;10221;p83"/>
              <p:cNvCxnSpPr>
                <a:stCxn id="10222" idx="6"/>
                <a:endCxn id="10223"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224" name="Google Shape;10224;p83"/>
            <p:cNvGrpSpPr/>
            <p:nvPr/>
          </p:nvGrpSpPr>
          <p:grpSpPr>
            <a:xfrm>
              <a:off x="3969644" y="2440153"/>
              <a:ext cx="225900" cy="296779"/>
              <a:chOff x="3969644" y="2440153"/>
              <a:chExt cx="225900" cy="296779"/>
            </a:xfrm>
          </p:grpSpPr>
          <p:cxnSp>
            <p:nvCxnSpPr>
              <p:cNvPr id="10225" name="Google Shape;10225;p8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223" name="Google Shape;10223;p8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83"/>
            <p:cNvGrpSpPr/>
            <p:nvPr/>
          </p:nvGrpSpPr>
          <p:grpSpPr>
            <a:xfrm>
              <a:off x="4426818" y="2358282"/>
              <a:ext cx="225600" cy="307471"/>
              <a:chOff x="4426818" y="2358282"/>
              <a:chExt cx="225600" cy="307471"/>
            </a:xfrm>
          </p:grpSpPr>
          <p:cxnSp>
            <p:nvCxnSpPr>
              <p:cNvPr id="10228" name="Google Shape;10228;p83"/>
              <p:cNvCxnSpPr>
                <a:stCxn id="10229"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230" name="Google Shape;10230;p8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1" name="Google Shape;10231;p83"/>
            <p:cNvGrpSpPr/>
            <p:nvPr/>
          </p:nvGrpSpPr>
          <p:grpSpPr>
            <a:xfrm>
              <a:off x="4883984" y="2440153"/>
              <a:ext cx="225600" cy="296479"/>
              <a:chOff x="4883984" y="2440153"/>
              <a:chExt cx="225600" cy="296479"/>
            </a:xfrm>
          </p:grpSpPr>
          <p:cxnSp>
            <p:nvCxnSpPr>
              <p:cNvPr id="10232" name="Google Shape;10232;p8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233" name="Google Shape;10233;p8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83"/>
            <p:cNvGrpSpPr/>
            <p:nvPr/>
          </p:nvGrpSpPr>
          <p:grpSpPr>
            <a:xfrm>
              <a:off x="3512551" y="2358356"/>
              <a:ext cx="225647" cy="307629"/>
              <a:chOff x="2182679" y="2005014"/>
              <a:chExt cx="792300" cy="1080158"/>
            </a:xfrm>
          </p:grpSpPr>
          <p:cxnSp>
            <p:nvCxnSpPr>
              <p:cNvPr id="10236" name="Google Shape;10236;p83"/>
              <p:cNvCxnSpPr>
                <a:stCxn id="10237"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222" name="Google Shape;10222;p8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8" name="Google Shape;10238;p83"/>
          <p:cNvGrpSpPr/>
          <p:nvPr/>
        </p:nvGrpSpPr>
        <p:grpSpPr>
          <a:xfrm>
            <a:off x="6846570" y="972834"/>
            <a:ext cx="1559809" cy="722610"/>
            <a:chOff x="634175" y="2986275"/>
            <a:chExt cx="3147949" cy="1458344"/>
          </a:xfrm>
        </p:grpSpPr>
        <p:cxnSp>
          <p:nvCxnSpPr>
            <p:cNvPr id="10239" name="Google Shape;10239;p83"/>
            <p:cNvCxnSpPr>
              <a:stCxn id="10240" idx="4"/>
              <a:endCxn id="1024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242" name="Google Shape;10242;p83"/>
            <p:cNvCxnSpPr>
              <a:stCxn id="10241" idx="0"/>
              <a:endCxn id="1024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244" name="Google Shape;10244;p83"/>
            <p:cNvCxnSpPr>
              <a:stCxn id="10243" idx="4"/>
              <a:endCxn id="1024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246" name="Google Shape;10246;p83"/>
            <p:cNvCxnSpPr>
              <a:stCxn id="10245" idx="0"/>
              <a:endCxn id="1024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247" name="Google Shape;10247;p8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243" name="Google Shape;10243;p8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240" name="Google Shape;10240;p8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245" name="Google Shape;10245;p8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241" name="Google Shape;10241;p8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248" name="Google Shape;10248;p83"/>
          <p:cNvGrpSpPr/>
          <p:nvPr/>
        </p:nvGrpSpPr>
        <p:grpSpPr>
          <a:xfrm>
            <a:off x="3500360" y="2682741"/>
            <a:ext cx="1570719" cy="294123"/>
            <a:chOff x="998425" y="1182125"/>
            <a:chExt cx="1065400" cy="199500"/>
          </a:xfrm>
        </p:grpSpPr>
        <p:sp>
          <p:nvSpPr>
            <p:cNvPr id="10249" name="Google Shape;10249;p8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83"/>
          <p:cNvGrpSpPr/>
          <p:nvPr/>
        </p:nvGrpSpPr>
        <p:grpSpPr>
          <a:xfrm>
            <a:off x="6843616" y="1800228"/>
            <a:ext cx="1565716" cy="366729"/>
            <a:chOff x="1247650" y="2075423"/>
            <a:chExt cx="6648477" cy="1557238"/>
          </a:xfrm>
        </p:grpSpPr>
        <p:sp>
          <p:nvSpPr>
            <p:cNvPr id="10255" name="Google Shape;10255;p8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83"/>
          <p:cNvGrpSpPr/>
          <p:nvPr/>
        </p:nvGrpSpPr>
        <p:grpSpPr>
          <a:xfrm>
            <a:off x="6827928" y="2949043"/>
            <a:ext cx="1597061" cy="663440"/>
            <a:chOff x="6796238" y="3158297"/>
            <a:chExt cx="1630319" cy="677257"/>
          </a:xfrm>
        </p:grpSpPr>
        <p:cxnSp>
          <p:nvCxnSpPr>
            <p:cNvPr id="10262" name="Google Shape;10262;p8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263" name="Google Shape;10263;p8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264" name="Google Shape;10264;p8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265" name="Google Shape;10265;p8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266" name="Google Shape;10266;p83"/>
            <p:cNvGrpSpPr/>
            <p:nvPr/>
          </p:nvGrpSpPr>
          <p:grpSpPr>
            <a:xfrm>
              <a:off x="6796238" y="3311904"/>
              <a:ext cx="1630319" cy="377697"/>
              <a:chOff x="6796238" y="3311904"/>
              <a:chExt cx="1630319" cy="377697"/>
            </a:xfrm>
          </p:grpSpPr>
          <p:sp>
            <p:nvSpPr>
              <p:cNvPr id="10267" name="Google Shape;10267;p8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70" name="Google Shape;10270;p83"/>
          <p:cNvGrpSpPr/>
          <p:nvPr/>
        </p:nvGrpSpPr>
        <p:grpSpPr>
          <a:xfrm>
            <a:off x="5349066" y="970435"/>
            <a:ext cx="1368606" cy="1593805"/>
            <a:chOff x="1839112" y="2209163"/>
            <a:chExt cx="1918159" cy="2233784"/>
          </a:xfrm>
        </p:grpSpPr>
        <p:sp>
          <p:nvSpPr>
            <p:cNvPr id="10271" name="Google Shape;10271;p8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74" name="Google Shape;10274;p83"/>
            <p:cNvCxnSpPr>
              <a:stCxn id="10271" idx="6"/>
              <a:endCxn id="10272"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275" name="Google Shape;10275;p83"/>
            <p:cNvCxnSpPr>
              <a:stCxn id="10272" idx="4"/>
              <a:endCxn id="10276"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277" name="Google Shape;10277;p83"/>
            <p:cNvCxnSpPr>
              <a:stCxn id="10276" idx="6"/>
              <a:endCxn id="10273"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278" name="Google Shape;10278;p83"/>
            <p:cNvCxnSpPr>
              <a:stCxn id="10273" idx="4"/>
              <a:endCxn id="10279"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276" name="Google Shape;10276;p8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1" name="Google Shape;10281;p83"/>
            <p:cNvCxnSpPr>
              <a:endCxn id="10280"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282" name="Google Shape;10282;p83"/>
          <p:cNvGrpSpPr/>
          <p:nvPr/>
        </p:nvGrpSpPr>
        <p:grpSpPr>
          <a:xfrm>
            <a:off x="3481439" y="976671"/>
            <a:ext cx="1637968" cy="154942"/>
            <a:chOff x="238125" y="2506075"/>
            <a:chExt cx="7115411" cy="673075"/>
          </a:xfrm>
        </p:grpSpPr>
        <p:sp>
          <p:nvSpPr>
            <p:cNvPr id="10283" name="Google Shape;10283;p8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8" name="Google Shape;10288;p83"/>
          <p:cNvGrpSpPr/>
          <p:nvPr/>
        </p:nvGrpSpPr>
        <p:grpSpPr>
          <a:xfrm>
            <a:off x="720124" y="1298269"/>
            <a:ext cx="2476762" cy="91743"/>
            <a:chOff x="1464850" y="436376"/>
            <a:chExt cx="6001362" cy="222300"/>
          </a:xfrm>
        </p:grpSpPr>
        <p:sp>
          <p:nvSpPr>
            <p:cNvPr id="10289" name="Google Shape;10289;p8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94" name="Google Shape;10294;p8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295" name="Google Shape;10295;p8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296" name="Google Shape;10296;p8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297" name="Google Shape;10297;p8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298" name="Google Shape;10298;p83"/>
          <p:cNvGrpSpPr/>
          <p:nvPr/>
        </p:nvGrpSpPr>
        <p:grpSpPr>
          <a:xfrm>
            <a:off x="706391" y="2533734"/>
            <a:ext cx="1452710" cy="651923"/>
            <a:chOff x="803162" y="2667727"/>
            <a:chExt cx="1411906" cy="633611"/>
          </a:xfrm>
        </p:grpSpPr>
        <p:cxnSp>
          <p:nvCxnSpPr>
            <p:cNvPr id="10299" name="Google Shape;10299;p83"/>
            <p:cNvCxnSpPr>
              <a:stCxn id="10300" idx="2"/>
              <a:endCxn id="10301"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02" name="Google Shape;10302;p83"/>
            <p:cNvCxnSpPr>
              <a:stCxn id="10303" idx="0"/>
              <a:endCxn id="10300"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04" name="Google Shape;10304;p83"/>
            <p:cNvCxnSpPr>
              <a:stCxn id="10303" idx="2"/>
              <a:endCxn id="10305"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06" name="Google Shape;10306;p83"/>
            <p:cNvCxnSpPr>
              <a:stCxn id="10307" idx="0"/>
              <a:endCxn id="10303"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08" name="Google Shape;10308;p83"/>
            <p:cNvCxnSpPr>
              <a:stCxn id="10301" idx="2"/>
              <a:endCxn id="10309"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10" name="Google Shape;10310;p83"/>
            <p:cNvCxnSpPr>
              <a:stCxn id="10311" idx="0"/>
              <a:endCxn id="10301"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307" name="Google Shape;10307;p8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05" name="Google Shape;10305;p8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11" name="Google Shape;10311;p8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09" name="Google Shape;10309;p8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01" name="Google Shape;10301;p8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03" name="Google Shape;10303;p8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00" name="Google Shape;10300;p8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312" name="Google Shape;10312;p83"/>
          <p:cNvGrpSpPr/>
          <p:nvPr/>
        </p:nvGrpSpPr>
        <p:grpSpPr>
          <a:xfrm>
            <a:off x="706393" y="969273"/>
            <a:ext cx="2518541" cy="209309"/>
            <a:chOff x="803163" y="1111966"/>
            <a:chExt cx="2447800" cy="203430"/>
          </a:xfrm>
        </p:grpSpPr>
        <p:grpSp>
          <p:nvGrpSpPr>
            <p:cNvPr id="10313" name="Google Shape;10313;p83"/>
            <p:cNvGrpSpPr/>
            <p:nvPr/>
          </p:nvGrpSpPr>
          <p:grpSpPr>
            <a:xfrm>
              <a:off x="1958180" y="1111966"/>
              <a:ext cx="588019" cy="121396"/>
              <a:chOff x="4808316" y="2800065"/>
              <a:chExt cx="1999386" cy="412910"/>
            </a:xfrm>
          </p:grpSpPr>
          <p:sp>
            <p:nvSpPr>
              <p:cNvPr id="10314" name="Google Shape;10314;p8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5" name="Google Shape;10315;p83"/>
              <p:cNvGrpSpPr/>
              <p:nvPr/>
            </p:nvGrpSpPr>
            <p:grpSpPr>
              <a:xfrm>
                <a:off x="4808316" y="2800065"/>
                <a:ext cx="92400" cy="411825"/>
                <a:chOff x="845575" y="2563700"/>
                <a:chExt cx="92400" cy="411825"/>
              </a:xfrm>
            </p:grpSpPr>
            <p:cxnSp>
              <p:nvCxnSpPr>
                <p:cNvPr id="10316" name="Google Shape;10316;p8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17" name="Google Shape;10317;p8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318" name="Google Shape;10318;p8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319" name="Google Shape;10319;p8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0" name="Google Shape;10320;p83"/>
            <p:cNvGrpSpPr/>
            <p:nvPr/>
          </p:nvGrpSpPr>
          <p:grpSpPr>
            <a:xfrm>
              <a:off x="803163" y="1111974"/>
              <a:ext cx="591158" cy="121545"/>
              <a:chOff x="803163" y="1111974"/>
              <a:chExt cx="591158" cy="121545"/>
            </a:xfrm>
          </p:grpSpPr>
          <p:grpSp>
            <p:nvGrpSpPr>
              <p:cNvPr id="10321" name="Google Shape;10321;p83"/>
              <p:cNvGrpSpPr/>
              <p:nvPr/>
            </p:nvGrpSpPr>
            <p:grpSpPr>
              <a:xfrm>
                <a:off x="803163" y="1111974"/>
                <a:ext cx="27175" cy="121077"/>
                <a:chOff x="845575" y="2563700"/>
                <a:chExt cx="92400" cy="411825"/>
              </a:xfrm>
            </p:grpSpPr>
            <p:cxnSp>
              <p:nvCxnSpPr>
                <p:cNvPr id="10322" name="Google Shape;10322;p8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23" name="Google Shape;10323;p8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4" name="Google Shape;10324;p8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83"/>
            <p:cNvGrpSpPr/>
            <p:nvPr/>
          </p:nvGrpSpPr>
          <p:grpSpPr>
            <a:xfrm>
              <a:off x="1381910" y="1194219"/>
              <a:ext cx="588341" cy="121177"/>
              <a:chOff x="1381910" y="1194219"/>
              <a:chExt cx="588341" cy="121177"/>
            </a:xfrm>
          </p:grpSpPr>
          <p:grpSp>
            <p:nvGrpSpPr>
              <p:cNvPr id="10326" name="Google Shape;10326;p83"/>
              <p:cNvGrpSpPr/>
              <p:nvPr/>
            </p:nvGrpSpPr>
            <p:grpSpPr>
              <a:xfrm rot="10800000">
                <a:off x="1381910" y="1194319"/>
                <a:ext cx="27175" cy="121077"/>
                <a:chOff x="2070100" y="2563700"/>
                <a:chExt cx="92400" cy="411825"/>
              </a:xfrm>
            </p:grpSpPr>
            <p:cxnSp>
              <p:nvCxnSpPr>
                <p:cNvPr id="10327" name="Google Shape;10327;p8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28" name="Google Shape;10328;p8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8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0" name="Google Shape;10330;p83"/>
            <p:cNvGrpSpPr/>
            <p:nvPr/>
          </p:nvGrpSpPr>
          <p:grpSpPr>
            <a:xfrm>
              <a:off x="2532079" y="1194219"/>
              <a:ext cx="704927" cy="121177"/>
              <a:chOff x="2532079" y="1194219"/>
              <a:chExt cx="704927" cy="121177"/>
            </a:xfrm>
          </p:grpSpPr>
          <p:grpSp>
            <p:nvGrpSpPr>
              <p:cNvPr id="10331" name="Google Shape;10331;p83"/>
              <p:cNvGrpSpPr/>
              <p:nvPr/>
            </p:nvGrpSpPr>
            <p:grpSpPr>
              <a:xfrm rot="10800000">
                <a:off x="2532079" y="1194319"/>
                <a:ext cx="27175" cy="121077"/>
                <a:chOff x="2070100" y="2563700"/>
                <a:chExt cx="92400" cy="411825"/>
              </a:xfrm>
            </p:grpSpPr>
            <p:cxnSp>
              <p:nvCxnSpPr>
                <p:cNvPr id="10332" name="Google Shape;10332;p8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33" name="Google Shape;10333;p8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4" name="Google Shape;10334;p8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5" name="Google Shape;10335;p83"/>
          <p:cNvGrpSpPr/>
          <p:nvPr/>
        </p:nvGrpSpPr>
        <p:grpSpPr>
          <a:xfrm>
            <a:off x="3499403" y="3665904"/>
            <a:ext cx="1567778" cy="491677"/>
            <a:chOff x="5194708" y="3484366"/>
            <a:chExt cx="3148148" cy="987304"/>
          </a:xfrm>
        </p:grpSpPr>
        <p:grpSp>
          <p:nvGrpSpPr>
            <p:cNvPr id="10336" name="Google Shape;10336;p83"/>
            <p:cNvGrpSpPr/>
            <p:nvPr/>
          </p:nvGrpSpPr>
          <p:grpSpPr>
            <a:xfrm>
              <a:off x="7531521" y="3484366"/>
              <a:ext cx="811335" cy="987304"/>
              <a:chOff x="3379425" y="1617275"/>
              <a:chExt cx="1090650" cy="1327200"/>
            </a:xfrm>
          </p:grpSpPr>
          <p:sp>
            <p:nvSpPr>
              <p:cNvPr id="10337" name="Google Shape;10337;p8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83"/>
            <p:cNvGrpSpPr/>
            <p:nvPr/>
          </p:nvGrpSpPr>
          <p:grpSpPr>
            <a:xfrm>
              <a:off x="6752546" y="3484366"/>
              <a:ext cx="811428" cy="987304"/>
              <a:chOff x="2332275" y="1617275"/>
              <a:chExt cx="1090775" cy="1327200"/>
            </a:xfrm>
          </p:grpSpPr>
          <p:sp>
            <p:nvSpPr>
              <p:cNvPr id="10341" name="Google Shape;10341;p8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4" name="Google Shape;10344;p83"/>
            <p:cNvGrpSpPr/>
            <p:nvPr/>
          </p:nvGrpSpPr>
          <p:grpSpPr>
            <a:xfrm>
              <a:off x="5973664" y="3484366"/>
              <a:ext cx="811335" cy="987304"/>
              <a:chOff x="1285250" y="1617275"/>
              <a:chExt cx="1090650" cy="1327200"/>
            </a:xfrm>
          </p:grpSpPr>
          <p:sp>
            <p:nvSpPr>
              <p:cNvPr id="10345" name="Google Shape;10345;p8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83"/>
            <p:cNvGrpSpPr/>
            <p:nvPr/>
          </p:nvGrpSpPr>
          <p:grpSpPr>
            <a:xfrm>
              <a:off x="5194708" y="3484366"/>
              <a:ext cx="811409" cy="987304"/>
              <a:chOff x="238125" y="1617275"/>
              <a:chExt cx="1090750" cy="1327200"/>
            </a:xfrm>
          </p:grpSpPr>
          <p:sp>
            <p:nvSpPr>
              <p:cNvPr id="10349" name="Google Shape;10349;p8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2" name="Google Shape;10352;p83"/>
          <p:cNvGrpSpPr/>
          <p:nvPr/>
        </p:nvGrpSpPr>
        <p:grpSpPr>
          <a:xfrm>
            <a:off x="3460012" y="3146315"/>
            <a:ext cx="1616964" cy="346256"/>
            <a:chOff x="1808063" y="4294338"/>
            <a:chExt cx="3370782" cy="721817"/>
          </a:xfrm>
        </p:grpSpPr>
        <p:sp>
          <p:nvSpPr>
            <p:cNvPr id="10353" name="Google Shape;10353;p8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83"/>
          <p:cNvGrpSpPr/>
          <p:nvPr/>
        </p:nvGrpSpPr>
        <p:grpSpPr>
          <a:xfrm>
            <a:off x="738224" y="3432344"/>
            <a:ext cx="1295882" cy="646587"/>
            <a:chOff x="834100" y="3642869"/>
            <a:chExt cx="1259483" cy="628426"/>
          </a:xfrm>
        </p:grpSpPr>
        <p:sp>
          <p:nvSpPr>
            <p:cNvPr id="10364" name="Google Shape;10364;p8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9" name="Google Shape;10389;p83"/>
            <p:cNvGrpSpPr/>
            <p:nvPr/>
          </p:nvGrpSpPr>
          <p:grpSpPr>
            <a:xfrm>
              <a:off x="1360364" y="3847835"/>
              <a:ext cx="208119" cy="224359"/>
              <a:chOff x="1360769" y="3847100"/>
              <a:chExt cx="208119" cy="224359"/>
            </a:xfrm>
          </p:grpSpPr>
          <p:sp>
            <p:nvSpPr>
              <p:cNvPr id="10390" name="Google Shape;10390;p8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0" name="Google Shape;10410;p8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4" name="Google Shape;10424;p83"/>
          <p:cNvGrpSpPr/>
          <p:nvPr/>
        </p:nvGrpSpPr>
        <p:grpSpPr>
          <a:xfrm rot="5400000">
            <a:off x="5951337" y="3228841"/>
            <a:ext cx="164064" cy="1414916"/>
            <a:chOff x="4428249" y="1369375"/>
            <a:chExt cx="36905" cy="429569"/>
          </a:xfrm>
        </p:grpSpPr>
        <p:sp>
          <p:nvSpPr>
            <p:cNvPr id="10425" name="Google Shape;10425;p8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83"/>
          <p:cNvGrpSpPr/>
          <p:nvPr/>
        </p:nvGrpSpPr>
        <p:grpSpPr>
          <a:xfrm rot="10800000" flipH="1">
            <a:off x="5323766" y="2817385"/>
            <a:ext cx="1419207" cy="24808"/>
            <a:chOff x="219558" y="4738465"/>
            <a:chExt cx="5852400" cy="102300"/>
          </a:xfrm>
        </p:grpSpPr>
        <p:cxnSp>
          <p:nvCxnSpPr>
            <p:cNvPr id="10458" name="Google Shape;10458;p8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459" name="Google Shape;10459;p8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83"/>
          <p:cNvGrpSpPr/>
          <p:nvPr/>
        </p:nvGrpSpPr>
        <p:grpSpPr>
          <a:xfrm>
            <a:off x="5335084" y="3190448"/>
            <a:ext cx="1396570" cy="385016"/>
            <a:chOff x="5286284" y="2966544"/>
            <a:chExt cx="1396570" cy="385016"/>
          </a:xfrm>
        </p:grpSpPr>
        <p:cxnSp>
          <p:nvCxnSpPr>
            <p:cNvPr id="10465" name="Google Shape;10465;p8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466" name="Google Shape;10466;p8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467" name="Google Shape;10467;p83"/>
            <p:cNvGrpSpPr/>
            <p:nvPr/>
          </p:nvGrpSpPr>
          <p:grpSpPr>
            <a:xfrm>
              <a:off x="5287688" y="3173364"/>
              <a:ext cx="1395166" cy="74100"/>
              <a:chOff x="5287688" y="3173364"/>
              <a:chExt cx="1395166" cy="74100"/>
            </a:xfrm>
          </p:grpSpPr>
          <p:cxnSp>
            <p:nvCxnSpPr>
              <p:cNvPr id="10468" name="Google Shape;10468;p8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469" name="Google Shape;10469;p8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470" name="Google Shape;10470;p8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471" name="Google Shape;10471;p8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472" name="Google Shape;10472;p8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473" name="Google Shape;10473;p8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474" name="Google Shape;10474;p8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475" name="Google Shape;10475;p8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476" name="Google Shape;10476;p8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477" name="Google Shape;10477;p83"/>
          <p:cNvGrpSpPr/>
          <p:nvPr/>
        </p:nvGrpSpPr>
        <p:grpSpPr>
          <a:xfrm>
            <a:off x="2021150" y="1609224"/>
            <a:ext cx="1182276" cy="662027"/>
            <a:chOff x="2029517" y="1732295"/>
            <a:chExt cx="1149068" cy="643432"/>
          </a:xfrm>
        </p:grpSpPr>
        <p:grpSp>
          <p:nvGrpSpPr>
            <p:cNvPr id="10478" name="Google Shape;10478;p83"/>
            <p:cNvGrpSpPr/>
            <p:nvPr/>
          </p:nvGrpSpPr>
          <p:grpSpPr>
            <a:xfrm>
              <a:off x="2708660" y="1746937"/>
              <a:ext cx="455427" cy="244429"/>
              <a:chOff x="2700693" y="1746937"/>
              <a:chExt cx="455427" cy="244429"/>
            </a:xfrm>
          </p:grpSpPr>
          <p:grpSp>
            <p:nvGrpSpPr>
              <p:cNvPr id="10479" name="Google Shape;10479;p83"/>
              <p:cNvGrpSpPr/>
              <p:nvPr/>
            </p:nvGrpSpPr>
            <p:grpSpPr>
              <a:xfrm>
                <a:off x="2905682" y="1782817"/>
                <a:ext cx="250438" cy="208549"/>
                <a:chOff x="2905682" y="1782817"/>
                <a:chExt cx="250438" cy="208549"/>
              </a:xfrm>
            </p:grpSpPr>
            <p:cxnSp>
              <p:nvCxnSpPr>
                <p:cNvPr id="10480" name="Google Shape;10480;p8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481" name="Google Shape;10481;p8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83"/>
              <p:cNvGrpSpPr/>
              <p:nvPr/>
            </p:nvGrpSpPr>
            <p:grpSpPr>
              <a:xfrm>
                <a:off x="2700693" y="1746937"/>
                <a:ext cx="449967" cy="72374"/>
                <a:chOff x="2700693" y="1746937"/>
                <a:chExt cx="449967" cy="72374"/>
              </a:xfrm>
            </p:grpSpPr>
            <p:cxnSp>
              <p:nvCxnSpPr>
                <p:cNvPr id="10483" name="Google Shape;10483;p8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484" name="Google Shape;10484;p8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85" name="Google Shape;10485;p83"/>
            <p:cNvGrpSpPr/>
            <p:nvPr/>
          </p:nvGrpSpPr>
          <p:grpSpPr>
            <a:xfrm>
              <a:off x="2029517" y="1732295"/>
              <a:ext cx="1149068" cy="643432"/>
              <a:chOff x="2029517" y="1732295"/>
              <a:chExt cx="1149068" cy="643432"/>
            </a:xfrm>
          </p:grpSpPr>
          <p:grpSp>
            <p:nvGrpSpPr>
              <p:cNvPr id="10486" name="Google Shape;10486;p83"/>
              <p:cNvGrpSpPr/>
              <p:nvPr/>
            </p:nvGrpSpPr>
            <p:grpSpPr>
              <a:xfrm>
                <a:off x="2703618" y="2103152"/>
                <a:ext cx="474966" cy="260017"/>
                <a:chOff x="2703618" y="2103152"/>
                <a:chExt cx="474966" cy="260017"/>
              </a:xfrm>
            </p:grpSpPr>
            <p:grpSp>
              <p:nvGrpSpPr>
                <p:cNvPr id="10487" name="Google Shape;10487;p83"/>
                <p:cNvGrpSpPr/>
                <p:nvPr/>
              </p:nvGrpSpPr>
              <p:grpSpPr>
                <a:xfrm>
                  <a:off x="2703618" y="2290640"/>
                  <a:ext cx="450291" cy="72529"/>
                  <a:chOff x="2703618" y="2290640"/>
                  <a:chExt cx="450291" cy="72529"/>
                </a:xfrm>
              </p:grpSpPr>
              <p:cxnSp>
                <p:nvCxnSpPr>
                  <p:cNvPr id="10488" name="Google Shape;10488;p8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489" name="Google Shape;10489;p8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83"/>
                <p:cNvGrpSpPr/>
                <p:nvPr/>
              </p:nvGrpSpPr>
              <p:grpSpPr>
                <a:xfrm>
                  <a:off x="2908607" y="2103152"/>
                  <a:ext cx="269977" cy="223538"/>
                  <a:chOff x="2908607" y="2103152"/>
                  <a:chExt cx="269977" cy="223538"/>
                </a:xfrm>
              </p:grpSpPr>
              <p:cxnSp>
                <p:nvCxnSpPr>
                  <p:cNvPr id="10491" name="Google Shape;10491;p8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492" name="Google Shape;10492;p8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93" name="Google Shape;10493;p83"/>
              <p:cNvGrpSpPr/>
              <p:nvPr/>
            </p:nvGrpSpPr>
            <p:grpSpPr>
              <a:xfrm>
                <a:off x="2029517" y="1732295"/>
                <a:ext cx="685827" cy="643432"/>
                <a:chOff x="2029517" y="1732295"/>
                <a:chExt cx="685827" cy="643432"/>
              </a:xfrm>
            </p:grpSpPr>
            <p:sp>
              <p:nvSpPr>
                <p:cNvPr id="10494" name="Google Shape;10494;p8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5" name="Google Shape;10495;p83"/>
                <p:cNvGrpSpPr/>
                <p:nvPr/>
              </p:nvGrpSpPr>
              <p:grpSpPr>
                <a:xfrm>
                  <a:off x="2158948" y="1732295"/>
                  <a:ext cx="556396" cy="333108"/>
                  <a:chOff x="2158948" y="1732295"/>
                  <a:chExt cx="556396" cy="333108"/>
                </a:xfrm>
              </p:grpSpPr>
              <p:cxnSp>
                <p:nvCxnSpPr>
                  <p:cNvPr id="10496" name="Google Shape;10496;p8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497" name="Google Shape;10497;p8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83"/>
                <p:cNvGrpSpPr/>
                <p:nvPr/>
              </p:nvGrpSpPr>
              <p:grpSpPr>
                <a:xfrm>
                  <a:off x="2159908" y="2065057"/>
                  <a:ext cx="550884" cy="310670"/>
                  <a:chOff x="2159908" y="2065057"/>
                  <a:chExt cx="550884" cy="310670"/>
                </a:xfrm>
              </p:grpSpPr>
              <p:cxnSp>
                <p:nvCxnSpPr>
                  <p:cNvPr id="10499" name="Google Shape;10499;p8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500" name="Google Shape;10500;p8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501" name="Google Shape;10501;p83"/>
          <p:cNvGrpSpPr/>
          <p:nvPr/>
        </p:nvGrpSpPr>
        <p:grpSpPr>
          <a:xfrm>
            <a:off x="706399" y="1556837"/>
            <a:ext cx="962651" cy="810058"/>
            <a:chOff x="732462" y="1766083"/>
            <a:chExt cx="962651" cy="810058"/>
          </a:xfrm>
        </p:grpSpPr>
        <p:grpSp>
          <p:nvGrpSpPr>
            <p:cNvPr id="10502" name="Google Shape;10502;p83"/>
            <p:cNvGrpSpPr/>
            <p:nvPr/>
          </p:nvGrpSpPr>
          <p:grpSpPr>
            <a:xfrm>
              <a:off x="732462" y="1908333"/>
              <a:ext cx="339369" cy="524756"/>
              <a:chOff x="844912" y="1819635"/>
              <a:chExt cx="329836" cy="510016"/>
            </a:xfrm>
          </p:grpSpPr>
          <p:sp>
            <p:nvSpPr>
              <p:cNvPr id="10503" name="Google Shape;10503;p8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83"/>
            <p:cNvGrpSpPr/>
            <p:nvPr/>
          </p:nvGrpSpPr>
          <p:grpSpPr>
            <a:xfrm>
              <a:off x="1184858" y="2256650"/>
              <a:ext cx="510255" cy="319491"/>
              <a:chOff x="1284601" y="2158168"/>
              <a:chExt cx="495923" cy="310517"/>
            </a:xfrm>
          </p:grpSpPr>
          <p:sp>
            <p:nvSpPr>
              <p:cNvPr id="10510" name="Google Shape;10510;p8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1" name="Google Shape;10511;p83"/>
              <p:cNvGrpSpPr/>
              <p:nvPr/>
            </p:nvGrpSpPr>
            <p:grpSpPr>
              <a:xfrm>
                <a:off x="1507666" y="2158168"/>
                <a:ext cx="272858" cy="310517"/>
                <a:chOff x="1507666" y="2158168"/>
                <a:chExt cx="272858" cy="310517"/>
              </a:xfrm>
            </p:grpSpPr>
            <p:grpSp>
              <p:nvGrpSpPr>
                <p:cNvPr id="10512" name="Google Shape;10512;p83"/>
                <p:cNvGrpSpPr/>
                <p:nvPr/>
              </p:nvGrpSpPr>
              <p:grpSpPr>
                <a:xfrm>
                  <a:off x="1507666" y="2176104"/>
                  <a:ext cx="166395" cy="273149"/>
                  <a:chOff x="1507666" y="2176104"/>
                  <a:chExt cx="166395" cy="273149"/>
                </a:xfrm>
              </p:grpSpPr>
              <p:sp>
                <p:nvSpPr>
                  <p:cNvPr id="10513" name="Google Shape;10513;p8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0" name="Google Shape;10520;p8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2" name="Google Shape;10522;p83"/>
            <p:cNvGrpSpPr/>
            <p:nvPr/>
          </p:nvGrpSpPr>
          <p:grpSpPr>
            <a:xfrm>
              <a:off x="1184858" y="1766083"/>
              <a:ext cx="510255" cy="319491"/>
              <a:chOff x="1284601" y="1681380"/>
              <a:chExt cx="495923" cy="310517"/>
            </a:xfrm>
          </p:grpSpPr>
          <p:sp>
            <p:nvSpPr>
              <p:cNvPr id="10523" name="Google Shape;10523;p8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4" name="Google Shape;10524;p83"/>
              <p:cNvGrpSpPr/>
              <p:nvPr/>
            </p:nvGrpSpPr>
            <p:grpSpPr>
              <a:xfrm>
                <a:off x="1507666" y="1681380"/>
                <a:ext cx="272858" cy="310517"/>
                <a:chOff x="1507666" y="1681380"/>
                <a:chExt cx="272858" cy="310517"/>
              </a:xfrm>
            </p:grpSpPr>
            <p:grpSp>
              <p:nvGrpSpPr>
                <p:cNvPr id="10525" name="Google Shape;10525;p83"/>
                <p:cNvGrpSpPr/>
                <p:nvPr/>
              </p:nvGrpSpPr>
              <p:grpSpPr>
                <a:xfrm>
                  <a:off x="1507666" y="1700120"/>
                  <a:ext cx="166395" cy="272984"/>
                  <a:chOff x="1507666" y="1700120"/>
                  <a:chExt cx="166395" cy="272984"/>
                </a:xfrm>
              </p:grpSpPr>
              <p:sp>
                <p:nvSpPr>
                  <p:cNvPr id="10526" name="Google Shape;10526;p8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3" name="Google Shape;10533;p8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535" name="Google Shape;10535;p83"/>
          <p:cNvGrpSpPr/>
          <p:nvPr/>
        </p:nvGrpSpPr>
        <p:grpSpPr>
          <a:xfrm>
            <a:off x="6815339" y="2324267"/>
            <a:ext cx="1622269" cy="552443"/>
            <a:chOff x="6894650" y="2574740"/>
            <a:chExt cx="1445100" cy="492111"/>
          </a:xfrm>
        </p:grpSpPr>
        <p:sp>
          <p:nvSpPr>
            <p:cNvPr id="10536" name="Google Shape;10536;p8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41" name="Google Shape;10541;p8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542" name="Google Shape;10542;p83"/>
          <p:cNvGrpSpPr/>
          <p:nvPr/>
        </p:nvGrpSpPr>
        <p:grpSpPr>
          <a:xfrm>
            <a:off x="6834882" y="3698522"/>
            <a:ext cx="1583206" cy="475705"/>
            <a:chOff x="6953919" y="3907920"/>
            <a:chExt cx="1377300" cy="475705"/>
          </a:xfrm>
        </p:grpSpPr>
        <p:cxnSp>
          <p:nvCxnSpPr>
            <p:cNvPr id="10543" name="Google Shape;10543;p8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544" name="Google Shape;10544;p8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545" name="Google Shape;10545;p8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546" name="Google Shape;10546;p8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547" name="Google Shape;10547;p8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548" name="Google Shape;10548;p83"/>
          <p:cNvGrpSpPr/>
          <p:nvPr/>
        </p:nvGrpSpPr>
        <p:grpSpPr>
          <a:xfrm>
            <a:off x="2338470" y="2459668"/>
            <a:ext cx="836286" cy="824529"/>
            <a:chOff x="2389399" y="2595741"/>
            <a:chExt cx="812796" cy="801369"/>
          </a:xfrm>
        </p:grpSpPr>
        <p:grpSp>
          <p:nvGrpSpPr>
            <p:cNvPr id="10549" name="Google Shape;10549;p83"/>
            <p:cNvGrpSpPr/>
            <p:nvPr/>
          </p:nvGrpSpPr>
          <p:grpSpPr>
            <a:xfrm>
              <a:off x="2492145" y="2881565"/>
              <a:ext cx="607300" cy="229751"/>
              <a:chOff x="2492145" y="2881565"/>
              <a:chExt cx="607300" cy="229751"/>
            </a:xfrm>
          </p:grpSpPr>
          <p:sp>
            <p:nvSpPr>
              <p:cNvPr id="10550" name="Google Shape;10550;p8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83"/>
            <p:cNvGrpSpPr/>
            <p:nvPr/>
          </p:nvGrpSpPr>
          <p:grpSpPr>
            <a:xfrm>
              <a:off x="2389399" y="2595741"/>
              <a:ext cx="812796" cy="296825"/>
              <a:chOff x="2389399" y="2595741"/>
              <a:chExt cx="812796" cy="296825"/>
            </a:xfrm>
          </p:grpSpPr>
          <p:grpSp>
            <p:nvGrpSpPr>
              <p:cNvPr id="10554" name="Google Shape;10554;p83"/>
              <p:cNvGrpSpPr/>
              <p:nvPr/>
            </p:nvGrpSpPr>
            <p:grpSpPr>
              <a:xfrm>
                <a:off x="2389399" y="2595741"/>
                <a:ext cx="363638" cy="296825"/>
                <a:chOff x="2389399" y="2595741"/>
                <a:chExt cx="363638" cy="296825"/>
              </a:xfrm>
            </p:grpSpPr>
            <p:grpSp>
              <p:nvGrpSpPr>
                <p:cNvPr id="10555" name="Google Shape;10555;p83"/>
                <p:cNvGrpSpPr/>
                <p:nvPr/>
              </p:nvGrpSpPr>
              <p:grpSpPr>
                <a:xfrm>
                  <a:off x="2493852" y="2794333"/>
                  <a:ext cx="259185" cy="98232"/>
                  <a:chOff x="2493852" y="2794333"/>
                  <a:chExt cx="259185" cy="98232"/>
                </a:xfrm>
              </p:grpSpPr>
              <p:sp>
                <p:nvSpPr>
                  <p:cNvPr id="10556" name="Google Shape;10556;p8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83"/>
                <p:cNvGrpSpPr/>
                <p:nvPr/>
              </p:nvGrpSpPr>
              <p:grpSpPr>
                <a:xfrm>
                  <a:off x="2389399" y="2595741"/>
                  <a:ext cx="224343" cy="182054"/>
                  <a:chOff x="2389399" y="2595741"/>
                  <a:chExt cx="224343" cy="182054"/>
                </a:xfrm>
              </p:grpSpPr>
              <p:sp>
                <p:nvSpPr>
                  <p:cNvPr id="10560" name="Google Shape;10560;p8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62" name="Google Shape;10562;p83"/>
              <p:cNvGrpSpPr/>
              <p:nvPr/>
            </p:nvGrpSpPr>
            <p:grpSpPr>
              <a:xfrm>
                <a:off x="2683630" y="2595741"/>
                <a:ext cx="224334" cy="296825"/>
                <a:chOff x="2683630" y="2595741"/>
                <a:chExt cx="224334" cy="296825"/>
              </a:xfrm>
            </p:grpSpPr>
            <p:grpSp>
              <p:nvGrpSpPr>
                <p:cNvPr id="10563" name="Google Shape;10563;p83"/>
                <p:cNvGrpSpPr/>
                <p:nvPr/>
              </p:nvGrpSpPr>
              <p:grpSpPr>
                <a:xfrm>
                  <a:off x="2788083" y="2794333"/>
                  <a:ext cx="15356" cy="98232"/>
                  <a:chOff x="2788083" y="2794333"/>
                  <a:chExt cx="15356" cy="98232"/>
                </a:xfrm>
              </p:grpSpPr>
              <p:sp>
                <p:nvSpPr>
                  <p:cNvPr id="10564" name="Google Shape;10564;p8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83"/>
                <p:cNvGrpSpPr/>
                <p:nvPr/>
              </p:nvGrpSpPr>
              <p:grpSpPr>
                <a:xfrm>
                  <a:off x="2683630" y="2595741"/>
                  <a:ext cx="224334" cy="182054"/>
                  <a:chOff x="2683630" y="2595741"/>
                  <a:chExt cx="224334" cy="182054"/>
                </a:xfrm>
              </p:grpSpPr>
              <p:sp>
                <p:nvSpPr>
                  <p:cNvPr id="10568" name="Google Shape;10568;p8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70" name="Google Shape;10570;p83"/>
              <p:cNvGrpSpPr/>
              <p:nvPr/>
            </p:nvGrpSpPr>
            <p:grpSpPr>
              <a:xfrm>
                <a:off x="2838475" y="2595741"/>
                <a:ext cx="363719" cy="296825"/>
                <a:chOff x="2838475" y="2595741"/>
                <a:chExt cx="363719" cy="296825"/>
              </a:xfrm>
            </p:grpSpPr>
            <p:grpSp>
              <p:nvGrpSpPr>
                <p:cNvPr id="10571" name="Google Shape;10571;p83"/>
                <p:cNvGrpSpPr/>
                <p:nvPr/>
              </p:nvGrpSpPr>
              <p:grpSpPr>
                <a:xfrm>
                  <a:off x="2838475" y="2794333"/>
                  <a:ext cx="259185" cy="98232"/>
                  <a:chOff x="2838475" y="2794333"/>
                  <a:chExt cx="259185" cy="98232"/>
                </a:xfrm>
              </p:grpSpPr>
              <p:sp>
                <p:nvSpPr>
                  <p:cNvPr id="10572" name="Google Shape;10572;p8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83"/>
                <p:cNvGrpSpPr/>
                <p:nvPr/>
              </p:nvGrpSpPr>
              <p:grpSpPr>
                <a:xfrm>
                  <a:off x="2977852" y="2595741"/>
                  <a:ext cx="224343" cy="182054"/>
                  <a:chOff x="2977852" y="2595741"/>
                  <a:chExt cx="224343" cy="182054"/>
                </a:xfrm>
              </p:grpSpPr>
              <p:sp>
                <p:nvSpPr>
                  <p:cNvPr id="10576" name="Google Shape;10576;p8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578" name="Google Shape;10578;p83"/>
            <p:cNvGrpSpPr/>
            <p:nvPr/>
          </p:nvGrpSpPr>
          <p:grpSpPr>
            <a:xfrm>
              <a:off x="2389399" y="3100241"/>
              <a:ext cx="812796" cy="296869"/>
              <a:chOff x="2389399" y="3100241"/>
              <a:chExt cx="812796" cy="296869"/>
            </a:xfrm>
          </p:grpSpPr>
          <p:grpSp>
            <p:nvGrpSpPr>
              <p:cNvPr id="10579" name="Google Shape;10579;p83"/>
              <p:cNvGrpSpPr/>
              <p:nvPr/>
            </p:nvGrpSpPr>
            <p:grpSpPr>
              <a:xfrm>
                <a:off x="2683630" y="3100241"/>
                <a:ext cx="224334" cy="296869"/>
                <a:chOff x="2683630" y="3100241"/>
                <a:chExt cx="224334" cy="296869"/>
              </a:xfrm>
            </p:grpSpPr>
            <p:grpSp>
              <p:nvGrpSpPr>
                <p:cNvPr id="10580" name="Google Shape;10580;p83"/>
                <p:cNvGrpSpPr/>
                <p:nvPr/>
              </p:nvGrpSpPr>
              <p:grpSpPr>
                <a:xfrm>
                  <a:off x="2788083" y="3100241"/>
                  <a:ext cx="15356" cy="98237"/>
                  <a:chOff x="2788083" y="3100241"/>
                  <a:chExt cx="15356" cy="98237"/>
                </a:xfrm>
              </p:grpSpPr>
              <p:sp>
                <p:nvSpPr>
                  <p:cNvPr id="10581" name="Google Shape;10581;p8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83"/>
                <p:cNvGrpSpPr/>
                <p:nvPr/>
              </p:nvGrpSpPr>
              <p:grpSpPr>
                <a:xfrm>
                  <a:off x="2683630" y="3215065"/>
                  <a:ext cx="224334" cy="182045"/>
                  <a:chOff x="2683630" y="3215065"/>
                  <a:chExt cx="224334" cy="182045"/>
                </a:xfrm>
              </p:grpSpPr>
              <p:sp>
                <p:nvSpPr>
                  <p:cNvPr id="10585" name="Google Shape;10585;p8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83"/>
              <p:cNvGrpSpPr/>
              <p:nvPr/>
            </p:nvGrpSpPr>
            <p:grpSpPr>
              <a:xfrm>
                <a:off x="2389399" y="3100241"/>
                <a:ext cx="363638" cy="296869"/>
                <a:chOff x="2389399" y="3100241"/>
                <a:chExt cx="363638" cy="296869"/>
              </a:xfrm>
            </p:grpSpPr>
            <p:grpSp>
              <p:nvGrpSpPr>
                <p:cNvPr id="10588" name="Google Shape;10588;p83"/>
                <p:cNvGrpSpPr/>
                <p:nvPr/>
              </p:nvGrpSpPr>
              <p:grpSpPr>
                <a:xfrm>
                  <a:off x="2493852" y="3100241"/>
                  <a:ext cx="259185" cy="98237"/>
                  <a:chOff x="2493852" y="3100241"/>
                  <a:chExt cx="259185" cy="98237"/>
                </a:xfrm>
              </p:grpSpPr>
              <p:sp>
                <p:nvSpPr>
                  <p:cNvPr id="10589" name="Google Shape;10589;p8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2" name="Google Shape;10592;p83"/>
                <p:cNvGrpSpPr/>
                <p:nvPr/>
              </p:nvGrpSpPr>
              <p:grpSpPr>
                <a:xfrm>
                  <a:off x="2389399" y="3215065"/>
                  <a:ext cx="224343" cy="182045"/>
                  <a:chOff x="2389399" y="3215065"/>
                  <a:chExt cx="224343" cy="182045"/>
                </a:xfrm>
              </p:grpSpPr>
              <p:sp>
                <p:nvSpPr>
                  <p:cNvPr id="10593" name="Google Shape;10593;p8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95" name="Google Shape;10595;p83"/>
              <p:cNvGrpSpPr/>
              <p:nvPr/>
            </p:nvGrpSpPr>
            <p:grpSpPr>
              <a:xfrm>
                <a:off x="2838475" y="3100241"/>
                <a:ext cx="363719" cy="296869"/>
                <a:chOff x="2838475" y="3100241"/>
                <a:chExt cx="363719" cy="296869"/>
              </a:xfrm>
            </p:grpSpPr>
            <p:grpSp>
              <p:nvGrpSpPr>
                <p:cNvPr id="10596" name="Google Shape;10596;p83"/>
                <p:cNvGrpSpPr/>
                <p:nvPr/>
              </p:nvGrpSpPr>
              <p:grpSpPr>
                <a:xfrm>
                  <a:off x="2838475" y="3100241"/>
                  <a:ext cx="259185" cy="98237"/>
                  <a:chOff x="2838475" y="3100241"/>
                  <a:chExt cx="259185" cy="98237"/>
                </a:xfrm>
              </p:grpSpPr>
              <p:sp>
                <p:nvSpPr>
                  <p:cNvPr id="10597" name="Google Shape;10597;p8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0" name="Google Shape;10600;p83"/>
                <p:cNvGrpSpPr/>
                <p:nvPr/>
              </p:nvGrpSpPr>
              <p:grpSpPr>
                <a:xfrm>
                  <a:off x="2977852" y="3215065"/>
                  <a:ext cx="224343" cy="182045"/>
                  <a:chOff x="2977852" y="3215065"/>
                  <a:chExt cx="224343" cy="182045"/>
                </a:xfrm>
              </p:grpSpPr>
              <p:sp>
                <p:nvSpPr>
                  <p:cNvPr id="10601" name="Google Shape;10601;p8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10606"/>
        <p:cNvGrpSpPr/>
        <p:nvPr/>
      </p:nvGrpSpPr>
      <p:grpSpPr>
        <a:xfrm>
          <a:off x="0" y="0"/>
          <a:ext cx="0" cy="0"/>
          <a:chOff x="0" y="0"/>
          <a:chExt cx="0" cy="0"/>
        </a:xfrm>
      </p:grpSpPr>
      <p:grpSp>
        <p:nvGrpSpPr>
          <p:cNvPr id="10607" name="Google Shape;10607;p84"/>
          <p:cNvGrpSpPr/>
          <p:nvPr/>
        </p:nvGrpSpPr>
        <p:grpSpPr>
          <a:xfrm>
            <a:off x="702088" y="3155922"/>
            <a:ext cx="2390414" cy="1024800"/>
            <a:chOff x="728925" y="3296613"/>
            <a:chExt cx="2390414" cy="1024800"/>
          </a:xfrm>
        </p:grpSpPr>
        <p:grpSp>
          <p:nvGrpSpPr>
            <p:cNvPr id="10608" name="Google Shape;10608;p84"/>
            <p:cNvGrpSpPr/>
            <p:nvPr/>
          </p:nvGrpSpPr>
          <p:grpSpPr>
            <a:xfrm>
              <a:off x="728925" y="3619800"/>
              <a:ext cx="2390414" cy="500893"/>
              <a:chOff x="728925" y="3619800"/>
              <a:chExt cx="2390414" cy="500893"/>
            </a:xfrm>
          </p:grpSpPr>
          <p:sp>
            <p:nvSpPr>
              <p:cNvPr id="10609" name="Google Shape;10609;p8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10" name="Google Shape;10610;p8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611" name="Google Shape;10611;p84"/>
            <p:cNvGrpSpPr/>
            <p:nvPr/>
          </p:nvGrpSpPr>
          <p:grpSpPr>
            <a:xfrm>
              <a:off x="1348050" y="3296613"/>
              <a:ext cx="1706152" cy="1024800"/>
              <a:chOff x="1348050" y="3296613"/>
              <a:chExt cx="1706152" cy="1024800"/>
            </a:xfrm>
          </p:grpSpPr>
          <p:sp>
            <p:nvSpPr>
              <p:cNvPr id="10612" name="Google Shape;10612;p8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13" name="Google Shape;10613;p8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14" name="Google Shape;10614;p8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15" name="Google Shape;10615;p8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16" name="Google Shape;10616;p8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617" name="Google Shape;10617;p84"/>
            <p:cNvGrpSpPr/>
            <p:nvPr/>
          </p:nvGrpSpPr>
          <p:grpSpPr>
            <a:xfrm>
              <a:off x="1455707" y="3654858"/>
              <a:ext cx="1491150" cy="417657"/>
              <a:chOff x="1455707" y="3654858"/>
              <a:chExt cx="1491150" cy="417657"/>
            </a:xfrm>
          </p:grpSpPr>
          <p:sp>
            <p:nvSpPr>
              <p:cNvPr id="10618" name="Google Shape;10618;p8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638" name="Google Shape;10638;p84"/>
          <p:cNvGraphicFramePr/>
          <p:nvPr/>
        </p:nvGraphicFramePr>
        <p:xfrm>
          <a:off x="5937787" y="2153834"/>
          <a:ext cx="2504100" cy="864780"/>
        </p:xfrm>
        <a:graphic>
          <a:graphicData uri="http://schemas.openxmlformats.org/drawingml/2006/table">
            <a:tbl>
              <a:tblPr>
                <a:noFill/>
                <a:tableStyleId>{A4384012-A2AF-4531-A5CA-00EEC183B7BB}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639" name="Google Shape;10639;p84"/>
          <p:cNvGrpSpPr/>
          <p:nvPr/>
        </p:nvGrpSpPr>
        <p:grpSpPr>
          <a:xfrm>
            <a:off x="710464" y="981599"/>
            <a:ext cx="2396505" cy="976502"/>
            <a:chOff x="749309" y="1112739"/>
            <a:chExt cx="2371603" cy="976502"/>
          </a:xfrm>
        </p:grpSpPr>
        <p:grpSp>
          <p:nvGrpSpPr>
            <p:cNvPr id="10640" name="Google Shape;10640;p84"/>
            <p:cNvGrpSpPr/>
            <p:nvPr/>
          </p:nvGrpSpPr>
          <p:grpSpPr>
            <a:xfrm>
              <a:off x="1092126" y="1112739"/>
              <a:ext cx="2028786" cy="975464"/>
              <a:chOff x="1092126" y="1112739"/>
              <a:chExt cx="2028786" cy="975464"/>
            </a:xfrm>
          </p:grpSpPr>
          <p:sp>
            <p:nvSpPr>
              <p:cNvPr id="10641" name="Google Shape;10641;p8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84"/>
            <p:cNvGrpSpPr/>
            <p:nvPr/>
          </p:nvGrpSpPr>
          <p:grpSpPr>
            <a:xfrm>
              <a:off x="749309" y="1112739"/>
              <a:ext cx="314700" cy="975464"/>
              <a:chOff x="749309" y="1112739"/>
              <a:chExt cx="314700" cy="975464"/>
            </a:xfrm>
          </p:grpSpPr>
          <p:sp>
            <p:nvSpPr>
              <p:cNvPr id="10666" name="Google Shape;10666;p8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0" name="Google Shape;10670;p8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674" name="Google Shape;10674;p84"/>
          <p:cNvGraphicFramePr/>
          <p:nvPr/>
        </p:nvGraphicFramePr>
        <p:xfrm>
          <a:off x="5937812" y="981584"/>
          <a:ext cx="2504100" cy="976500"/>
        </p:xfrm>
        <a:graphic>
          <a:graphicData uri="http://schemas.openxmlformats.org/drawingml/2006/table">
            <a:tbl>
              <a:tblPr>
                <a:noFill/>
                <a:tableStyleId>{A4384012-A2AF-4531-A5CA-00EEC183B7BB}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675" name="Google Shape;10675;p84"/>
          <p:cNvGraphicFramePr/>
          <p:nvPr/>
        </p:nvGraphicFramePr>
        <p:xfrm>
          <a:off x="3358675" y="2153834"/>
          <a:ext cx="2363400" cy="868575"/>
        </p:xfrm>
        <a:graphic>
          <a:graphicData uri="http://schemas.openxmlformats.org/drawingml/2006/table">
            <a:tbl>
              <a:tblPr>
                <a:noFill/>
                <a:tableStyleId>{A4384012-A2AF-4531-A5CA-00EEC183B7BB}</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676" name="Google Shape;10676;p84"/>
          <p:cNvGrpSpPr/>
          <p:nvPr/>
        </p:nvGrpSpPr>
        <p:grpSpPr>
          <a:xfrm>
            <a:off x="3360661" y="3144795"/>
            <a:ext cx="2363377" cy="1047062"/>
            <a:chOff x="3358399" y="3285485"/>
            <a:chExt cx="2363377" cy="1047062"/>
          </a:xfrm>
        </p:grpSpPr>
        <p:grpSp>
          <p:nvGrpSpPr>
            <p:cNvPr id="10677" name="Google Shape;10677;p84"/>
            <p:cNvGrpSpPr/>
            <p:nvPr/>
          </p:nvGrpSpPr>
          <p:grpSpPr>
            <a:xfrm>
              <a:off x="3358412" y="3285485"/>
              <a:ext cx="2363244" cy="139500"/>
              <a:chOff x="3358412" y="3285485"/>
              <a:chExt cx="2363244" cy="139500"/>
            </a:xfrm>
          </p:grpSpPr>
          <p:sp>
            <p:nvSpPr>
              <p:cNvPr id="10678" name="Google Shape;10678;p8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84"/>
            <p:cNvGrpSpPr/>
            <p:nvPr/>
          </p:nvGrpSpPr>
          <p:grpSpPr>
            <a:xfrm>
              <a:off x="3358412" y="3466996"/>
              <a:ext cx="2363244" cy="139500"/>
              <a:chOff x="3358412" y="3466996"/>
              <a:chExt cx="2363244" cy="139500"/>
            </a:xfrm>
          </p:grpSpPr>
          <p:sp>
            <p:nvSpPr>
              <p:cNvPr id="10684" name="Google Shape;10684;p8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84"/>
            <p:cNvGrpSpPr/>
            <p:nvPr/>
          </p:nvGrpSpPr>
          <p:grpSpPr>
            <a:xfrm>
              <a:off x="3358412" y="3648507"/>
              <a:ext cx="2363244" cy="139500"/>
              <a:chOff x="3358412" y="3648507"/>
              <a:chExt cx="2363244" cy="139500"/>
            </a:xfrm>
          </p:grpSpPr>
          <p:sp>
            <p:nvSpPr>
              <p:cNvPr id="10690" name="Google Shape;10690;p8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84"/>
            <p:cNvGrpSpPr/>
            <p:nvPr/>
          </p:nvGrpSpPr>
          <p:grpSpPr>
            <a:xfrm>
              <a:off x="3358412" y="3830018"/>
              <a:ext cx="2363244" cy="139500"/>
              <a:chOff x="3358412" y="3830018"/>
              <a:chExt cx="2363244" cy="139500"/>
            </a:xfrm>
          </p:grpSpPr>
          <p:sp>
            <p:nvSpPr>
              <p:cNvPr id="10696" name="Google Shape;10696;p8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1" name="Google Shape;10701;p84"/>
            <p:cNvGrpSpPr/>
            <p:nvPr/>
          </p:nvGrpSpPr>
          <p:grpSpPr>
            <a:xfrm>
              <a:off x="3358399" y="4011514"/>
              <a:ext cx="2363377" cy="139537"/>
              <a:chOff x="3294800" y="4134603"/>
              <a:chExt cx="2638876" cy="152400"/>
            </a:xfrm>
          </p:grpSpPr>
          <p:sp>
            <p:nvSpPr>
              <p:cNvPr id="10702" name="Google Shape;10702;p8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84"/>
            <p:cNvGrpSpPr/>
            <p:nvPr/>
          </p:nvGrpSpPr>
          <p:grpSpPr>
            <a:xfrm>
              <a:off x="3358399" y="4193010"/>
              <a:ext cx="2363377" cy="139537"/>
              <a:chOff x="3294800" y="4134603"/>
              <a:chExt cx="2638876" cy="152400"/>
            </a:xfrm>
          </p:grpSpPr>
          <p:sp>
            <p:nvSpPr>
              <p:cNvPr id="10708" name="Google Shape;10708;p8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13" name="Google Shape;10713;p84"/>
          <p:cNvGraphicFramePr/>
          <p:nvPr/>
        </p:nvGraphicFramePr>
        <p:xfrm>
          <a:off x="711463" y="2153834"/>
          <a:ext cx="2369800" cy="889350"/>
        </p:xfrm>
        <a:graphic>
          <a:graphicData uri="http://schemas.openxmlformats.org/drawingml/2006/table">
            <a:tbl>
              <a:tblPr>
                <a:noFill/>
                <a:tableStyleId>{A4384012-A2AF-4531-A5CA-00EEC183B7BB}</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14" name="Google Shape;10714;p84"/>
          <p:cNvGrpSpPr/>
          <p:nvPr/>
        </p:nvGrpSpPr>
        <p:grpSpPr>
          <a:xfrm>
            <a:off x="4161132" y="2557649"/>
            <a:ext cx="1302095" cy="60959"/>
            <a:chOff x="3558802" y="4011427"/>
            <a:chExt cx="1866000" cy="111300"/>
          </a:xfrm>
        </p:grpSpPr>
        <p:sp>
          <p:nvSpPr>
            <p:cNvPr id="10715" name="Google Shape;10715;p8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84"/>
          <p:cNvGrpSpPr/>
          <p:nvPr/>
        </p:nvGrpSpPr>
        <p:grpSpPr>
          <a:xfrm>
            <a:off x="4706620" y="2839808"/>
            <a:ext cx="914340" cy="60959"/>
            <a:chOff x="3558802" y="4011427"/>
            <a:chExt cx="1866000" cy="111300"/>
          </a:xfrm>
        </p:grpSpPr>
        <p:sp>
          <p:nvSpPr>
            <p:cNvPr id="10718" name="Google Shape;10718;p8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84"/>
          <p:cNvGrpSpPr/>
          <p:nvPr/>
        </p:nvGrpSpPr>
        <p:grpSpPr>
          <a:xfrm>
            <a:off x="5871419" y="3167606"/>
            <a:ext cx="2522867" cy="1001454"/>
            <a:chOff x="1904318" y="789980"/>
            <a:chExt cx="1489472" cy="606868"/>
          </a:xfrm>
        </p:grpSpPr>
        <p:cxnSp>
          <p:nvCxnSpPr>
            <p:cNvPr id="10721" name="Google Shape;10721;p8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722" name="Google Shape;10722;p8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723" name="Google Shape;10723;p8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724" name="Google Shape;10724;p84"/>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10725" name="Google Shape;10725;p84"/>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10726" name="Google Shape;10726;p84"/>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10727" name="Google Shape;10727;p84"/>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10728" name="Google Shape;10728;p8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4"/>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10735" name="Google Shape;10735;p84"/>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736" name="Google Shape;10736;p84"/>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737" name="Google Shape;10737;p8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84"/>
          <p:cNvGrpSpPr/>
          <p:nvPr/>
        </p:nvGrpSpPr>
        <p:grpSpPr>
          <a:xfrm>
            <a:off x="3355824" y="951642"/>
            <a:ext cx="2363393" cy="1005865"/>
            <a:chOff x="3292400" y="1193188"/>
            <a:chExt cx="2615240" cy="1131075"/>
          </a:xfrm>
        </p:grpSpPr>
        <p:sp>
          <p:nvSpPr>
            <p:cNvPr id="10739" name="Google Shape;10739;p8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40" name="Google Shape;10740;p8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41" name="Google Shape;10741;p8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10742" name="Google Shape;10742;p8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10743" name="Google Shape;10743;p8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10744" name="Google Shape;10744;p8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10745" name="Google Shape;10745;p8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10746" name="Google Shape;10746;p8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10747" name="Google Shape;10747;p8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10748" name="Google Shape;10748;p8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10749" name="Google Shape;10749;p8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750" name="Google Shape;10750;p8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751" name="Google Shape;10751;p8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752" name="Google Shape;10752;p8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753" name="Google Shape;10753;p84"/>
            <p:cNvGrpSpPr/>
            <p:nvPr/>
          </p:nvGrpSpPr>
          <p:grpSpPr>
            <a:xfrm>
              <a:off x="3748438" y="1378608"/>
              <a:ext cx="2159202" cy="903971"/>
              <a:chOff x="1683525" y="2179850"/>
              <a:chExt cx="4519050" cy="2134525"/>
            </a:xfrm>
          </p:grpSpPr>
          <p:sp>
            <p:nvSpPr>
              <p:cNvPr id="10754" name="Google Shape;10754;p8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55" name="Google Shape;10755;p8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56" name="Google Shape;10756;p8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57" name="Google Shape;10757;p8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58" name="Google Shape;10758;p8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59" name="Google Shape;10759;p8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0" name="Google Shape;10760;p8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1" name="Google Shape;10761;p8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2" name="Google Shape;10762;p8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3" name="Google Shape;10763;p8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4" name="Google Shape;10764;p8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765" name="Google Shape;10765;p8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0769"/>
        <p:cNvGrpSpPr/>
        <p:nvPr/>
      </p:nvGrpSpPr>
      <p:grpSpPr>
        <a:xfrm>
          <a:off x="0" y="0"/>
          <a:ext cx="0" cy="0"/>
          <a:chOff x="0" y="0"/>
          <a:chExt cx="0" cy="0"/>
        </a:xfrm>
      </p:grpSpPr>
      <p:grpSp>
        <p:nvGrpSpPr>
          <p:cNvPr id="10770" name="Google Shape;10770;p85"/>
          <p:cNvGrpSpPr/>
          <p:nvPr/>
        </p:nvGrpSpPr>
        <p:grpSpPr>
          <a:xfrm>
            <a:off x="4796690" y="970938"/>
            <a:ext cx="745431" cy="718863"/>
            <a:chOff x="4249973" y="1201875"/>
            <a:chExt cx="1958568" cy="1888762"/>
          </a:xfrm>
        </p:grpSpPr>
        <p:sp>
          <p:nvSpPr>
            <p:cNvPr id="10771" name="Google Shape;10771;p8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2" name="Google Shape;10772;p85"/>
            <p:cNvGrpSpPr/>
            <p:nvPr/>
          </p:nvGrpSpPr>
          <p:grpSpPr>
            <a:xfrm>
              <a:off x="5853086" y="1789142"/>
              <a:ext cx="355454" cy="1048099"/>
              <a:chOff x="5576108" y="2016725"/>
              <a:chExt cx="565200" cy="1666560"/>
            </a:xfrm>
          </p:grpSpPr>
          <p:sp>
            <p:nvSpPr>
              <p:cNvPr id="10773" name="Google Shape;10773;p8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774" name="Google Shape;10774;p8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85"/>
            <p:cNvGrpSpPr/>
            <p:nvPr/>
          </p:nvGrpSpPr>
          <p:grpSpPr>
            <a:xfrm>
              <a:off x="4869455" y="2691676"/>
              <a:ext cx="1013897" cy="398961"/>
              <a:chOff x="4012057" y="3451825"/>
              <a:chExt cx="1612175" cy="634379"/>
            </a:xfrm>
          </p:grpSpPr>
          <p:sp>
            <p:nvSpPr>
              <p:cNvPr id="10776" name="Google Shape;10776;p8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777" name="Google Shape;10777;p8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85"/>
            <p:cNvGrpSpPr/>
            <p:nvPr/>
          </p:nvGrpSpPr>
          <p:grpSpPr>
            <a:xfrm>
              <a:off x="4276937" y="2155961"/>
              <a:ext cx="651965" cy="891358"/>
              <a:chOff x="3069908" y="2599997"/>
              <a:chExt cx="1036675" cy="1417328"/>
            </a:xfrm>
          </p:grpSpPr>
          <p:sp>
            <p:nvSpPr>
              <p:cNvPr id="10779" name="Google Shape;10779;p8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780" name="Google Shape;10780;p8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85"/>
            <p:cNvGrpSpPr/>
            <p:nvPr/>
          </p:nvGrpSpPr>
          <p:grpSpPr>
            <a:xfrm>
              <a:off x="5054918" y="1201875"/>
              <a:ext cx="999548" cy="602711"/>
              <a:chOff x="4306958" y="1082925"/>
              <a:chExt cx="1589359" cy="958358"/>
            </a:xfrm>
          </p:grpSpPr>
          <p:sp>
            <p:nvSpPr>
              <p:cNvPr id="10782" name="Google Shape;10782;p8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783" name="Google Shape;10783;p8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85"/>
            <p:cNvGrpSpPr/>
            <p:nvPr/>
          </p:nvGrpSpPr>
          <p:grpSpPr>
            <a:xfrm>
              <a:off x="4249973" y="1303451"/>
              <a:ext cx="799317" cy="841334"/>
              <a:chOff x="3027033" y="1244439"/>
              <a:chExt cx="1270977" cy="1337786"/>
            </a:xfrm>
          </p:grpSpPr>
          <p:sp>
            <p:nvSpPr>
              <p:cNvPr id="10785" name="Google Shape;10785;p8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786" name="Google Shape;10786;p8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87" name="Google Shape;10787;p85"/>
          <p:cNvGrpSpPr/>
          <p:nvPr/>
        </p:nvGrpSpPr>
        <p:grpSpPr>
          <a:xfrm>
            <a:off x="713063" y="1849388"/>
            <a:ext cx="761767" cy="729896"/>
            <a:chOff x="2657744" y="2337745"/>
            <a:chExt cx="832987" cy="798137"/>
          </a:xfrm>
        </p:grpSpPr>
        <p:sp>
          <p:nvSpPr>
            <p:cNvPr id="10788" name="Google Shape;10788;p8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85"/>
          <p:cNvGrpSpPr/>
          <p:nvPr/>
        </p:nvGrpSpPr>
        <p:grpSpPr>
          <a:xfrm>
            <a:off x="3224027" y="1852594"/>
            <a:ext cx="685569" cy="723586"/>
            <a:chOff x="3398134" y="2057755"/>
            <a:chExt cx="704087" cy="743130"/>
          </a:xfrm>
        </p:grpSpPr>
        <p:grpSp>
          <p:nvGrpSpPr>
            <p:cNvPr id="10795" name="Google Shape;10795;p85"/>
            <p:cNvGrpSpPr/>
            <p:nvPr/>
          </p:nvGrpSpPr>
          <p:grpSpPr>
            <a:xfrm>
              <a:off x="3398134" y="2290183"/>
              <a:ext cx="315300" cy="219900"/>
              <a:chOff x="3398134" y="2290183"/>
              <a:chExt cx="315300" cy="219900"/>
            </a:xfrm>
          </p:grpSpPr>
          <p:sp>
            <p:nvSpPr>
              <p:cNvPr id="10796" name="Google Shape;10796;p8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797" name="Google Shape;10797;p85"/>
              <p:cNvCxnSpPr>
                <a:stCxn id="107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798" name="Google Shape;10798;p85"/>
            <p:cNvGrpSpPr/>
            <p:nvPr/>
          </p:nvGrpSpPr>
          <p:grpSpPr>
            <a:xfrm>
              <a:off x="3547823" y="2467358"/>
              <a:ext cx="219900" cy="333527"/>
              <a:chOff x="3547823" y="2467358"/>
              <a:chExt cx="219900" cy="333527"/>
            </a:xfrm>
          </p:grpSpPr>
          <p:sp>
            <p:nvSpPr>
              <p:cNvPr id="10799" name="Google Shape;10799;p8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00" name="Google Shape;10800;p8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801" name="Google Shape;10801;p85"/>
            <p:cNvGrpSpPr/>
            <p:nvPr/>
          </p:nvGrpSpPr>
          <p:grpSpPr>
            <a:xfrm>
              <a:off x="3734138" y="2467358"/>
              <a:ext cx="219900" cy="333527"/>
              <a:chOff x="3734138" y="2467358"/>
              <a:chExt cx="219900" cy="333527"/>
            </a:xfrm>
          </p:grpSpPr>
          <p:sp>
            <p:nvSpPr>
              <p:cNvPr id="10802" name="Google Shape;10802;p8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03" name="Google Shape;10803;p8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804" name="Google Shape;10804;p85"/>
            <p:cNvGrpSpPr/>
            <p:nvPr/>
          </p:nvGrpSpPr>
          <p:grpSpPr>
            <a:xfrm>
              <a:off x="3787560" y="2288011"/>
              <a:ext cx="314661" cy="219900"/>
              <a:chOff x="3787560" y="2288011"/>
              <a:chExt cx="314661" cy="219900"/>
            </a:xfrm>
          </p:grpSpPr>
          <p:sp>
            <p:nvSpPr>
              <p:cNvPr id="10805" name="Google Shape;10805;p8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06" name="Google Shape;10806;p8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807" name="Google Shape;10807;p85"/>
            <p:cNvGrpSpPr/>
            <p:nvPr/>
          </p:nvGrpSpPr>
          <p:grpSpPr>
            <a:xfrm>
              <a:off x="3637290" y="2057755"/>
              <a:ext cx="219900" cy="335499"/>
              <a:chOff x="3637290" y="2057755"/>
              <a:chExt cx="219900" cy="335499"/>
            </a:xfrm>
          </p:grpSpPr>
          <p:sp>
            <p:nvSpPr>
              <p:cNvPr id="10808" name="Google Shape;10808;p8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809" name="Google Shape;10809;p8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810" name="Google Shape;10810;p85"/>
          <p:cNvGrpSpPr/>
          <p:nvPr/>
        </p:nvGrpSpPr>
        <p:grpSpPr>
          <a:xfrm>
            <a:off x="4899249" y="1859290"/>
            <a:ext cx="710153" cy="710153"/>
            <a:chOff x="5007123" y="2079403"/>
            <a:chExt cx="687600" cy="687600"/>
          </a:xfrm>
        </p:grpSpPr>
        <p:sp>
          <p:nvSpPr>
            <p:cNvPr id="10811" name="Google Shape;10811;p8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85"/>
          <p:cNvGrpSpPr/>
          <p:nvPr/>
        </p:nvGrpSpPr>
        <p:grpSpPr>
          <a:xfrm>
            <a:off x="5708687" y="1853796"/>
            <a:ext cx="720998" cy="721183"/>
            <a:chOff x="5797446" y="2063053"/>
            <a:chExt cx="698100" cy="698280"/>
          </a:xfrm>
        </p:grpSpPr>
        <p:sp>
          <p:nvSpPr>
            <p:cNvPr id="10816" name="Google Shape;10816;p8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85"/>
          <p:cNvGrpSpPr/>
          <p:nvPr/>
        </p:nvGrpSpPr>
        <p:grpSpPr>
          <a:xfrm>
            <a:off x="8153834" y="3499401"/>
            <a:ext cx="280585" cy="673164"/>
            <a:chOff x="8075075" y="3754290"/>
            <a:chExt cx="255612" cy="613194"/>
          </a:xfrm>
        </p:grpSpPr>
        <p:grpSp>
          <p:nvGrpSpPr>
            <p:cNvPr id="10821" name="Google Shape;10821;p85"/>
            <p:cNvGrpSpPr/>
            <p:nvPr/>
          </p:nvGrpSpPr>
          <p:grpSpPr>
            <a:xfrm>
              <a:off x="8075075" y="3754290"/>
              <a:ext cx="255612" cy="613194"/>
              <a:chOff x="8075075" y="3754290"/>
              <a:chExt cx="255612" cy="613194"/>
            </a:xfrm>
          </p:grpSpPr>
          <p:sp>
            <p:nvSpPr>
              <p:cNvPr id="10822" name="Google Shape;10822;p8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4" name="Google Shape;10824;p8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85"/>
          <p:cNvGrpSpPr/>
          <p:nvPr/>
        </p:nvGrpSpPr>
        <p:grpSpPr>
          <a:xfrm>
            <a:off x="5270892" y="3488198"/>
            <a:ext cx="470352" cy="683745"/>
            <a:chOff x="1697726" y="3244179"/>
            <a:chExt cx="788124" cy="1146069"/>
          </a:xfrm>
        </p:grpSpPr>
        <p:sp>
          <p:nvSpPr>
            <p:cNvPr id="10826" name="Google Shape;10826;p8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8" name="Google Shape;10828;p85"/>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9" name="Google Shape;10829;p85"/>
          <p:cNvGrpSpPr/>
          <p:nvPr/>
        </p:nvGrpSpPr>
        <p:grpSpPr>
          <a:xfrm>
            <a:off x="5892043" y="3499400"/>
            <a:ext cx="293891" cy="293845"/>
            <a:chOff x="6134814" y="3754290"/>
            <a:chExt cx="293891" cy="293845"/>
          </a:xfrm>
        </p:grpSpPr>
        <p:sp>
          <p:nvSpPr>
            <p:cNvPr id="10830" name="Google Shape;10830;p8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85"/>
          <p:cNvGrpSpPr/>
          <p:nvPr/>
        </p:nvGrpSpPr>
        <p:grpSpPr>
          <a:xfrm>
            <a:off x="5892043" y="3878071"/>
            <a:ext cx="293891" cy="293891"/>
            <a:chOff x="6134814" y="4086186"/>
            <a:chExt cx="293891" cy="293891"/>
          </a:xfrm>
        </p:grpSpPr>
        <p:sp>
          <p:nvSpPr>
            <p:cNvPr id="10833" name="Google Shape;10833;p8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5" name="Google Shape;10835;p85"/>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5"/>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7" name="Google Shape;10837;p85"/>
          <p:cNvGrpSpPr/>
          <p:nvPr/>
        </p:nvGrpSpPr>
        <p:grpSpPr>
          <a:xfrm>
            <a:off x="7817018" y="2706764"/>
            <a:ext cx="622883" cy="621944"/>
            <a:chOff x="1187048" y="238125"/>
            <a:chExt cx="5256397" cy="5248476"/>
          </a:xfrm>
        </p:grpSpPr>
        <p:sp>
          <p:nvSpPr>
            <p:cNvPr id="10838" name="Google Shape;10838;p8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2" name="Google Shape;10842;p85"/>
          <p:cNvGrpSpPr/>
          <p:nvPr/>
        </p:nvGrpSpPr>
        <p:grpSpPr>
          <a:xfrm>
            <a:off x="2274123" y="2716372"/>
            <a:ext cx="1310987" cy="612407"/>
            <a:chOff x="238125" y="1188750"/>
            <a:chExt cx="7140450" cy="3335550"/>
          </a:xfrm>
        </p:grpSpPr>
        <p:sp>
          <p:nvSpPr>
            <p:cNvPr id="10843" name="Google Shape;10843;p8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8" name="Google Shape;10848;p85"/>
          <p:cNvGrpSpPr/>
          <p:nvPr/>
        </p:nvGrpSpPr>
        <p:grpSpPr>
          <a:xfrm>
            <a:off x="6599995" y="2706927"/>
            <a:ext cx="1110299" cy="621702"/>
            <a:chOff x="238125" y="1335475"/>
            <a:chExt cx="5418735" cy="3034175"/>
          </a:xfrm>
        </p:grpSpPr>
        <p:sp>
          <p:nvSpPr>
            <p:cNvPr id="10849" name="Google Shape;10849;p8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85"/>
          <p:cNvGrpSpPr/>
          <p:nvPr/>
        </p:nvGrpSpPr>
        <p:grpSpPr>
          <a:xfrm>
            <a:off x="5417655" y="2703824"/>
            <a:ext cx="1074451" cy="627181"/>
            <a:chOff x="5359127" y="2910889"/>
            <a:chExt cx="1097723" cy="640831"/>
          </a:xfrm>
        </p:grpSpPr>
        <p:grpSp>
          <p:nvGrpSpPr>
            <p:cNvPr id="10853" name="Google Shape;10853;p85"/>
            <p:cNvGrpSpPr/>
            <p:nvPr/>
          </p:nvGrpSpPr>
          <p:grpSpPr>
            <a:xfrm>
              <a:off x="5929791" y="3263088"/>
              <a:ext cx="527060" cy="287097"/>
              <a:chOff x="5929791" y="3263088"/>
              <a:chExt cx="527060" cy="287097"/>
            </a:xfrm>
          </p:grpSpPr>
          <p:sp>
            <p:nvSpPr>
              <p:cNvPr id="10854" name="Google Shape;10854;p8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855" name="Google Shape;10855;p8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856" name="Google Shape;10856;p85"/>
            <p:cNvGrpSpPr/>
            <p:nvPr/>
          </p:nvGrpSpPr>
          <p:grpSpPr>
            <a:xfrm>
              <a:off x="5359127" y="3263089"/>
              <a:ext cx="526428" cy="288631"/>
              <a:chOff x="5359127" y="3263089"/>
              <a:chExt cx="526428" cy="288631"/>
            </a:xfrm>
          </p:grpSpPr>
          <p:sp>
            <p:nvSpPr>
              <p:cNvPr id="10857" name="Google Shape;10857;p8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858" name="Google Shape;10858;p8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859" name="Google Shape;10859;p85"/>
            <p:cNvGrpSpPr/>
            <p:nvPr/>
          </p:nvGrpSpPr>
          <p:grpSpPr>
            <a:xfrm>
              <a:off x="5551525" y="2910889"/>
              <a:ext cx="520901" cy="610283"/>
              <a:chOff x="5551525" y="2910889"/>
              <a:chExt cx="520901" cy="610283"/>
            </a:xfrm>
          </p:grpSpPr>
          <p:sp>
            <p:nvSpPr>
              <p:cNvPr id="10860" name="Google Shape;10860;p8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861" name="Google Shape;10861;p8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862" name="Google Shape;10862;p85"/>
            <p:cNvGrpSpPr/>
            <p:nvPr/>
          </p:nvGrpSpPr>
          <p:grpSpPr>
            <a:xfrm>
              <a:off x="5743962" y="2919100"/>
              <a:ext cx="623674" cy="284502"/>
              <a:chOff x="5743962" y="2919100"/>
              <a:chExt cx="623674" cy="284502"/>
            </a:xfrm>
          </p:grpSpPr>
          <p:sp>
            <p:nvSpPr>
              <p:cNvPr id="10863" name="Google Shape;10863;p8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864" name="Google Shape;10864;p8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865" name="Google Shape;10865;p85"/>
          <p:cNvGrpSpPr/>
          <p:nvPr/>
        </p:nvGrpSpPr>
        <p:grpSpPr>
          <a:xfrm>
            <a:off x="7568868" y="1854536"/>
            <a:ext cx="874976" cy="719600"/>
            <a:chOff x="7608988" y="2093194"/>
            <a:chExt cx="817276" cy="672147"/>
          </a:xfrm>
        </p:grpSpPr>
        <p:cxnSp>
          <p:nvCxnSpPr>
            <p:cNvPr id="10866" name="Google Shape;10866;p8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867" name="Google Shape;10867;p8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868" name="Google Shape;10868;p8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869" name="Google Shape;10869;p8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870" name="Google Shape;10870;p8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871" name="Google Shape;10871;p8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872" name="Google Shape;10872;p85"/>
            <p:cNvGrpSpPr/>
            <p:nvPr/>
          </p:nvGrpSpPr>
          <p:grpSpPr>
            <a:xfrm>
              <a:off x="7721175" y="2093194"/>
              <a:ext cx="599587" cy="623846"/>
              <a:chOff x="7721175" y="2093194"/>
              <a:chExt cx="599587" cy="623846"/>
            </a:xfrm>
          </p:grpSpPr>
          <p:grpSp>
            <p:nvGrpSpPr>
              <p:cNvPr id="10873" name="Google Shape;10873;p85"/>
              <p:cNvGrpSpPr/>
              <p:nvPr/>
            </p:nvGrpSpPr>
            <p:grpSpPr>
              <a:xfrm>
                <a:off x="7721175" y="2093194"/>
                <a:ext cx="291605" cy="623846"/>
                <a:chOff x="9405575" y="2061418"/>
                <a:chExt cx="291605" cy="623846"/>
              </a:xfrm>
            </p:grpSpPr>
            <p:sp>
              <p:nvSpPr>
                <p:cNvPr id="10874" name="Google Shape;10874;p8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85"/>
              <p:cNvGrpSpPr/>
              <p:nvPr/>
            </p:nvGrpSpPr>
            <p:grpSpPr>
              <a:xfrm flipH="1">
                <a:off x="8029157" y="2093194"/>
                <a:ext cx="291605" cy="623846"/>
                <a:chOff x="9405575" y="2061418"/>
                <a:chExt cx="291605" cy="623846"/>
              </a:xfrm>
            </p:grpSpPr>
            <p:sp>
              <p:nvSpPr>
                <p:cNvPr id="10882" name="Google Shape;10882;p8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89" name="Google Shape;10889;p85"/>
          <p:cNvGrpSpPr/>
          <p:nvPr/>
        </p:nvGrpSpPr>
        <p:grpSpPr>
          <a:xfrm>
            <a:off x="4013304" y="970938"/>
            <a:ext cx="712557" cy="785901"/>
            <a:chOff x="4206459" y="1191441"/>
            <a:chExt cx="712557" cy="785901"/>
          </a:xfrm>
        </p:grpSpPr>
        <p:sp>
          <p:nvSpPr>
            <p:cNvPr id="10890" name="Google Shape;10890;p8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4" name="Google Shape;10894;p85"/>
            <p:cNvGrpSpPr/>
            <p:nvPr/>
          </p:nvGrpSpPr>
          <p:grpSpPr>
            <a:xfrm>
              <a:off x="4644280" y="1290523"/>
              <a:ext cx="143716" cy="29463"/>
              <a:chOff x="4644280" y="1290523"/>
              <a:chExt cx="143716" cy="29463"/>
            </a:xfrm>
          </p:grpSpPr>
          <p:sp>
            <p:nvSpPr>
              <p:cNvPr id="10895" name="Google Shape;10895;p8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9" name="Google Shape;10899;p85"/>
            <p:cNvGrpSpPr/>
            <p:nvPr/>
          </p:nvGrpSpPr>
          <p:grpSpPr>
            <a:xfrm>
              <a:off x="4356567" y="1191441"/>
              <a:ext cx="143690" cy="29488"/>
              <a:chOff x="4356567" y="1191441"/>
              <a:chExt cx="143690" cy="29488"/>
            </a:xfrm>
          </p:grpSpPr>
          <p:sp>
            <p:nvSpPr>
              <p:cNvPr id="10900" name="Google Shape;10900;p8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4" name="Google Shape;10904;p85"/>
            <p:cNvGrpSpPr/>
            <p:nvPr/>
          </p:nvGrpSpPr>
          <p:grpSpPr>
            <a:xfrm>
              <a:off x="4339009" y="1863727"/>
              <a:ext cx="143703" cy="29476"/>
              <a:chOff x="4339009" y="1863727"/>
              <a:chExt cx="143703" cy="29476"/>
            </a:xfrm>
          </p:grpSpPr>
          <p:sp>
            <p:nvSpPr>
              <p:cNvPr id="10905" name="Google Shape;10905;p8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85"/>
            <p:cNvGrpSpPr/>
            <p:nvPr/>
          </p:nvGrpSpPr>
          <p:grpSpPr>
            <a:xfrm>
              <a:off x="4206459" y="1607315"/>
              <a:ext cx="29539" cy="142899"/>
              <a:chOff x="4206459" y="1607315"/>
              <a:chExt cx="29539" cy="142899"/>
            </a:xfrm>
          </p:grpSpPr>
          <p:sp>
            <p:nvSpPr>
              <p:cNvPr id="10910" name="Google Shape;10910;p8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4" name="Google Shape;10914;p8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8" name="Google Shape;10918;p85"/>
            <p:cNvGrpSpPr/>
            <p:nvPr/>
          </p:nvGrpSpPr>
          <p:grpSpPr>
            <a:xfrm>
              <a:off x="4889463" y="1423737"/>
              <a:ext cx="29552" cy="142899"/>
              <a:chOff x="4889463" y="1423737"/>
              <a:chExt cx="29552" cy="142899"/>
            </a:xfrm>
          </p:grpSpPr>
          <p:sp>
            <p:nvSpPr>
              <p:cNvPr id="10919" name="Google Shape;10919;p8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85"/>
            <p:cNvGrpSpPr/>
            <p:nvPr/>
          </p:nvGrpSpPr>
          <p:grpSpPr>
            <a:xfrm>
              <a:off x="4771663" y="1876896"/>
              <a:ext cx="108651" cy="100447"/>
              <a:chOff x="4771663" y="1876896"/>
              <a:chExt cx="108651" cy="100447"/>
            </a:xfrm>
          </p:grpSpPr>
          <p:sp>
            <p:nvSpPr>
              <p:cNvPr id="10924" name="Google Shape;10924;p8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28" name="Google Shape;10928;p85"/>
          <p:cNvGrpSpPr/>
          <p:nvPr/>
        </p:nvGrpSpPr>
        <p:grpSpPr>
          <a:xfrm>
            <a:off x="4008780" y="1854161"/>
            <a:ext cx="791287" cy="720350"/>
            <a:chOff x="267375" y="1071875"/>
            <a:chExt cx="470500" cy="428550"/>
          </a:xfrm>
        </p:grpSpPr>
        <p:sp>
          <p:nvSpPr>
            <p:cNvPr id="10929" name="Google Shape;10929;p8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7" name="Google Shape;10937;p85"/>
          <p:cNvGrpSpPr/>
          <p:nvPr/>
        </p:nvGrpSpPr>
        <p:grpSpPr>
          <a:xfrm>
            <a:off x="709275" y="3498791"/>
            <a:ext cx="1408444" cy="673166"/>
            <a:chOff x="712664" y="3693287"/>
            <a:chExt cx="1460738" cy="698160"/>
          </a:xfrm>
        </p:grpSpPr>
        <p:grpSp>
          <p:nvGrpSpPr>
            <p:cNvPr id="10938" name="Google Shape;10938;p85"/>
            <p:cNvGrpSpPr/>
            <p:nvPr/>
          </p:nvGrpSpPr>
          <p:grpSpPr>
            <a:xfrm>
              <a:off x="1380079" y="4133090"/>
              <a:ext cx="234048" cy="258099"/>
              <a:chOff x="1380079" y="4133090"/>
              <a:chExt cx="234048" cy="258099"/>
            </a:xfrm>
          </p:grpSpPr>
          <p:sp>
            <p:nvSpPr>
              <p:cNvPr id="10939" name="Google Shape;10939;p8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85"/>
            <p:cNvGrpSpPr/>
            <p:nvPr/>
          </p:nvGrpSpPr>
          <p:grpSpPr>
            <a:xfrm>
              <a:off x="884610" y="3864082"/>
              <a:ext cx="1118566" cy="527275"/>
              <a:chOff x="890961" y="3865463"/>
              <a:chExt cx="1115221" cy="525698"/>
            </a:xfrm>
          </p:grpSpPr>
          <p:sp>
            <p:nvSpPr>
              <p:cNvPr id="10943" name="Google Shape;10943;p8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85"/>
            <p:cNvGrpSpPr/>
            <p:nvPr/>
          </p:nvGrpSpPr>
          <p:grpSpPr>
            <a:xfrm>
              <a:off x="712664" y="3693287"/>
              <a:ext cx="1460738" cy="698160"/>
              <a:chOff x="712664" y="3693025"/>
              <a:chExt cx="1460738" cy="698160"/>
            </a:xfrm>
          </p:grpSpPr>
          <p:sp>
            <p:nvSpPr>
              <p:cNvPr id="10947" name="Google Shape;10947;p8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53" name="Google Shape;10953;p85"/>
          <p:cNvGrpSpPr/>
          <p:nvPr/>
        </p:nvGrpSpPr>
        <p:grpSpPr>
          <a:xfrm>
            <a:off x="3146990" y="970938"/>
            <a:ext cx="795485" cy="738831"/>
            <a:chOff x="3348603" y="1236445"/>
            <a:chExt cx="749256" cy="695894"/>
          </a:xfrm>
        </p:grpSpPr>
        <p:grpSp>
          <p:nvGrpSpPr>
            <p:cNvPr id="10954" name="Google Shape;10954;p85"/>
            <p:cNvGrpSpPr/>
            <p:nvPr/>
          </p:nvGrpSpPr>
          <p:grpSpPr>
            <a:xfrm>
              <a:off x="3583779" y="1236445"/>
              <a:ext cx="293795" cy="285811"/>
              <a:chOff x="3750225" y="1774000"/>
              <a:chExt cx="149575" cy="145525"/>
            </a:xfrm>
          </p:grpSpPr>
          <p:sp>
            <p:nvSpPr>
              <p:cNvPr id="10955" name="Google Shape;10955;p8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5"/>
            <p:cNvGrpSpPr/>
            <p:nvPr/>
          </p:nvGrpSpPr>
          <p:grpSpPr>
            <a:xfrm>
              <a:off x="3775534" y="1462599"/>
              <a:ext cx="322325" cy="285958"/>
              <a:chOff x="3847850" y="1889150"/>
              <a:chExt cx="164100" cy="145600"/>
            </a:xfrm>
          </p:grpSpPr>
          <p:sp>
            <p:nvSpPr>
              <p:cNvPr id="10958" name="Google Shape;10958;p8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85"/>
            <p:cNvGrpSpPr/>
            <p:nvPr/>
          </p:nvGrpSpPr>
          <p:grpSpPr>
            <a:xfrm>
              <a:off x="3545329" y="1646528"/>
              <a:ext cx="293746" cy="285811"/>
              <a:chOff x="3730650" y="1982800"/>
              <a:chExt cx="149550" cy="145525"/>
            </a:xfrm>
          </p:grpSpPr>
          <p:sp>
            <p:nvSpPr>
              <p:cNvPr id="10961" name="Google Shape;10961;p8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85"/>
            <p:cNvGrpSpPr/>
            <p:nvPr/>
          </p:nvGrpSpPr>
          <p:grpSpPr>
            <a:xfrm>
              <a:off x="3348603" y="1415046"/>
              <a:ext cx="294384" cy="284387"/>
              <a:chOff x="3630494" y="1864938"/>
              <a:chExt cx="149875" cy="144800"/>
            </a:xfrm>
          </p:grpSpPr>
          <p:sp>
            <p:nvSpPr>
              <p:cNvPr id="10964" name="Google Shape;10964;p8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66" name="Google Shape;10966;p85"/>
          <p:cNvGrpSpPr/>
          <p:nvPr/>
        </p:nvGrpSpPr>
        <p:grpSpPr>
          <a:xfrm>
            <a:off x="2268517" y="3493834"/>
            <a:ext cx="1324924" cy="678083"/>
            <a:chOff x="2413923" y="3711366"/>
            <a:chExt cx="1374117" cy="703260"/>
          </a:xfrm>
        </p:grpSpPr>
        <p:grpSp>
          <p:nvGrpSpPr>
            <p:cNvPr id="10967" name="Google Shape;10967;p85"/>
            <p:cNvGrpSpPr/>
            <p:nvPr/>
          </p:nvGrpSpPr>
          <p:grpSpPr>
            <a:xfrm>
              <a:off x="2413923" y="3711366"/>
              <a:ext cx="1374117" cy="703260"/>
              <a:chOff x="2413923" y="3711366"/>
              <a:chExt cx="1374117" cy="703260"/>
            </a:xfrm>
          </p:grpSpPr>
          <p:sp>
            <p:nvSpPr>
              <p:cNvPr id="10968" name="Google Shape;10968;p8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9" name="Google Shape;10969;p85"/>
              <p:cNvGrpSpPr/>
              <p:nvPr/>
            </p:nvGrpSpPr>
            <p:grpSpPr>
              <a:xfrm>
                <a:off x="2600284" y="3808654"/>
                <a:ext cx="234506" cy="138009"/>
                <a:chOff x="2600284" y="3808654"/>
                <a:chExt cx="234506" cy="138009"/>
              </a:xfrm>
            </p:grpSpPr>
            <p:sp>
              <p:nvSpPr>
                <p:cNvPr id="10970" name="Google Shape;10970;p8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71" name="Google Shape;10971;p8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972" name="Google Shape;10972;p85"/>
              <p:cNvGrpSpPr/>
              <p:nvPr/>
            </p:nvGrpSpPr>
            <p:grpSpPr>
              <a:xfrm>
                <a:off x="3359659" y="3805664"/>
                <a:ext cx="232294" cy="141000"/>
                <a:chOff x="3359659" y="3805664"/>
                <a:chExt cx="232294" cy="141000"/>
              </a:xfrm>
            </p:grpSpPr>
            <p:sp>
              <p:nvSpPr>
                <p:cNvPr id="10973" name="Google Shape;10973;p8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74" name="Google Shape;10974;p8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975" name="Google Shape;10975;p85"/>
              <p:cNvGrpSpPr/>
              <p:nvPr/>
            </p:nvGrpSpPr>
            <p:grpSpPr>
              <a:xfrm>
                <a:off x="3067316" y="3711366"/>
                <a:ext cx="66900" cy="166809"/>
                <a:chOff x="3067316" y="3711366"/>
                <a:chExt cx="66900" cy="166809"/>
              </a:xfrm>
            </p:grpSpPr>
            <p:sp>
              <p:nvSpPr>
                <p:cNvPr id="10976" name="Google Shape;10976;p8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77" name="Google Shape;10977;p8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978" name="Google Shape;10978;p85"/>
              <p:cNvGrpSpPr/>
              <p:nvPr/>
            </p:nvGrpSpPr>
            <p:grpSpPr>
              <a:xfrm>
                <a:off x="2413923" y="4058666"/>
                <a:ext cx="224119" cy="66900"/>
                <a:chOff x="2413923" y="4058666"/>
                <a:chExt cx="224119" cy="66900"/>
              </a:xfrm>
            </p:grpSpPr>
            <p:sp>
              <p:nvSpPr>
                <p:cNvPr id="10979" name="Google Shape;10979;p8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80" name="Google Shape;10980;p8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981" name="Google Shape;10981;p85"/>
              <p:cNvGrpSpPr/>
              <p:nvPr/>
            </p:nvGrpSpPr>
            <p:grpSpPr>
              <a:xfrm>
                <a:off x="3564643" y="4058666"/>
                <a:ext cx="223397" cy="66900"/>
                <a:chOff x="3564643" y="4058666"/>
                <a:chExt cx="223397" cy="66900"/>
              </a:xfrm>
            </p:grpSpPr>
            <p:sp>
              <p:nvSpPr>
                <p:cNvPr id="10982" name="Google Shape;10982;p8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83" name="Google Shape;10983;p8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984" name="Google Shape;10984;p85"/>
            <p:cNvGrpSpPr/>
            <p:nvPr/>
          </p:nvGrpSpPr>
          <p:grpSpPr>
            <a:xfrm>
              <a:off x="2633353" y="3965763"/>
              <a:ext cx="933975" cy="445687"/>
              <a:chOff x="2633353" y="3965763"/>
              <a:chExt cx="933975" cy="445687"/>
            </a:xfrm>
          </p:grpSpPr>
          <p:sp>
            <p:nvSpPr>
              <p:cNvPr id="10985" name="Google Shape;10985;p8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87" name="Google Shape;10987;p85"/>
          <p:cNvGrpSpPr/>
          <p:nvPr/>
        </p:nvGrpSpPr>
        <p:grpSpPr>
          <a:xfrm>
            <a:off x="6392789" y="1044382"/>
            <a:ext cx="1131087" cy="587383"/>
            <a:chOff x="238125" y="999450"/>
            <a:chExt cx="7140700" cy="3708225"/>
          </a:xfrm>
        </p:grpSpPr>
        <p:sp>
          <p:nvSpPr>
            <p:cNvPr id="10988" name="Google Shape;10988;p8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85"/>
          <p:cNvGrpSpPr/>
          <p:nvPr/>
        </p:nvGrpSpPr>
        <p:grpSpPr>
          <a:xfrm>
            <a:off x="3744240" y="3493876"/>
            <a:ext cx="1375854" cy="678131"/>
            <a:chOff x="3913765" y="3641905"/>
            <a:chExt cx="1522805" cy="750560"/>
          </a:xfrm>
        </p:grpSpPr>
        <p:grpSp>
          <p:nvGrpSpPr>
            <p:cNvPr id="10998" name="Google Shape;10998;p85"/>
            <p:cNvGrpSpPr/>
            <p:nvPr/>
          </p:nvGrpSpPr>
          <p:grpSpPr>
            <a:xfrm>
              <a:off x="3913765" y="3997002"/>
              <a:ext cx="1522805" cy="395463"/>
              <a:chOff x="3913765" y="3997002"/>
              <a:chExt cx="1522805" cy="395463"/>
            </a:xfrm>
          </p:grpSpPr>
          <p:grpSp>
            <p:nvGrpSpPr>
              <p:cNvPr id="10999" name="Google Shape;10999;p85"/>
              <p:cNvGrpSpPr/>
              <p:nvPr/>
            </p:nvGrpSpPr>
            <p:grpSpPr>
              <a:xfrm>
                <a:off x="3913765" y="4138659"/>
                <a:ext cx="507602" cy="253806"/>
                <a:chOff x="3913765" y="4138659"/>
                <a:chExt cx="507602" cy="253806"/>
              </a:xfrm>
            </p:grpSpPr>
            <p:sp>
              <p:nvSpPr>
                <p:cNvPr id="11000" name="Google Shape;11000;p8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002" name="Google Shape;11002;p85"/>
              <p:cNvGrpSpPr/>
              <p:nvPr/>
            </p:nvGrpSpPr>
            <p:grpSpPr>
              <a:xfrm>
                <a:off x="4421361" y="3997002"/>
                <a:ext cx="507618" cy="395463"/>
                <a:chOff x="4421361" y="3997002"/>
                <a:chExt cx="507618" cy="395463"/>
              </a:xfrm>
            </p:grpSpPr>
            <p:sp>
              <p:nvSpPr>
                <p:cNvPr id="11003" name="Google Shape;11003;p8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85"/>
              <p:cNvGrpSpPr/>
              <p:nvPr/>
            </p:nvGrpSpPr>
            <p:grpSpPr>
              <a:xfrm>
                <a:off x="4928973" y="4189418"/>
                <a:ext cx="507596" cy="203047"/>
                <a:chOff x="4928973" y="4189418"/>
                <a:chExt cx="507596" cy="203047"/>
              </a:xfrm>
            </p:grpSpPr>
            <p:sp>
              <p:nvSpPr>
                <p:cNvPr id="11006" name="Google Shape;11006;p8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08" name="Google Shape;11008;p85"/>
            <p:cNvGrpSpPr/>
            <p:nvPr/>
          </p:nvGrpSpPr>
          <p:grpSpPr>
            <a:xfrm>
              <a:off x="4482186" y="3641905"/>
              <a:ext cx="397605" cy="349784"/>
              <a:chOff x="2906375" y="1159725"/>
              <a:chExt cx="1860575" cy="1636800"/>
            </a:xfrm>
          </p:grpSpPr>
          <p:sp>
            <p:nvSpPr>
              <p:cNvPr id="11009" name="Google Shape;11009;p8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13" name="Google Shape;11013;p85"/>
          <p:cNvGrpSpPr/>
          <p:nvPr/>
        </p:nvGrpSpPr>
        <p:grpSpPr>
          <a:xfrm>
            <a:off x="6528949" y="1853803"/>
            <a:ext cx="940737" cy="721067"/>
            <a:chOff x="6599718" y="2068734"/>
            <a:chExt cx="940737" cy="721067"/>
          </a:xfrm>
        </p:grpSpPr>
        <p:sp>
          <p:nvSpPr>
            <p:cNvPr id="11014" name="Google Shape;11014;p8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0" name="Google Shape;11020;p85"/>
            <p:cNvGrpSpPr/>
            <p:nvPr/>
          </p:nvGrpSpPr>
          <p:grpSpPr>
            <a:xfrm>
              <a:off x="6836957" y="2068734"/>
              <a:ext cx="461892" cy="721067"/>
              <a:chOff x="6836957" y="2068734"/>
              <a:chExt cx="461892" cy="721067"/>
            </a:xfrm>
          </p:grpSpPr>
          <p:sp>
            <p:nvSpPr>
              <p:cNvPr id="11021" name="Google Shape;11021;p8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7" name="Google Shape;11027;p85"/>
              <p:cNvGrpSpPr/>
              <p:nvPr/>
            </p:nvGrpSpPr>
            <p:grpSpPr>
              <a:xfrm>
                <a:off x="6836957" y="2068734"/>
                <a:ext cx="461892" cy="721067"/>
                <a:chOff x="6836957" y="2068734"/>
                <a:chExt cx="461892" cy="721067"/>
              </a:xfrm>
            </p:grpSpPr>
            <p:sp>
              <p:nvSpPr>
                <p:cNvPr id="11028" name="Google Shape;11028;p8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8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35" name="Google Shape;11035;p85"/>
          <p:cNvGrpSpPr/>
          <p:nvPr/>
        </p:nvGrpSpPr>
        <p:grpSpPr>
          <a:xfrm>
            <a:off x="2412267" y="1858149"/>
            <a:ext cx="712577" cy="712374"/>
            <a:chOff x="2559249" y="2069323"/>
            <a:chExt cx="685566" cy="685634"/>
          </a:xfrm>
        </p:grpSpPr>
        <p:sp>
          <p:nvSpPr>
            <p:cNvPr id="11036" name="Google Shape;11036;p8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85"/>
          <p:cNvGrpSpPr/>
          <p:nvPr/>
        </p:nvGrpSpPr>
        <p:grpSpPr>
          <a:xfrm>
            <a:off x="7594705" y="970938"/>
            <a:ext cx="845645" cy="711911"/>
            <a:chOff x="951975" y="315800"/>
            <a:chExt cx="5860325" cy="4933550"/>
          </a:xfrm>
        </p:grpSpPr>
        <p:sp>
          <p:nvSpPr>
            <p:cNvPr id="11050" name="Google Shape;11050;p8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85"/>
          <p:cNvGrpSpPr/>
          <p:nvPr/>
        </p:nvGrpSpPr>
        <p:grpSpPr>
          <a:xfrm>
            <a:off x="3691834" y="2707047"/>
            <a:ext cx="1617932" cy="621724"/>
            <a:chOff x="3862800" y="3038525"/>
            <a:chExt cx="1329006" cy="510698"/>
          </a:xfrm>
        </p:grpSpPr>
        <p:sp>
          <p:nvSpPr>
            <p:cNvPr id="11059" name="Google Shape;11059;p8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1" name="Google Shape;11061;p85"/>
            <p:cNvGrpSpPr/>
            <p:nvPr/>
          </p:nvGrpSpPr>
          <p:grpSpPr>
            <a:xfrm>
              <a:off x="3967075" y="3040337"/>
              <a:ext cx="1019927" cy="402126"/>
              <a:chOff x="3967075" y="3040337"/>
              <a:chExt cx="1019927" cy="402126"/>
            </a:xfrm>
          </p:grpSpPr>
          <p:sp>
            <p:nvSpPr>
              <p:cNvPr id="11062" name="Google Shape;11062;p8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85"/>
            <p:cNvGrpSpPr/>
            <p:nvPr/>
          </p:nvGrpSpPr>
          <p:grpSpPr>
            <a:xfrm>
              <a:off x="4186700" y="3040337"/>
              <a:ext cx="390475" cy="183289"/>
              <a:chOff x="4186700" y="3040337"/>
              <a:chExt cx="390475" cy="183289"/>
            </a:xfrm>
          </p:grpSpPr>
          <p:sp>
            <p:nvSpPr>
              <p:cNvPr id="11065" name="Google Shape;11065;p8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85"/>
            <p:cNvGrpSpPr/>
            <p:nvPr/>
          </p:nvGrpSpPr>
          <p:grpSpPr>
            <a:xfrm>
              <a:off x="4073727" y="3040337"/>
              <a:ext cx="697794" cy="296263"/>
              <a:chOff x="4073727" y="3040337"/>
              <a:chExt cx="697794" cy="296263"/>
            </a:xfrm>
          </p:grpSpPr>
          <p:sp>
            <p:nvSpPr>
              <p:cNvPr id="11068" name="Google Shape;11068;p8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85"/>
            <p:cNvGrpSpPr/>
            <p:nvPr/>
          </p:nvGrpSpPr>
          <p:grpSpPr>
            <a:xfrm>
              <a:off x="3862800" y="3038525"/>
              <a:ext cx="1329006" cy="510698"/>
              <a:chOff x="3862800" y="3038525"/>
              <a:chExt cx="1329006" cy="510698"/>
            </a:xfrm>
          </p:grpSpPr>
          <p:sp>
            <p:nvSpPr>
              <p:cNvPr id="11071" name="Google Shape;11071;p8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73" name="Google Shape;11073;p85"/>
          <p:cNvGrpSpPr/>
          <p:nvPr/>
        </p:nvGrpSpPr>
        <p:grpSpPr>
          <a:xfrm>
            <a:off x="700156" y="970938"/>
            <a:ext cx="883205" cy="775176"/>
            <a:chOff x="649648" y="271400"/>
            <a:chExt cx="6215377" cy="5455143"/>
          </a:xfrm>
        </p:grpSpPr>
        <p:sp>
          <p:nvSpPr>
            <p:cNvPr id="11074" name="Google Shape;11074;p8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8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85"/>
          <p:cNvGrpSpPr/>
          <p:nvPr/>
        </p:nvGrpSpPr>
        <p:grpSpPr>
          <a:xfrm>
            <a:off x="2308457" y="970938"/>
            <a:ext cx="767704" cy="815489"/>
            <a:chOff x="2499700" y="1135950"/>
            <a:chExt cx="732402" cy="777990"/>
          </a:xfrm>
        </p:grpSpPr>
        <p:grpSp>
          <p:nvGrpSpPr>
            <p:cNvPr id="11087" name="Google Shape;11087;p85"/>
            <p:cNvGrpSpPr/>
            <p:nvPr/>
          </p:nvGrpSpPr>
          <p:grpSpPr>
            <a:xfrm>
              <a:off x="2499700" y="1135950"/>
              <a:ext cx="732402" cy="694705"/>
              <a:chOff x="2499700" y="1135950"/>
              <a:chExt cx="732402" cy="694705"/>
            </a:xfrm>
          </p:grpSpPr>
          <p:sp>
            <p:nvSpPr>
              <p:cNvPr id="11088" name="Google Shape;11088;p8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5" name="Google Shape;11115;p85"/>
            <p:cNvGrpSpPr/>
            <p:nvPr/>
          </p:nvGrpSpPr>
          <p:grpSpPr>
            <a:xfrm>
              <a:off x="2517909" y="1188726"/>
              <a:ext cx="702702" cy="725214"/>
              <a:chOff x="2517909" y="1188726"/>
              <a:chExt cx="702702" cy="725214"/>
            </a:xfrm>
          </p:grpSpPr>
          <p:sp>
            <p:nvSpPr>
              <p:cNvPr id="11116" name="Google Shape;11116;p8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8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1" name="Google Shape;11121;p85"/>
          <p:cNvGrpSpPr/>
          <p:nvPr/>
        </p:nvGrpSpPr>
        <p:grpSpPr>
          <a:xfrm>
            <a:off x="1654189" y="970938"/>
            <a:ext cx="583439" cy="870229"/>
            <a:chOff x="1716825" y="1121550"/>
            <a:chExt cx="622800" cy="928938"/>
          </a:xfrm>
        </p:grpSpPr>
        <p:grpSp>
          <p:nvGrpSpPr>
            <p:cNvPr id="11122" name="Google Shape;11122;p85"/>
            <p:cNvGrpSpPr/>
            <p:nvPr/>
          </p:nvGrpSpPr>
          <p:grpSpPr>
            <a:xfrm>
              <a:off x="1716825" y="1121550"/>
              <a:ext cx="622800" cy="928938"/>
              <a:chOff x="1716825" y="1121550"/>
              <a:chExt cx="622800" cy="928938"/>
            </a:xfrm>
          </p:grpSpPr>
          <p:cxnSp>
            <p:nvCxnSpPr>
              <p:cNvPr id="11123" name="Google Shape;11123;p8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124" name="Google Shape;11124;p8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85"/>
            <p:cNvGrpSpPr/>
            <p:nvPr/>
          </p:nvGrpSpPr>
          <p:grpSpPr>
            <a:xfrm>
              <a:off x="1768050" y="1172775"/>
              <a:ext cx="520200" cy="832000"/>
              <a:chOff x="1768050" y="1172775"/>
              <a:chExt cx="520200" cy="832000"/>
            </a:xfrm>
          </p:grpSpPr>
          <p:cxnSp>
            <p:nvCxnSpPr>
              <p:cNvPr id="11126" name="Google Shape;11126;p8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127" name="Google Shape;11127;p8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85"/>
            <p:cNvGrpSpPr/>
            <p:nvPr/>
          </p:nvGrpSpPr>
          <p:grpSpPr>
            <a:xfrm>
              <a:off x="1820100" y="1225475"/>
              <a:ext cx="416400" cy="729575"/>
              <a:chOff x="1820100" y="1225475"/>
              <a:chExt cx="416400" cy="729575"/>
            </a:xfrm>
          </p:grpSpPr>
          <p:cxnSp>
            <p:nvCxnSpPr>
              <p:cNvPr id="11129" name="Google Shape;11129;p8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130" name="Google Shape;11130;p8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85"/>
            <p:cNvGrpSpPr/>
            <p:nvPr/>
          </p:nvGrpSpPr>
          <p:grpSpPr>
            <a:xfrm>
              <a:off x="1874250" y="1278825"/>
              <a:ext cx="308100" cy="605275"/>
              <a:chOff x="1874250" y="1278825"/>
              <a:chExt cx="308100" cy="605275"/>
            </a:xfrm>
          </p:grpSpPr>
          <p:cxnSp>
            <p:nvCxnSpPr>
              <p:cNvPr id="11132" name="Google Shape;11132;p8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133" name="Google Shape;11133;p8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4" name="Google Shape;11134;p8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5" name="Google Shape;11135;p85"/>
          <p:cNvGrpSpPr/>
          <p:nvPr/>
        </p:nvGrpSpPr>
        <p:grpSpPr>
          <a:xfrm>
            <a:off x="1574012" y="1857260"/>
            <a:ext cx="739072" cy="714152"/>
            <a:chOff x="4334725" y="1355875"/>
            <a:chExt cx="3106650" cy="3001900"/>
          </a:xfrm>
        </p:grpSpPr>
        <p:grpSp>
          <p:nvGrpSpPr>
            <p:cNvPr id="11136" name="Google Shape;11136;p85"/>
            <p:cNvGrpSpPr/>
            <p:nvPr/>
          </p:nvGrpSpPr>
          <p:grpSpPr>
            <a:xfrm>
              <a:off x="4516050" y="1724875"/>
              <a:ext cx="2693725" cy="2632900"/>
              <a:chOff x="4516050" y="1724875"/>
              <a:chExt cx="2693725" cy="2632900"/>
            </a:xfrm>
          </p:grpSpPr>
          <p:sp>
            <p:nvSpPr>
              <p:cNvPr id="11137" name="Google Shape;11137;p8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85"/>
            <p:cNvGrpSpPr/>
            <p:nvPr/>
          </p:nvGrpSpPr>
          <p:grpSpPr>
            <a:xfrm>
              <a:off x="4334725" y="1355875"/>
              <a:ext cx="3106650" cy="2709650"/>
              <a:chOff x="4334725" y="1355875"/>
              <a:chExt cx="3106650" cy="2709650"/>
            </a:xfrm>
          </p:grpSpPr>
          <p:sp>
            <p:nvSpPr>
              <p:cNvPr id="11141" name="Google Shape;11141;p8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8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44" name="Google Shape;11144;p85"/>
          <p:cNvGrpSpPr/>
          <p:nvPr/>
        </p:nvGrpSpPr>
        <p:grpSpPr>
          <a:xfrm>
            <a:off x="7690961" y="3488031"/>
            <a:ext cx="312074" cy="684173"/>
            <a:chOff x="7645573" y="3754300"/>
            <a:chExt cx="293855" cy="644170"/>
          </a:xfrm>
        </p:grpSpPr>
        <p:sp>
          <p:nvSpPr>
            <p:cNvPr id="11145" name="Google Shape;11145;p8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85"/>
          <p:cNvGrpSpPr/>
          <p:nvPr/>
        </p:nvGrpSpPr>
        <p:grpSpPr>
          <a:xfrm>
            <a:off x="5612949" y="970938"/>
            <a:ext cx="709011" cy="739359"/>
            <a:chOff x="5830645" y="1256617"/>
            <a:chExt cx="530340" cy="553040"/>
          </a:xfrm>
        </p:grpSpPr>
        <p:grpSp>
          <p:nvGrpSpPr>
            <p:cNvPr id="11148" name="Google Shape;11148;p85"/>
            <p:cNvGrpSpPr/>
            <p:nvPr/>
          </p:nvGrpSpPr>
          <p:grpSpPr>
            <a:xfrm>
              <a:off x="5830645" y="1256617"/>
              <a:ext cx="259743" cy="269909"/>
              <a:chOff x="5830645" y="1256617"/>
              <a:chExt cx="259743" cy="269909"/>
            </a:xfrm>
          </p:grpSpPr>
          <p:sp>
            <p:nvSpPr>
              <p:cNvPr id="11149" name="Google Shape;11149;p8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85"/>
            <p:cNvGrpSpPr/>
            <p:nvPr/>
          </p:nvGrpSpPr>
          <p:grpSpPr>
            <a:xfrm>
              <a:off x="6101293" y="1256617"/>
              <a:ext cx="259692" cy="269909"/>
              <a:chOff x="6101293" y="1256617"/>
              <a:chExt cx="259692" cy="269909"/>
            </a:xfrm>
          </p:grpSpPr>
          <p:sp>
            <p:nvSpPr>
              <p:cNvPr id="11152" name="Google Shape;11152;p8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4" name="Google Shape;11154;p85"/>
            <p:cNvGrpSpPr/>
            <p:nvPr/>
          </p:nvGrpSpPr>
          <p:grpSpPr>
            <a:xfrm>
              <a:off x="5830645" y="1539749"/>
              <a:ext cx="259692" cy="269909"/>
              <a:chOff x="5830645" y="1539749"/>
              <a:chExt cx="259692" cy="269909"/>
            </a:xfrm>
          </p:grpSpPr>
          <p:sp>
            <p:nvSpPr>
              <p:cNvPr id="11155" name="Google Shape;11155;p8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85"/>
            <p:cNvGrpSpPr/>
            <p:nvPr/>
          </p:nvGrpSpPr>
          <p:grpSpPr>
            <a:xfrm>
              <a:off x="6101293" y="1539749"/>
              <a:ext cx="259692" cy="269909"/>
              <a:chOff x="6101293" y="1539749"/>
              <a:chExt cx="259692" cy="269909"/>
            </a:xfrm>
          </p:grpSpPr>
          <p:sp>
            <p:nvSpPr>
              <p:cNvPr id="11158" name="Google Shape;11158;p8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0" name="Google Shape;11160;p8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1" name="Google Shape;11161;p85"/>
          <p:cNvGrpSpPr/>
          <p:nvPr/>
        </p:nvGrpSpPr>
        <p:grpSpPr>
          <a:xfrm>
            <a:off x="714444" y="2707054"/>
            <a:ext cx="1452955" cy="621360"/>
            <a:chOff x="732422" y="2990152"/>
            <a:chExt cx="1337773" cy="572102"/>
          </a:xfrm>
        </p:grpSpPr>
        <p:sp>
          <p:nvSpPr>
            <p:cNvPr id="11162" name="Google Shape;11162;p8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1171"/>
        <p:cNvGrpSpPr/>
        <p:nvPr/>
      </p:nvGrpSpPr>
      <p:grpSpPr>
        <a:xfrm>
          <a:off x="0" y="0"/>
          <a:ext cx="0" cy="0"/>
          <a:chOff x="0" y="0"/>
          <a:chExt cx="0" cy="0"/>
        </a:xfrm>
      </p:grpSpPr>
      <p:grpSp>
        <p:nvGrpSpPr>
          <p:cNvPr id="11172" name="Google Shape;11172;p86"/>
          <p:cNvGrpSpPr/>
          <p:nvPr/>
        </p:nvGrpSpPr>
        <p:grpSpPr>
          <a:xfrm>
            <a:off x="708579" y="965872"/>
            <a:ext cx="1636117" cy="1526144"/>
            <a:chOff x="729238" y="1179665"/>
            <a:chExt cx="1636117" cy="1526144"/>
          </a:xfrm>
        </p:grpSpPr>
        <p:grpSp>
          <p:nvGrpSpPr>
            <p:cNvPr id="11173" name="Google Shape;11173;p86"/>
            <p:cNvGrpSpPr/>
            <p:nvPr/>
          </p:nvGrpSpPr>
          <p:grpSpPr>
            <a:xfrm>
              <a:off x="729238" y="1179665"/>
              <a:ext cx="80700" cy="1526144"/>
              <a:chOff x="729238" y="1179665"/>
              <a:chExt cx="80700" cy="1526144"/>
            </a:xfrm>
          </p:grpSpPr>
          <p:sp>
            <p:nvSpPr>
              <p:cNvPr id="11174" name="Google Shape;11174;p8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86"/>
            <p:cNvGrpSpPr/>
            <p:nvPr/>
          </p:nvGrpSpPr>
          <p:grpSpPr>
            <a:xfrm>
              <a:off x="903098" y="1179665"/>
              <a:ext cx="80700" cy="1526144"/>
              <a:chOff x="903098" y="1179665"/>
              <a:chExt cx="80700" cy="1526144"/>
            </a:xfrm>
          </p:grpSpPr>
          <p:sp>
            <p:nvSpPr>
              <p:cNvPr id="11185" name="Google Shape;11185;p8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86"/>
            <p:cNvGrpSpPr/>
            <p:nvPr/>
          </p:nvGrpSpPr>
          <p:grpSpPr>
            <a:xfrm>
              <a:off x="1076958" y="1179665"/>
              <a:ext cx="80700" cy="1526144"/>
              <a:chOff x="1076958" y="1179665"/>
              <a:chExt cx="80700" cy="1526144"/>
            </a:xfrm>
          </p:grpSpPr>
          <p:sp>
            <p:nvSpPr>
              <p:cNvPr id="11196" name="Google Shape;11196;p8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86"/>
            <p:cNvGrpSpPr/>
            <p:nvPr/>
          </p:nvGrpSpPr>
          <p:grpSpPr>
            <a:xfrm>
              <a:off x="1247707" y="1179665"/>
              <a:ext cx="80700" cy="1526144"/>
              <a:chOff x="1247707" y="1179665"/>
              <a:chExt cx="80700" cy="1526144"/>
            </a:xfrm>
          </p:grpSpPr>
          <p:sp>
            <p:nvSpPr>
              <p:cNvPr id="11207" name="Google Shape;11207;p8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8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86"/>
            <p:cNvGrpSpPr/>
            <p:nvPr/>
          </p:nvGrpSpPr>
          <p:grpSpPr>
            <a:xfrm>
              <a:off x="1421567" y="1179665"/>
              <a:ext cx="80700" cy="1526144"/>
              <a:chOff x="1421567" y="1179665"/>
              <a:chExt cx="80700" cy="1526144"/>
            </a:xfrm>
          </p:grpSpPr>
          <p:sp>
            <p:nvSpPr>
              <p:cNvPr id="11218" name="Google Shape;11218;p8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86"/>
            <p:cNvGrpSpPr/>
            <p:nvPr/>
          </p:nvGrpSpPr>
          <p:grpSpPr>
            <a:xfrm>
              <a:off x="1592327" y="1179665"/>
              <a:ext cx="80700" cy="1526144"/>
              <a:chOff x="1592327" y="1179665"/>
              <a:chExt cx="80700" cy="1526144"/>
            </a:xfrm>
          </p:grpSpPr>
          <p:sp>
            <p:nvSpPr>
              <p:cNvPr id="11229" name="Google Shape;11229;p8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86"/>
            <p:cNvGrpSpPr/>
            <p:nvPr/>
          </p:nvGrpSpPr>
          <p:grpSpPr>
            <a:xfrm>
              <a:off x="1766187" y="1179665"/>
              <a:ext cx="80700" cy="1526144"/>
              <a:chOff x="1766187" y="1179665"/>
              <a:chExt cx="80700" cy="1526144"/>
            </a:xfrm>
          </p:grpSpPr>
          <p:sp>
            <p:nvSpPr>
              <p:cNvPr id="11240" name="Google Shape;11240;p8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86"/>
            <p:cNvGrpSpPr/>
            <p:nvPr/>
          </p:nvGrpSpPr>
          <p:grpSpPr>
            <a:xfrm>
              <a:off x="1936935" y="1179665"/>
              <a:ext cx="80700" cy="1526144"/>
              <a:chOff x="1936935" y="1179665"/>
              <a:chExt cx="80700" cy="1526144"/>
            </a:xfrm>
          </p:grpSpPr>
          <p:sp>
            <p:nvSpPr>
              <p:cNvPr id="11251" name="Google Shape;11251;p8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8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86"/>
            <p:cNvGrpSpPr/>
            <p:nvPr/>
          </p:nvGrpSpPr>
          <p:grpSpPr>
            <a:xfrm>
              <a:off x="2110795" y="1179665"/>
              <a:ext cx="80700" cy="1526144"/>
              <a:chOff x="2110795" y="1179665"/>
              <a:chExt cx="80700" cy="1526144"/>
            </a:xfrm>
          </p:grpSpPr>
          <p:sp>
            <p:nvSpPr>
              <p:cNvPr id="11262" name="Google Shape;11262;p8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86"/>
            <p:cNvGrpSpPr/>
            <p:nvPr/>
          </p:nvGrpSpPr>
          <p:grpSpPr>
            <a:xfrm>
              <a:off x="2284655" y="1179665"/>
              <a:ext cx="80700" cy="1526144"/>
              <a:chOff x="2284655" y="1179665"/>
              <a:chExt cx="80700" cy="1526144"/>
            </a:xfrm>
          </p:grpSpPr>
          <p:sp>
            <p:nvSpPr>
              <p:cNvPr id="11273" name="Google Shape;11273;p8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8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8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83" name="Google Shape;11283;p86"/>
          <p:cNvGrpSpPr/>
          <p:nvPr/>
        </p:nvGrpSpPr>
        <p:grpSpPr>
          <a:xfrm>
            <a:off x="2603245" y="985011"/>
            <a:ext cx="1364248" cy="1102133"/>
            <a:chOff x="2623904" y="1198803"/>
            <a:chExt cx="1364248" cy="1102133"/>
          </a:xfrm>
        </p:grpSpPr>
        <p:grpSp>
          <p:nvGrpSpPr>
            <p:cNvPr id="11284" name="Google Shape;11284;p86"/>
            <p:cNvGrpSpPr/>
            <p:nvPr/>
          </p:nvGrpSpPr>
          <p:grpSpPr>
            <a:xfrm>
              <a:off x="2623907" y="1198803"/>
              <a:ext cx="1364245" cy="273000"/>
              <a:chOff x="2623907" y="1198803"/>
              <a:chExt cx="1364245" cy="273000"/>
            </a:xfrm>
          </p:grpSpPr>
          <p:sp>
            <p:nvSpPr>
              <p:cNvPr id="11285" name="Google Shape;11285;p8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86"/>
            <p:cNvGrpSpPr/>
            <p:nvPr/>
          </p:nvGrpSpPr>
          <p:grpSpPr>
            <a:xfrm>
              <a:off x="2623904" y="1476964"/>
              <a:ext cx="1364245" cy="273000"/>
              <a:chOff x="2623904" y="1476964"/>
              <a:chExt cx="1364245" cy="273000"/>
            </a:xfrm>
          </p:grpSpPr>
          <p:sp>
            <p:nvSpPr>
              <p:cNvPr id="11291" name="Google Shape;11291;p8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86"/>
            <p:cNvGrpSpPr/>
            <p:nvPr/>
          </p:nvGrpSpPr>
          <p:grpSpPr>
            <a:xfrm>
              <a:off x="2623907" y="1749775"/>
              <a:ext cx="1364245" cy="273000"/>
              <a:chOff x="2623907" y="1749775"/>
              <a:chExt cx="1364245" cy="273000"/>
            </a:xfrm>
          </p:grpSpPr>
          <p:sp>
            <p:nvSpPr>
              <p:cNvPr id="11297" name="Google Shape;11297;p8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86"/>
            <p:cNvGrpSpPr/>
            <p:nvPr/>
          </p:nvGrpSpPr>
          <p:grpSpPr>
            <a:xfrm>
              <a:off x="2623904" y="2027936"/>
              <a:ext cx="1364245" cy="273000"/>
              <a:chOff x="2623904" y="2027936"/>
              <a:chExt cx="1364245" cy="273000"/>
            </a:xfrm>
          </p:grpSpPr>
          <p:sp>
            <p:nvSpPr>
              <p:cNvPr id="11303" name="Google Shape;11303;p8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08" name="Google Shape;11308;p86"/>
          <p:cNvGrpSpPr/>
          <p:nvPr/>
        </p:nvGrpSpPr>
        <p:grpSpPr>
          <a:xfrm>
            <a:off x="2592706" y="2444193"/>
            <a:ext cx="1387541" cy="159124"/>
            <a:chOff x="3200660" y="2180272"/>
            <a:chExt cx="2563824" cy="378237"/>
          </a:xfrm>
        </p:grpSpPr>
        <p:sp>
          <p:nvSpPr>
            <p:cNvPr id="11309" name="Google Shape;11309;p8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8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86"/>
          <p:cNvGrpSpPr/>
          <p:nvPr/>
        </p:nvGrpSpPr>
        <p:grpSpPr>
          <a:xfrm>
            <a:off x="2589231" y="2722018"/>
            <a:ext cx="1390502" cy="159625"/>
            <a:chOff x="3530150" y="2790075"/>
            <a:chExt cx="1962600" cy="225300"/>
          </a:xfrm>
        </p:grpSpPr>
        <p:sp>
          <p:nvSpPr>
            <p:cNvPr id="11328" name="Google Shape;11328;p8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0" name="Google Shape;11330;p86"/>
          <p:cNvGrpSpPr/>
          <p:nvPr/>
        </p:nvGrpSpPr>
        <p:grpSpPr>
          <a:xfrm>
            <a:off x="2589884" y="3000344"/>
            <a:ext cx="1411629" cy="153761"/>
            <a:chOff x="3558802" y="4011427"/>
            <a:chExt cx="1866000" cy="111300"/>
          </a:xfrm>
        </p:grpSpPr>
        <p:sp>
          <p:nvSpPr>
            <p:cNvPr id="11331" name="Google Shape;11331;p8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8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86"/>
          <p:cNvGrpSpPr/>
          <p:nvPr/>
        </p:nvGrpSpPr>
        <p:grpSpPr>
          <a:xfrm>
            <a:off x="2589576" y="2205744"/>
            <a:ext cx="1383503" cy="119749"/>
            <a:chOff x="3465975" y="2270276"/>
            <a:chExt cx="1986364" cy="171929"/>
          </a:xfrm>
        </p:grpSpPr>
        <p:sp>
          <p:nvSpPr>
            <p:cNvPr id="11334" name="Google Shape;11334;p8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86"/>
          <p:cNvGrpSpPr/>
          <p:nvPr/>
        </p:nvGrpSpPr>
        <p:grpSpPr>
          <a:xfrm>
            <a:off x="2600584" y="3569394"/>
            <a:ext cx="1369531" cy="195460"/>
            <a:chOff x="723300" y="4253549"/>
            <a:chExt cx="2276482" cy="324900"/>
          </a:xfrm>
        </p:grpSpPr>
        <p:sp>
          <p:nvSpPr>
            <p:cNvPr id="11343" name="Google Shape;11343;p8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86"/>
          <p:cNvGrpSpPr/>
          <p:nvPr/>
        </p:nvGrpSpPr>
        <p:grpSpPr>
          <a:xfrm>
            <a:off x="2590145" y="3270574"/>
            <a:ext cx="1389066" cy="180119"/>
            <a:chOff x="705948" y="3788465"/>
            <a:chExt cx="2308953" cy="299400"/>
          </a:xfrm>
        </p:grpSpPr>
        <p:sp>
          <p:nvSpPr>
            <p:cNvPr id="11349" name="Google Shape;11349;p8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86"/>
          <p:cNvGrpSpPr/>
          <p:nvPr/>
        </p:nvGrpSpPr>
        <p:grpSpPr>
          <a:xfrm>
            <a:off x="2638082" y="3883554"/>
            <a:ext cx="1304609" cy="294074"/>
            <a:chOff x="2658741" y="4097347"/>
            <a:chExt cx="1304609" cy="294074"/>
          </a:xfrm>
        </p:grpSpPr>
        <p:grpSp>
          <p:nvGrpSpPr>
            <p:cNvPr id="11355" name="Google Shape;11355;p86"/>
            <p:cNvGrpSpPr/>
            <p:nvPr/>
          </p:nvGrpSpPr>
          <p:grpSpPr>
            <a:xfrm>
              <a:off x="2658741" y="4097347"/>
              <a:ext cx="118572" cy="294074"/>
              <a:chOff x="3343310" y="4475555"/>
              <a:chExt cx="127717" cy="316753"/>
            </a:xfrm>
          </p:grpSpPr>
          <p:sp>
            <p:nvSpPr>
              <p:cNvPr id="11356" name="Google Shape;11356;p8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86"/>
            <p:cNvGrpSpPr/>
            <p:nvPr/>
          </p:nvGrpSpPr>
          <p:grpSpPr>
            <a:xfrm>
              <a:off x="3815519" y="4098388"/>
              <a:ext cx="147831" cy="291991"/>
              <a:chOff x="3527539" y="4476677"/>
              <a:chExt cx="159232" cy="314510"/>
            </a:xfrm>
          </p:grpSpPr>
          <p:sp>
            <p:nvSpPr>
              <p:cNvPr id="11359" name="Google Shape;11359;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1" name="Google Shape;11361;p86"/>
            <p:cNvGrpSpPr/>
            <p:nvPr/>
          </p:nvGrpSpPr>
          <p:grpSpPr>
            <a:xfrm>
              <a:off x="3511696" y="4098388"/>
              <a:ext cx="147831" cy="291991"/>
              <a:chOff x="3527539" y="4476677"/>
              <a:chExt cx="159232" cy="314510"/>
            </a:xfrm>
          </p:grpSpPr>
          <p:sp>
            <p:nvSpPr>
              <p:cNvPr id="11362" name="Google Shape;11362;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4" name="Google Shape;11364;p86"/>
            <p:cNvGrpSpPr/>
            <p:nvPr/>
          </p:nvGrpSpPr>
          <p:grpSpPr>
            <a:xfrm>
              <a:off x="3207874" y="4098388"/>
              <a:ext cx="147831" cy="291991"/>
              <a:chOff x="3527539" y="4476677"/>
              <a:chExt cx="159232" cy="314510"/>
            </a:xfrm>
          </p:grpSpPr>
          <p:sp>
            <p:nvSpPr>
              <p:cNvPr id="11365" name="Google Shape;11365;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86"/>
            <p:cNvGrpSpPr/>
            <p:nvPr/>
          </p:nvGrpSpPr>
          <p:grpSpPr>
            <a:xfrm>
              <a:off x="2933305" y="4097347"/>
              <a:ext cx="118572" cy="294074"/>
              <a:chOff x="3343310" y="4475555"/>
              <a:chExt cx="127717" cy="316753"/>
            </a:xfrm>
          </p:grpSpPr>
          <p:sp>
            <p:nvSpPr>
              <p:cNvPr id="11368" name="Google Shape;11368;p8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70" name="Google Shape;11370;p86"/>
          <p:cNvGrpSpPr/>
          <p:nvPr/>
        </p:nvGrpSpPr>
        <p:grpSpPr>
          <a:xfrm>
            <a:off x="4256912" y="1866676"/>
            <a:ext cx="1433821" cy="191501"/>
            <a:chOff x="4273350" y="2080469"/>
            <a:chExt cx="1433821" cy="191501"/>
          </a:xfrm>
        </p:grpSpPr>
        <p:grpSp>
          <p:nvGrpSpPr>
            <p:cNvPr id="11371" name="Google Shape;11371;p86"/>
            <p:cNvGrpSpPr/>
            <p:nvPr/>
          </p:nvGrpSpPr>
          <p:grpSpPr>
            <a:xfrm>
              <a:off x="4273350" y="2080469"/>
              <a:ext cx="1433821" cy="0"/>
              <a:chOff x="5224975" y="2962250"/>
              <a:chExt cx="1544400" cy="0"/>
            </a:xfrm>
          </p:grpSpPr>
          <p:cxnSp>
            <p:nvCxnSpPr>
              <p:cNvPr id="11372" name="Google Shape;11372;p8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373" name="Google Shape;11373;p8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374" name="Google Shape;11374;p86"/>
            <p:cNvGrpSpPr/>
            <p:nvPr/>
          </p:nvGrpSpPr>
          <p:grpSpPr>
            <a:xfrm>
              <a:off x="4273350" y="2271969"/>
              <a:ext cx="1433821" cy="0"/>
              <a:chOff x="5224975" y="2962250"/>
              <a:chExt cx="1544400" cy="0"/>
            </a:xfrm>
          </p:grpSpPr>
          <p:cxnSp>
            <p:nvCxnSpPr>
              <p:cNvPr id="11375" name="Google Shape;11375;p8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376" name="Google Shape;11376;p8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377" name="Google Shape;11377;p86"/>
          <p:cNvGrpSpPr/>
          <p:nvPr/>
        </p:nvGrpSpPr>
        <p:grpSpPr>
          <a:xfrm>
            <a:off x="4258467" y="969244"/>
            <a:ext cx="1430711" cy="743389"/>
            <a:chOff x="5159450" y="1919950"/>
            <a:chExt cx="1541050" cy="862500"/>
          </a:xfrm>
        </p:grpSpPr>
        <p:sp>
          <p:nvSpPr>
            <p:cNvPr id="11378" name="Google Shape;11378;p8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GB"/>
            </a:p>
          </p:txBody>
        </p:sp>
        <p:grpSp>
          <p:nvGrpSpPr>
            <p:cNvPr id="11379" name="Google Shape;11379;p86"/>
            <p:cNvGrpSpPr/>
            <p:nvPr/>
          </p:nvGrpSpPr>
          <p:grpSpPr>
            <a:xfrm>
              <a:off x="5159450" y="1919950"/>
              <a:ext cx="1541050" cy="862500"/>
              <a:chOff x="5159450" y="1919950"/>
              <a:chExt cx="1541050" cy="862500"/>
            </a:xfrm>
          </p:grpSpPr>
          <p:cxnSp>
            <p:nvCxnSpPr>
              <p:cNvPr id="11380" name="Google Shape;11380;p8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381" name="Google Shape;11381;p8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382" name="Google Shape;11382;p86"/>
          <p:cNvGrpSpPr/>
          <p:nvPr/>
        </p:nvGrpSpPr>
        <p:grpSpPr>
          <a:xfrm>
            <a:off x="4248581" y="2192571"/>
            <a:ext cx="1450484" cy="1052087"/>
            <a:chOff x="5230575" y="1554475"/>
            <a:chExt cx="2137150" cy="1550150"/>
          </a:xfrm>
        </p:grpSpPr>
        <p:sp>
          <p:nvSpPr>
            <p:cNvPr id="11383" name="Google Shape;11383;p8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8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8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86"/>
          <p:cNvGrpSpPr/>
          <p:nvPr/>
        </p:nvGrpSpPr>
        <p:grpSpPr>
          <a:xfrm rot="10800000">
            <a:off x="4265131" y="3284761"/>
            <a:ext cx="1417383" cy="887946"/>
            <a:chOff x="5645403" y="2920021"/>
            <a:chExt cx="2650800" cy="2180614"/>
          </a:xfrm>
        </p:grpSpPr>
        <p:sp>
          <p:nvSpPr>
            <p:cNvPr id="11397" name="Google Shape;11397;p8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98" name="Google Shape;11398;p86"/>
            <p:cNvCxnSpPr>
              <a:stCxn id="11397"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399" name="Google Shape;11399;p8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0" name="Google Shape;11400;p86"/>
            <p:cNvCxnSpPr>
              <a:endCxn id="11399"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1401" name="Google Shape;11401;p8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2" name="Google Shape;11402;p86"/>
            <p:cNvCxnSpPr>
              <a:stCxn id="11401"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403" name="Google Shape;11403;p8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4" name="Google Shape;11404;p86"/>
            <p:cNvCxnSpPr>
              <a:endCxn id="11403"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405" name="Google Shape;11405;p86"/>
          <p:cNvGrpSpPr/>
          <p:nvPr/>
        </p:nvGrpSpPr>
        <p:grpSpPr>
          <a:xfrm>
            <a:off x="7365491" y="2188116"/>
            <a:ext cx="1071743" cy="1021579"/>
            <a:chOff x="7189833" y="2022667"/>
            <a:chExt cx="1251159" cy="1192597"/>
          </a:xfrm>
        </p:grpSpPr>
        <p:sp>
          <p:nvSpPr>
            <p:cNvPr id="11406" name="Google Shape;11406;p8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86"/>
          <p:cNvGrpSpPr/>
          <p:nvPr/>
        </p:nvGrpSpPr>
        <p:grpSpPr>
          <a:xfrm>
            <a:off x="706762" y="2614523"/>
            <a:ext cx="1695374" cy="1560837"/>
            <a:chOff x="727421" y="2828315"/>
            <a:chExt cx="1695374" cy="1560837"/>
          </a:xfrm>
        </p:grpSpPr>
        <p:grpSp>
          <p:nvGrpSpPr>
            <p:cNvPr id="11411" name="Google Shape;11411;p86"/>
            <p:cNvGrpSpPr/>
            <p:nvPr/>
          </p:nvGrpSpPr>
          <p:grpSpPr>
            <a:xfrm>
              <a:off x="819108" y="2882501"/>
              <a:ext cx="103104" cy="1426186"/>
              <a:chOff x="4674013" y="3100904"/>
              <a:chExt cx="122758" cy="1698043"/>
            </a:xfrm>
          </p:grpSpPr>
          <p:sp>
            <p:nvSpPr>
              <p:cNvPr id="11412" name="Google Shape;11412;p8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86"/>
            <p:cNvGrpSpPr/>
            <p:nvPr/>
          </p:nvGrpSpPr>
          <p:grpSpPr>
            <a:xfrm>
              <a:off x="1062475" y="2882501"/>
              <a:ext cx="103104" cy="1426186"/>
              <a:chOff x="4940438" y="3100904"/>
              <a:chExt cx="122758" cy="1698043"/>
            </a:xfrm>
          </p:grpSpPr>
          <p:sp>
            <p:nvSpPr>
              <p:cNvPr id="11420" name="Google Shape;11420;p8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7" name="Google Shape;11427;p86"/>
            <p:cNvGrpSpPr/>
            <p:nvPr/>
          </p:nvGrpSpPr>
          <p:grpSpPr>
            <a:xfrm>
              <a:off x="1299324" y="2882501"/>
              <a:ext cx="103104" cy="1426186"/>
              <a:chOff x="5206863" y="3100904"/>
              <a:chExt cx="122758" cy="1698043"/>
            </a:xfrm>
          </p:grpSpPr>
          <p:sp>
            <p:nvSpPr>
              <p:cNvPr id="11428" name="Google Shape;11428;p8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8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5" name="Google Shape;11435;p86"/>
            <p:cNvGrpSpPr/>
            <p:nvPr/>
          </p:nvGrpSpPr>
          <p:grpSpPr>
            <a:xfrm>
              <a:off x="1786057" y="2882501"/>
              <a:ext cx="103104" cy="1426186"/>
              <a:chOff x="6006138" y="3143629"/>
              <a:chExt cx="122758" cy="1698043"/>
            </a:xfrm>
          </p:grpSpPr>
          <p:sp>
            <p:nvSpPr>
              <p:cNvPr id="11436" name="Google Shape;11436;p8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8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86"/>
            <p:cNvGrpSpPr/>
            <p:nvPr/>
          </p:nvGrpSpPr>
          <p:grpSpPr>
            <a:xfrm>
              <a:off x="2029422" y="2882501"/>
              <a:ext cx="103104" cy="1426186"/>
              <a:chOff x="6805413" y="3100904"/>
              <a:chExt cx="122758" cy="1698043"/>
            </a:xfrm>
          </p:grpSpPr>
          <p:sp>
            <p:nvSpPr>
              <p:cNvPr id="11444" name="Google Shape;11444;p8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8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8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1" name="Google Shape;11451;p86"/>
            <p:cNvGrpSpPr/>
            <p:nvPr/>
          </p:nvGrpSpPr>
          <p:grpSpPr>
            <a:xfrm>
              <a:off x="727421" y="2828315"/>
              <a:ext cx="1695374" cy="1560837"/>
              <a:chOff x="734799" y="2782450"/>
              <a:chExt cx="1571100" cy="1577400"/>
            </a:xfrm>
          </p:grpSpPr>
          <p:cxnSp>
            <p:nvCxnSpPr>
              <p:cNvPr id="11452" name="Google Shape;11452;p8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453" name="Google Shape;11453;p8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454" name="Google Shape;11454;p86"/>
            <p:cNvGrpSpPr/>
            <p:nvPr/>
          </p:nvGrpSpPr>
          <p:grpSpPr>
            <a:xfrm>
              <a:off x="2272795" y="2882501"/>
              <a:ext cx="103104" cy="1426186"/>
              <a:chOff x="5206863" y="3100904"/>
              <a:chExt cx="122758" cy="1698043"/>
            </a:xfrm>
          </p:grpSpPr>
          <p:sp>
            <p:nvSpPr>
              <p:cNvPr id="11455" name="Google Shape;11455;p8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2" name="Google Shape;11462;p86"/>
            <p:cNvGrpSpPr/>
            <p:nvPr/>
          </p:nvGrpSpPr>
          <p:grpSpPr>
            <a:xfrm>
              <a:off x="1542694" y="2882501"/>
              <a:ext cx="103104" cy="1426186"/>
              <a:chOff x="6006138" y="3143629"/>
              <a:chExt cx="122758" cy="1698043"/>
            </a:xfrm>
          </p:grpSpPr>
          <p:sp>
            <p:nvSpPr>
              <p:cNvPr id="11463" name="Google Shape;11463;p8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8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70" name="Google Shape;11470;p86"/>
          <p:cNvGrpSpPr/>
          <p:nvPr/>
        </p:nvGrpSpPr>
        <p:grpSpPr>
          <a:xfrm>
            <a:off x="5915341" y="2192094"/>
            <a:ext cx="1248543" cy="1025319"/>
            <a:chOff x="5183758" y="1210600"/>
            <a:chExt cx="3605380" cy="2960783"/>
          </a:xfrm>
        </p:grpSpPr>
        <p:sp>
          <p:nvSpPr>
            <p:cNvPr id="11471" name="Google Shape;11471;p8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5" name="Google Shape;11475;p8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476" name="Google Shape;11476;p8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477" name="Google Shape;11477;p8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478" name="Google Shape;11478;p8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479" name="Google Shape;11479;p8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86"/>
          <p:cNvGrpSpPr/>
          <p:nvPr/>
        </p:nvGrpSpPr>
        <p:grpSpPr>
          <a:xfrm>
            <a:off x="5772403" y="3330411"/>
            <a:ext cx="2664831" cy="843440"/>
            <a:chOff x="5916567" y="1099697"/>
            <a:chExt cx="2556683" cy="809211"/>
          </a:xfrm>
        </p:grpSpPr>
        <p:sp>
          <p:nvSpPr>
            <p:cNvPr id="11481" name="Google Shape;11481;p8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8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86"/>
          <p:cNvGrpSpPr/>
          <p:nvPr/>
        </p:nvGrpSpPr>
        <p:grpSpPr>
          <a:xfrm>
            <a:off x="5879943" y="979270"/>
            <a:ext cx="1299851" cy="1023338"/>
            <a:chOff x="5900602" y="1193063"/>
            <a:chExt cx="1299851" cy="1023338"/>
          </a:xfrm>
        </p:grpSpPr>
        <p:grpSp>
          <p:nvGrpSpPr>
            <p:cNvPr id="11490" name="Google Shape;11490;p86"/>
            <p:cNvGrpSpPr/>
            <p:nvPr/>
          </p:nvGrpSpPr>
          <p:grpSpPr>
            <a:xfrm>
              <a:off x="6743564" y="1193063"/>
              <a:ext cx="456889" cy="700379"/>
              <a:chOff x="6743564" y="1193063"/>
              <a:chExt cx="456889" cy="700379"/>
            </a:xfrm>
          </p:grpSpPr>
          <p:grpSp>
            <p:nvGrpSpPr>
              <p:cNvPr id="11491" name="Google Shape;11491;p86"/>
              <p:cNvGrpSpPr/>
              <p:nvPr/>
            </p:nvGrpSpPr>
            <p:grpSpPr>
              <a:xfrm>
                <a:off x="6743564" y="1690731"/>
                <a:ext cx="214402" cy="202710"/>
                <a:chOff x="6743564" y="1690731"/>
                <a:chExt cx="214402" cy="202710"/>
              </a:xfrm>
            </p:grpSpPr>
            <p:sp>
              <p:nvSpPr>
                <p:cNvPr id="11492" name="Google Shape;11492;p8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86"/>
              <p:cNvGrpSpPr/>
              <p:nvPr/>
            </p:nvGrpSpPr>
            <p:grpSpPr>
              <a:xfrm>
                <a:off x="6915505" y="1193063"/>
                <a:ext cx="284947" cy="589637"/>
                <a:chOff x="6915505" y="1193063"/>
                <a:chExt cx="284947" cy="589637"/>
              </a:xfrm>
            </p:grpSpPr>
            <p:sp>
              <p:nvSpPr>
                <p:cNvPr id="11495" name="Google Shape;11495;p8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96" name="Google Shape;11496;p8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497" name="Google Shape;11497;p86"/>
            <p:cNvGrpSpPr/>
            <p:nvPr/>
          </p:nvGrpSpPr>
          <p:grpSpPr>
            <a:xfrm>
              <a:off x="6520337" y="1193063"/>
              <a:ext cx="341815" cy="801589"/>
              <a:chOff x="6520337" y="1193063"/>
              <a:chExt cx="341815" cy="801589"/>
            </a:xfrm>
          </p:grpSpPr>
          <p:grpSp>
            <p:nvGrpSpPr>
              <p:cNvPr id="11498" name="Google Shape;11498;p86"/>
              <p:cNvGrpSpPr/>
              <p:nvPr/>
            </p:nvGrpSpPr>
            <p:grpSpPr>
              <a:xfrm>
                <a:off x="6520337" y="1589527"/>
                <a:ext cx="213950" cy="405125"/>
                <a:chOff x="6520337" y="1589527"/>
                <a:chExt cx="213950" cy="405125"/>
              </a:xfrm>
            </p:grpSpPr>
            <p:sp>
              <p:nvSpPr>
                <p:cNvPr id="11499" name="Google Shape;11499;p8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1" name="Google Shape;11501;p86"/>
              <p:cNvGrpSpPr/>
              <p:nvPr/>
            </p:nvGrpSpPr>
            <p:grpSpPr>
              <a:xfrm>
                <a:off x="6577204" y="1193063"/>
                <a:ext cx="284947" cy="453562"/>
                <a:chOff x="6577204" y="1193063"/>
                <a:chExt cx="284947" cy="453562"/>
              </a:xfrm>
            </p:grpSpPr>
            <p:sp>
              <p:nvSpPr>
                <p:cNvPr id="11502" name="Google Shape;11502;p8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03" name="Google Shape;11503;p8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504" name="Google Shape;11504;p86"/>
            <p:cNvGrpSpPr/>
            <p:nvPr/>
          </p:nvGrpSpPr>
          <p:grpSpPr>
            <a:xfrm>
              <a:off x="6238903" y="1193063"/>
              <a:ext cx="300475" cy="901782"/>
              <a:chOff x="6238903" y="1193063"/>
              <a:chExt cx="300475" cy="901782"/>
            </a:xfrm>
          </p:grpSpPr>
          <p:grpSp>
            <p:nvGrpSpPr>
              <p:cNvPr id="11505" name="Google Shape;11505;p86"/>
              <p:cNvGrpSpPr/>
              <p:nvPr/>
            </p:nvGrpSpPr>
            <p:grpSpPr>
              <a:xfrm>
                <a:off x="6290865" y="1489315"/>
                <a:ext cx="248514" cy="605530"/>
                <a:chOff x="6290865" y="1489315"/>
                <a:chExt cx="248514" cy="605530"/>
              </a:xfrm>
            </p:grpSpPr>
            <p:sp>
              <p:nvSpPr>
                <p:cNvPr id="11506" name="Google Shape;11506;p8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86"/>
              <p:cNvGrpSpPr/>
              <p:nvPr/>
            </p:nvGrpSpPr>
            <p:grpSpPr>
              <a:xfrm>
                <a:off x="6238903" y="1193063"/>
                <a:ext cx="284947" cy="327512"/>
                <a:chOff x="6238903" y="1193063"/>
                <a:chExt cx="284947" cy="327512"/>
              </a:xfrm>
            </p:grpSpPr>
            <p:sp>
              <p:nvSpPr>
                <p:cNvPr id="11509" name="Google Shape;11509;p8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0" name="Google Shape;11510;p8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511" name="Google Shape;11511;p86"/>
            <p:cNvGrpSpPr/>
            <p:nvPr/>
          </p:nvGrpSpPr>
          <p:grpSpPr>
            <a:xfrm>
              <a:off x="5900602" y="1193063"/>
              <a:ext cx="444345" cy="1023338"/>
              <a:chOff x="5900602" y="1193063"/>
              <a:chExt cx="444345" cy="1023338"/>
            </a:xfrm>
          </p:grpSpPr>
          <p:grpSp>
            <p:nvGrpSpPr>
              <p:cNvPr id="11512" name="Google Shape;11512;p86"/>
              <p:cNvGrpSpPr/>
              <p:nvPr/>
            </p:nvGrpSpPr>
            <p:grpSpPr>
              <a:xfrm>
                <a:off x="6046501" y="1367785"/>
                <a:ext cx="298446" cy="848616"/>
                <a:chOff x="6046501" y="1367785"/>
                <a:chExt cx="298446" cy="848616"/>
              </a:xfrm>
            </p:grpSpPr>
            <p:sp>
              <p:nvSpPr>
                <p:cNvPr id="11513" name="Google Shape;11513;p8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5" name="Google Shape;11515;p86"/>
              <p:cNvGrpSpPr/>
              <p:nvPr/>
            </p:nvGrpSpPr>
            <p:grpSpPr>
              <a:xfrm>
                <a:off x="5900602" y="1193063"/>
                <a:ext cx="284947" cy="182312"/>
                <a:chOff x="5900602" y="1193063"/>
                <a:chExt cx="284947" cy="182312"/>
              </a:xfrm>
            </p:grpSpPr>
            <p:sp>
              <p:nvSpPr>
                <p:cNvPr id="11516" name="Google Shape;11516;p8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7" name="Google Shape;11517;p8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518" name="Google Shape;11518;p86"/>
          <p:cNvGrpSpPr/>
          <p:nvPr/>
        </p:nvGrpSpPr>
        <p:grpSpPr>
          <a:xfrm>
            <a:off x="7217825" y="979415"/>
            <a:ext cx="1219413" cy="1051365"/>
            <a:chOff x="7287122" y="1165658"/>
            <a:chExt cx="1219413" cy="1051365"/>
          </a:xfrm>
        </p:grpSpPr>
        <p:grpSp>
          <p:nvGrpSpPr>
            <p:cNvPr id="11519" name="Google Shape;11519;p86"/>
            <p:cNvGrpSpPr/>
            <p:nvPr/>
          </p:nvGrpSpPr>
          <p:grpSpPr>
            <a:xfrm>
              <a:off x="7287122" y="1969723"/>
              <a:ext cx="1219413" cy="247300"/>
              <a:chOff x="7287122" y="1969723"/>
              <a:chExt cx="1219413" cy="247300"/>
            </a:xfrm>
          </p:grpSpPr>
          <p:sp>
            <p:nvSpPr>
              <p:cNvPr id="11520" name="Google Shape;11520;p8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1" name="Google Shape;11521;p86"/>
              <p:cNvGrpSpPr/>
              <p:nvPr/>
            </p:nvGrpSpPr>
            <p:grpSpPr>
              <a:xfrm>
                <a:off x="7287122" y="2063892"/>
                <a:ext cx="1151753" cy="73428"/>
                <a:chOff x="7287122" y="2063892"/>
                <a:chExt cx="1151753" cy="73428"/>
              </a:xfrm>
            </p:grpSpPr>
            <p:sp>
              <p:nvSpPr>
                <p:cNvPr id="11522" name="Google Shape;11522;p8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3" name="Google Shape;11523;p8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524" name="Google Shape;11524;p86"/>
            <p:cNvGrpSpPr/>
            <p:nvPr/>
          </p:nvGrpSpPr>
          <p:grpSpPr>
            <a:xfrm>
              <a:off x="7287122" y="1712201"/>
              <a:ext cx="1219403" cy="246767"/>
              <a:chOff x="7287122" y="1712201"/>
              <a:chExt cx="1219403" cy="246767"/>
            </a:xfrm>
          </p:grpSpPr>
          <p:sp>
            <p:nvSpPr>
              <p:cNvPr id="11525" name="Google Shape;11525;p8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6" name="Google Shape;11526;p86"/>
              <p:cNvGrpSpPr/>
              <p:nvPr/>
            </p:nvGrpSpPr>
            <p:grpSpPr>
              <a:xfrm>
                <a:off x="7287122" y="1842861"/>
                <a:ext cx="1005303" cy="73419"/>
                <a:chOff x="7287122" y="1842861"/>
                <a:chExt cx="1005303" cy="73419"/>
              </a:xfrm>
            </p:grpSpPr>
            <p:sp>
              <p:nvSpPr>
                <p:cNvPr id="11527" name="Google Shape;11527;p8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8" name="Google Shape;11528;p8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529" name="Google Shape;11529;p86"/>
            <p:cNvGrpSpPr/>
            <p:nvPr/>
          </p:nvGrpSpPr>
          <p:grpSpPr>
            <a:xfrm>
              <a:off x="7287122" y="1447520"/>
              <a:ext cx="1219403" cy="286667"/>
              <a:chOff x="7287122" y="1447520"/>
              <a:chExt cx="1219403" cy="286667"/>
            </a:xfrm>
          </p:grpSpPr>
          <p:sp>
            <p:nvSpPr>
              <p:cNvPr id="11530" name="Google Shape;11530;p8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1" name="Google Shape;11531;p86"/>
              <p:cNvGrpSpPr/>
              <p:nvPr/>
            </p:nvGrpSpPr>
            <p:grpSpPr>
              <a:xfrm>
                <a:off x="7287122" y="1581977"/>
                <a:ext cx="852803" cy="73428"/>
                <a:chOff x="7287122" y="1581977"/>
                <a:chExt cx="852803" cy="73428"/>
              </a:xfrm>
            </p:grpSpPr>
            <p:sp>
              <p:nvSpPr>
                <p:cNvPr id="11532" name="Google Shape;11532;p8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33" name="Google Shape;11533;p8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534" name="Google Shape;11534;p86"/>
            <p:cNvGrpSpPr/>
            <p:nvPr/>
          </p:nvGrpSpPr>
          <p:grpSpPr>
            <a:xfrm>
              <a:off x="7287122" y="1165658"/>
              <a:ext cx="1219403" cy="344253"/>
              <a:chOff x="7287122" y="1165658"/>
              <a:chExt cx="1219403" cy="344253"/>
            </a:xfrm>
          </p:grpSpPr>
          <p:sp>
            <p:nvSpPr>
              <p:cNvPr id="11535" name="Google Shape;11535;p8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6" name="Google Shape;11536;p86"/>
              <p:cNvGrpSpPr/>
              <p:nvPr/>
            </p:nvGrpSpPr>
            <p:grpSpPr>
              <a:xfrm>
                <a:off x="7287122" y="1341025"/>
                <a:ext cx="695703" cy="73419"/>
                <a:chOff x="7287122" y="1341025"/>
                <a:chExt cx="695703" cy="73419"/>
              </a:xfrm>
            </p:grpSpPr>
            <p:sp>
              <p:nvSpPr>
                <p:cNvPr id="11537" name="Google Shape;11537;p8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38" name="Google Shape;11538;p8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42"/>
        <p:cNvGrpSpPr/>
        <p:nvPr/>
      </p:nvGrpSpPr>
      <p:grpSpPr>
        <a:xfrm>
          <a:off x="0" y="0"/>
          <a:ext cx="0" cy="0"/>
          <a:chOff x="0" y="0"/>
          <a:chExt cx="0" cy="0"/>
        </a:xfrm>
      </p:grpSpPr>
      <p:sp>
        <p:nvSpPr>
          <p:cNvPr id="11543" name="Google Shape;11543;p87"/>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11544" name="Google Shape;11544;p87"/>
          <p:cNvGrpSpPr/>
          <p:nvPr/>
        </p:nvGrpSpPr>
        <p:grpSpPr>
          <a:xfrm>
            <a:off x="830341" y="2307733"/>
            <a:ext cx="340168" cy="298978"/>
            <a:chOff x="892750" y="267400"/>
            <a:chExt cx="483125" cy="424625"/>
          </a:xfrm>
        </p:grpSpPr>
        <p:sp>
          <p:nvSpPr>
            <p:cNvPr id="11545" name="Google Shape;11545;p87"/>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6" name="Google Shape;11546;p87"/>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47" name="Google Shape;11547;p87"/>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48" name="Google Shape;11548;p87"/>
          <p:cNvGrpSpPr/>
          <p:nvPr/>
        </p:nvGrpSpPr>
        <p:grpSpPr>
          <a:xfrm>
            <a:off x="1268776" y="2287121"/>
            <a:ext cx="298996" cy="340204"/>
            <a:chOff x="1516475" y="238075"/>
            <a:chExt cx="424650" cy="483175"/>
          </a:xfrm>
        </p:grpSpPr>
        <p:sp>
          <p:nvSpPr>
            <p:cNvPr id="11549" name="Google Shape;11549;p87"/>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0" name="Google Shape;11550;p87"/>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51" name="Google Shape;11551;p87"/>
          <p:cNvGrpSpPr/>
          <p:nvPr/>
        </p:nvGrpSpPr>
        <p:grpSpPr>
          <a:xfrm>
            <a:off x="1661867" y="2367520"/>
            <a:ext cx="341488" cy="179405"/>
            <a:chOff x="2080675" y="352325"/>
            <a:chExt cx="485000" cy="254800"/>
          </a:xfrm>
        </p:grpSpPr>
        <p:sp>
          <p:nvSpPr>
            <p:cNvPr id="11552" name="Google Shape;11552;p87"/>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3" name="Google Shape;11553;p87"/>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54" name="Google Shape;11554;p87"/>
          <p:cNvGrpSpPr/>
          <p:nvPr/>
        </p:nvGrpSpPr>
        <p:grpSpPr>
          <a:xfrm>
            <a:off x="2111046" y="2287138"/>
            <a:ext cx="298996" cy="340168"/>
            <a:chOff x="2705375" y="238125"/>
            <a:chExt cx="424650" cy="483125"/>
          </a:xfrm>
        </p:grpSpPr>
        <p:sp>
          <p:nvSpPr>
            <p:cNvPr id="11555" name="Google Shape;11555;p87"/>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6" name="Google Shape;11556;p87"/>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7" name="Google Shape;11557;p87"/>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58" name="Google Shape;11558;p87"/>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59" name="Google Shape;11559;p87"/>
          <p:cNvGrpSpPr/>
          <p:nvPr/>
        </p:nvGrpSpPr>
        <p:grpSpPr>
          <a:xfrm>
            <a:off x="2527187" y="2287455"/>
            <a:ext cx="301161" cy="339535"/>
            <a:chOff x="3299850" y="238575"/>
            <a:chExt cx="427725" cy="482225"/>
          </a:xfrm>
        </p:grpSpPr>
        <p:sp>
          <p:nvSpPr>
            <p:cNvPr id="11560" name="Google Shape;11560;p87"/>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1" name="Google Shape;11561;p87"/>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2" name="Google Shape;11562;p87"/>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3" name="Google Shape;11563;p87"/>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4" name="Google Shape;11564;p87"/>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65" name="Google Shape;11565;p87"/>
          <p:cNvGrpSpPr/>
          <p:nvPr/>
        </p:nvGrpSpPr>
        <p:grpSpPr>
          <a:xfrm>
            <a:off x="2914108" y="2287138"/>
            <a:ext cx="352455" cy="340168"/>
            <a:chOff x="3857225" y="238125"/>
            <a:chExt cx="500575" cy="483125"/>
          </a:xfrm>
        </p:grpSpPr>
        <p:sp>
          <p:nvSpPr>
            <p:cNvPr id="11566" name="Google Shape;11566;p87"/>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7" name="Google Shape;11567;p87"/>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8" name="Google Shape;11568;p87"/>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69" name="Google Shape;11569;p87"/>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0" name="Google Shape;11570;p87"/>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1" name="Google Shape;11571;p87"/>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2" name="Google Shape;11572;p87"/>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73" name="Google Shape;11573;p87"/>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574" name="Google Shape;11574;p87"/>
          <p:cNvGrpSpPr/>
          <p:nvPr/>
        </p:nvGrpSpPr>
        <p:grpSpPr>
          <a:xfrm>
            <a:off x="3760885" y="2287165"/>
            <a:ext cx="340186" cy="340116"/>
            <a:chOff x="5053900" y="238200"/>
            <a:chExt cx="483150" cy="483050"/>
          </a:xfrm>
        </p:grpSpPr>
        <p:sp>
          <p:nvSpPr>
            <p:cNvPr id="11575" name="Google Shape;11575;p87"/>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6" name="Google Shape;11576;p87"/>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7" name="Google Shape;11577;p87"/>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78" name="Google Shape;11578;p87"/>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79" name="Google Shape;11579;p87"/>
          <p:cNvGrpSpPr/>
          <p:nvPr/>
        </p:nvGrpSpPr>
        <p:grpSpPr>
          <a:xfrm>
            <a:off x="4174835" y="2287138"/>
            <a:ext cx="340168" cy="340168"/>
            <a:chOff x="5648375" y="238125"/>
            <a:chExt cx="483125" cy="483125"/>
          </a:xfrm>
        </p:grpSpPr>
        <p:sp>
          <p:nvSpPr>
            <p:cNvPr id="11580" name="Google Shape;11580;p87"/>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1" name="Google Shape;11581;p87"/>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2" name="Google Shape;11582;p87"/>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3" name="Google Shape;11583;p87"/>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4" name="Google Shape;11584;p87"/>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5" name="Google Shape;11585;p87"/>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6" name="Google Shape;11586;p87"/>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7" name="Google Shape;11587;p87"/>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8" name="Google Shape;11588;p87"/>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89" name="Google Shape;11589;p87"/>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90" name="Google Shape;11590;p87"/>
          <p:cNvGrpSpPr/>
          <p:nvPr/>
        </p:nvGrpSpPr>
        <p:grpSpPr>
          <a:xfrm>
            <a:off x="4591521" y="2287138"/>
            <a:ext cx="340168" cy="340168"/>
            <a:chOff x="6242825" y="238125"/>
            <a:chExt cx="483125" cy="483125"/>
          </a:xfrm>
        </p:grpSpPr>
        <p:sp>
          <p:nvSpPr>
            <p:cNvPr id="11591" name="Google Shape;11591;p87"/>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2" name="Google Shape;11592;p87"/>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3" name="Google Shape;11593;p87"/>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94" name="Google Shape;11594;p87"/>
          <p:cNvGrpSpPr/>
          <p:nvPr/>
        </p:nvGrpSpPr>
        <p:grpSpPr>
          <a:xfrm>
            <a:off x="828643" y="2727362"/>
            <a:ext cx="343566" cy="298943"/>
            <a:chOff x="889275" y="861850"/>
            <a:chExt cx="487950" cy="424575"/>
          </a:xfrm>
        </p:grpSpPr>
        <p:sp>
          <p:nvSpPr>
            <p:cNvPr id="11595" name="Google Shape;11595;p87"/>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6" name="Google Shape;11596;p87"/>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7" name="Google Shape;11597;p87"/>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598" name="Google Shape;11598;p87"/>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599" name="Google Shape;11599;p87"/>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0" name="Google Shape;11600;p87"/>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01" name="Google Shape;11601;p87"/>
          <p:cNvGrpSpPr/>
          <p:nvPr/>
        </p:nvGrpSpPr>
        <p:grpSpPr>
          <a:xfrm>
            <a:off x="2090460" y="2706749"/>
            <a:ext cx="340168" cy="340168"/>
            <a:chOff x="2676100" y="832575"/>
            <a:chExt cx="483125" cy="483125"/>
          </a:xfrm>
        </p:grpSpPr>
        <p:sp>
          <p:nvSpPr>
            <p:cNvPr id="11602" name="Google Shape;11602;p87"/>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3" name="Google Shape;11603;p87"/>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4" name="Google Shape;11604;p87"/>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05" name="Google Shape;11605;p87"/>
          <p:cNvGrpSpPr/>
          <p:nvPr/>
        </p:nvGrpSpPr>
        <p:grpSpPr>
          <a:xfrm>
            <a:off x="2501963" y="2706749"/>
            <a:ext cx="351610" cy="340168"/>
            <a:chOff x="3270550" y="832575"/>
            <a:chExt cx="499375" cy="483125"/>
          </a:xfrm>
        </p:grpSpPr>
        <p:sp>
          <p:nvSpPr>
            <p:cNvPr id="11606" name="Google Shape;11606;p87"/>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7" name="Google Shape;11607;p87"/>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08" name="Google Shape;11608;p87"/>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09" name="Google Shape;11609;p87"/>
          <p:cNvGrpSpPr/>
          <p:nvPr/>
        </p:nvGrpSpPr>
        <p:grpSpPr>
          <a:xfrm>
            <a:off x="2920243" y="2717381"/>
            <a:ext cx="340186" cy="318904"/>
            <a:chOff x="3865000" y="847675"/>
            <a:chExt cx="483150" cy="452925"/>
          </a:xfrm>
        </p:grpSpPr>
        <p:sp>
          <p:nvSpPr>
            <p:cNvPr id="11610" name="Google Shape;11610;p87"/>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1" name="Google Shape;11611;p87"/>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2" name="Google Shape;11612;p87"/>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3" name="Google Shape;11613;p87"/>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14" name="Google Shape;11614;p87"/>
          <p:cNvGrpSpPr/>
          <p:nvPr/>
        </p:nvGrpSpPr>
        <p:grpSpPr>
          <a:xfrm>
            <a:off x="3335925" y="2727300"/>
            <a:ext cx="344798" cy="299066"/>
            <a:chOff x="4452900" y="861750"/>
            <a:chExt cx="489700" cy="424750"/>
          </a:xfrm>
        </p:grpSpPr>
        <p:sp>
          <p:nvSpPr>
            <p:cNvPr id="11615" name="Google Shape;11615;p87"/>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6" name="Google Shape;11616;p87"/>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17" name="Google Shape;11617;p87"/>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18" name="Google Shape;11618;p87"/>
          <p:cNvGrpSpPr/>
          <p:nvPr/>
        </p:nvGrpSpPr>
        <p:grpSpPr>
          <a:xfrm>
            <a:off x="3753158" y="2706758"/>
            <a:ext cx="355641" cy="340151"/>
            <a:chOff x="5049750" y="832600"/>
            <a:chExt cx="505100" cy="483100"/>
          </a:xfrm>
        </p:grpSpPr>
        <p:sp>
          <p:nvSpPr>
            <p:cNvPr id="11619" name="Google Shape;11619;p87"/>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0" name="Google Shape;11620;p87"/>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21" name="Google Shape;11621;p87"/>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22" name="Google Shape;11622;p87"/>
          <p:cNvGrpSpPr/>
          <p:nvPr/>
        </p:nvGrpSpPr>
        <p:grpSpPr>
          <a:xfrm>
            <a:off x="4612107" y="2706749"/>
            <a:ext cx="298996" cy="340168"/>
            <a:chOff x="6272100" y="832575"/>
            <a:chExt cx="424650" cy="483125"/>
          </a:xfrm>
        </p:grpSpPr>
        <p:sp>
          <p:nvSpPr>
            <p:cNvPr id="11623" name="Google Shape;11623;p87"/>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4" name="Google Shape;11624;p87"/>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25" name="Google Shape;11625;p87"/>
          <p:cNvGrpSpPr/>
          <p:nvPr/>
        </p:nvGrpSpPr>
        <p:grpSpPr>
          <a:xfrm>
            <a:off x="830315" y="3125798"/>
            <a:ext cx="340221" cy="340186"/>
            <a:chOff x="893650" y="1428000"/>
            <a:chExt cx="483200" cy="483150"/>
          </a:xfrm>
        </p:grpSpPr>
        <p:sp>
          <p:nvSpPr>
            <p:cNvPr id="11626" name="Google Shape;11626;p87"/>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7" name="Google Shape;11627;p87"/>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8" name="Google Shape;11628;p87"/>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29" name="Google Shape;11629;p87"/>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30" name="Google Shape;11630;p87"/>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1" name="Google Shape;11631;p87"/>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32" name="Google Shape;11632;p87"/>
          <p:cNvGrpSpPr/>
          <p:nvPr/>
        </p:nvGrpSpPr>
        <p:grpSpPr>
          <a:xfrm>
            <a:off x="2084132" y="3146463"/>
            <a:ext cx="352825" cy="298855"/>
            <a:chOff x="2676100" y="1456375"/>
            <a:chExt cx="501100" cy="424450"/>
          </a:xfrm>
        </p:grpSpPr>
        <p:sp>
          <p:nvSpPr>
            <p:cNvPr id="11633" name="Google Shape;11633;p87"/>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4" name="Google Shape;11634;p87"/>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5" name="Google Shape;11635;p87"/>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36" name="Google Shape;11636;p87"/>
          <p:cNvGrpSpPr/>
          <p:nvPr/>
        </p:nvGrpSpPr>
        <p:grpSpPr>
          <a:xfrm>
            <a:off x="2507657" y="3125806"/>
            <a:ext cx="340221" cy="340168"/>
            <a:chOff x="3270475" y="1427025"/>
            <a:chExt cx="483200" cy="483125"/>
          </a:xfrm>
        </p:grpSpPr>
        <p:sp>
          <p:nvSpPr>
            <p:cNvPr id="11637" name="Google Shape;11637;p87"/>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8" name="Google Shape;11638;p87"/>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39" name="Google Shape;11639;p87"/>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40" name="Google Shape;11640;p87"/>
          <p:cNvGrpSpPr/>
          <p:nvPr/>
        </p:nvGrpSpPr>
        <p:grpSpPr>
          <a:xfrm>
            <a:off x="2918570" y="3125780"/>
            <a:ext cx="343530" cy="340221"/>
            <a:chOff x="3860250" y="1427025"/>
            <a:chExt cx="487900" cy="483200"/>
          </a:xfrm>
        </p:grpSpPr>
        <p:sp>
          <p:nvSpPr>
            <p:cNvPr id="11641" name="Google Shape;11641;p87"/>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2" name="Google Shape;11642;p87"/>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3" name="Google Shape;11643;p87"/>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44" name="Google Shape;11644;p87"/>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5" name="Google Shape;11645;p87"/>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46" name="Google Shape;11646;p87"/>
          <p:cNvGrpSpPr/>
          <p:nvPr/>
        </p:nvGrpSpPr>
        <p:grpSpPr>
          <a:xfrm>
            <a:off x="4174808" y="3125806"/>
            <a:ext cx="340221" cy="340168"/>
            <a:chOff x="5648375" y="1427025"/>
            <a:chExt cx="483200" cy="483125"/>
          </a:xfrm>
        </p:grpSpPr>
        <p:sp>
          <p:nvSpPr>
            <p:cNvPr id="11647" name="Google Shape;11647;p87"/>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48" name="Google Shape;11648;p87"/>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49" name="Google Shape;11649;p87"/>
          <p:cNvGrpSpPr/>
          <p:nvPr/>
        </p:nvGrpSpPr>
        <p:grpSpPr>
          <a:xfrm>
            <a:off x="4589294" y="3125789"/>
            <a:ext cx="344622" cy="340204"/>
            <a:chOff x="6238300" y="1426975"/>
            <a:chExt cx="489450" cy="483175"/>
          </a:xfrm>
        </p:grpSpPr>
        <p:sp>
          <p:nvSpPr>
            <p:cNvPr id="11650" name="Google Shape;11650;p87"/>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1" name="Google Shape;11651;p87"/>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2" name="Google Shape;11652;p87"/>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53" name="Google Shape;11653;p87"/>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54" name="Google Shape;11654;p87"/>
          <p:cNvGrpSpPr/>
          <p:nvPr/>
        </p:nvGrpSpPr>
        <p:grpSpPr>
          <a:xfrm>
            <a:off x="1248190" y="3544794"/>
            <a:ext cx="340168" cy="340186"/>
            <a:chOff x="1487200" y="2021475"/>
            <a:chExt cx="483125" cy="483150"/>
          </a:xfrm>
        </p:grpSpPr>
        <p:sp>
          <p:nvSpPr>
            <p:cNvPr id="11655" name="Google Shape;11655;p87"/>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6" name="Google Shape;11656;p87"/>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7" name="Google Shape;11657;p87"/>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58" name="Google Shape;11658;p87"/>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59" name="Google Shape;11659;p87"/>
          <p:cNvGrpSpPr/>
          <p:nvPr/>
        </p:nvGrpSpPr>
        <p:grpSpPr>
          <a:xfrm>
            <a:off x="1662527" y="3565398"/>
            <a:ext cx="340168" cy="298978"/>
            <a:chOff x="2081650" y="2050750"/>
            <a:chExt cx="483125" cy="424625"/>
          </a:xfrm>
        </p:grpSpPr>
        <p:sp>
          <p:nvSpPr>
            <p:cNvPr id="11660" name="Google Shape;11660;p87"/>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1" name="Google Shape;11661;p87"/>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2" name="Google Shape;11662;p87"/>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3" name="Google Shape;11663;p87"/>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4" name="Google Shape;11664;p87"/>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5" name="Google Shape;11665;p87"/>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66" name="Google Shape;11666;p87"/>
          <p:cNvGrpSpPr/>
          <p:nvPr/>
        </p:nvGrpSpPr>
        <p:grpSpPr>
          <a:xfrm>
            <a:off x="2090460" y="3588721"/>
            <a:ext cx="340168" cy="252332"/>
            <a:chOff x="2676100" y="2083800"/>
            <a:chExt cx="483125" cy="358375"/>
          </a:xfrm>
        </p:grpSpPr>
        <p:sp>
          <p:nvSpPr>
            <p:cNvPr id="11667" name="Google Shape;11667;p87"/>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68" name="Google Shape;11668;p87"/>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69" name="Google Shape;11669;p87"/>
          <p:cNvGrpSpPr/>
          <p:nvPr/>
        </p:nvGrpSpPr>
        <p:grpSpPr>
          <a:xfrm>
            <a:off x="2515974" y="3554766"/>
            <a:ext cx="323587" cy="320242"/>
            <a:chOff x="3282325" y="2035675"/>
            <a:chExt cx="459575" cy="454825"/>
          </a:xfrm>
        </p:grpSpPr>
        <p:sp>
          <p:nvSpPr>
            <p:cNvPr id="11670" name="Google Shape;11670;p87"/>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1" name="Google Shape;11671;p87"/>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2" name="Google Shape;11672;p87"/>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3" name="Google Shape;11673;p87"/>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74" name="Google Shape;11674;p87"/>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5" name="Google Shape;11675;p87"/>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76" name="Google Shape;11676;p87"/>
          <p:cNvGrpSpPr/>
          <p:nvPr/>
        </p:nvGrpSpPr>
        <p:grpSpPr>
          <a:xfrm>
            <a:off x="3760673" y="3544803"/>
            <a:ext cx="340608" cy="340168"/>
            <a:chOff x="5053900" y="2021500"/>
            <a:chExt cx="483750" cy="483125"/>
          </a:xfrm>
        </p:grpSpPr>
        <p:sp>
          <p:nvSpPr>
            <p:cNvPr id="11677" name="Google Shape;11677;p87"/>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8" name="Google Shape;11678;p87"/>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79" name="Google Shape;11679;p87"/>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0" name="Google Shape;11680;p87"/>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1" name="Google Shape;11681;p87"/>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2" name="Google Shape;11682;p87"/>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3" name="Google Shape;11683;p87"/>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4" name="Google Shape;11684;p87"/>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685" name="Google Shape;11685;p87"/>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686" name="Google Shape;11686;p87"/>
          <p:cNvGrpSpPr/>
          <p:nvPr/>
        </p:nvGrpSpPr>
        <p:grpSpPr>
          <a:xfrm>
            <a:off x="4585773" y="3547971"/>
            <a:ext cx="351663" cy="333831"/>
            <a:chOff x="6222125" y="2025975"/>
            <a:chExt cx="499450" cy="474125"/>
          </a:xfrm>
        </p:grpSpPr>
        <p:sp>
          <p:nvSpPr>
            <p:cNvPr id="11687" name="Google Shape;11687;p87"/>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8" name="Google Shape;11688;p87"/>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89" name="Google Shape;11689;p87"/>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90" name="Google Shape;11690;p87"/>
          <p:cNvGrpSpPr/>
          <p:nvPr/>
        </p:nvGrpSpPr>
        <p:grpSpPr>
          <a:xfrm>
            <a:off x="5043335" y="2364541"/>
            <a:ext cx="335504" cy="185953"/>
            <a:chOff x="896050" y="2725450"/>
            <a:chExt cx="476500" cy="264100"/>
          </a:xfrm>
        </p:grpSpPr>
        <p:sp>
          <p:nvSpPr>
            <p:cNvPr id="11691" name="Google Shape;11691;p87"/>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2" name="Google Shape;11692;p87"/>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3" name="Google Shape;11693;p87"/>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94" name="Google Shape;11694;p87"/>
          <p:cNvGrpSpPr/>
          <p:nvPr/>
        </p:nvGrpSpPr>
        <p:grpSpPr>
          <a:xfrm>
            <a:off x="5474075" y="2287425"/>
            <a:ext cx="340168" cy="340186"/>
            <a:chOff x="1487200" y="2615925"/>
            <a:chExt cx="483125" cy="483150"/>
          </a:xfrm>
        </p:grpSpPr>
        <p:sp>
          <p:nvSpPr>
            <p:cNvPr id="11695" name="Google Shape;11695;p87"/>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6" name="Google Shape;11696;p87"/>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697" name="Google Shape;11697;p87"/>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698" name="Google Shape;11698;p87"/>
          <p:cNvGrpSpPr/>
          <p:nvPr/>
        </p:nvGrpSpPr>
        <p:grpSpPr>
          <a:xfrm>
            <a:off x="5874024" y="2287425"/>
            <a:ext cx="353564" cy="340186"/>
            <a:chOff x="2077575" y="2615925"/>
            <a:chExt cx="502150" cy="483150"/>
          </a:xfrm>
        </p:grpSpPr>
        <p:sp>
          <p:nvSpPr>
            <p:cNvPr id="11699" name="Google Shape;11699;p87"/>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0" name="Google Shape;11700;p87"/>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1" name="Google Shape;11701;p87"/>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2" name="Google Shape;11702;p87"/>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03" name="Google Shape;11703;p87"/>
          <p:cNvGrpSpPr/>
          <p:nvPr/>
        </p:nvGrpSpPr>
        <p:grpSpPr>
          <a:xfrm>
            <a:off x="6297813" y="2303452"/>
            <a:ext cx="334536" cy="308132"/>
            <a:chOff x="2680100" y="2638725"/>
            <a:chExt cx="475125" cy="437625"/>
          </a:xfrm>
        </p:grpSpPr>
        <p:sp>
          <p:nvSpPr>
            <p:cNvPr id="11704" name="Google Shape;11704;p87"/>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5" name="Google Shape;11705;p87"/>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6" name="Google Shape;11706;p87"/>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07" name="Google Shape;11707;p87"/>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08" name="Google Shape;11708;p87"/>
          <p:cNvGrpSpPr/>
          <p:nvPr/>
        </p:nvGrpSpPr>
        <p:grpSpPr>
          <a:xfrm>
            <a:off x="6763452" y="2287425"/>
            <a:ext cx="239183" cy="340186"/>
            <a:chOff x="3342275" y="2615925"/>
            <a:chExt cx="339700" cy="483150"/>
          </a:xfrm>
        </p:grpSpPr>
        <p:sp>
          <p:nvSpPr>
            <p:cNvPr id="11709" name="Google Shape;11709;p87"/>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0" name="Google Shape;11710;p87"/>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11" name="Google Shape;11711;p87"/>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2" name="Google Shape;11712;p87"/>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3" name="Google Shape;11713;p87"/>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14" name="Google Shape;11714;p87"/>
          <p:cNvGrpSpPr/>
          <p:nvPr/>
        </p:nvGrpSpPr>
        <p:grpSpPr>
          <a:xfrm>
            <a:off x="5380655" y="3961361"/>
            <a:ext cx="339482" cy="339271"/>
            <a:chOff x="5648900" y="2616600"/>
            <a:chExt cx="482150" cy="481850"/>
          </a:xfrm>
        </p:grpSpPr>
        <p:sp>
          <p:nvSpPr>
            <p:cNvPr id="11715" name="Google Shape;11715;p87"/>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6" name="Google Shape;11716;p87"/>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17" name="Google Shape;11717;p87"/>
          <p:cNvGrpSpPr/>
          <p:nvPr/>
        </p:nvGrpSpPr>
        <p:grpSpPr>
          <a:xfrm>
            <a:off x="3699939" y="3968149"/>
            <a:ext cx="325626" cy="325694"/>
            <a:chOff x="6242825" y="2615925"/>
            <a:chExt cx="483125" cy="483225"/>
          </a:xfrm>
        </p:grpSpPr>
        <p:sp>
          <p:nvSpPr>
            <p:cNvPr id="11718" name="Google Shape;11718;p87"/>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19" name="Google Shape;11719;p87"/>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0" name="Google Shape;11720;p87"/>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1" name="Google Shape;11721;p87"/>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2" name="Google Shape;11722;p87"/>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23" name="Google Shape;11723;p87"/>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24" name="Google Shape;11724;p87"/>
          <p:cNvGrpSpPr/>
          <p:nvPr/>
        </p:nvGrpSpPr>
        <p:grpSpPr>
          <a:xfrm>
            <a:off x="5473116" y="2707036"/>
            <a:ext cx="342087" cy="340186"/>
            <a:chOff x="1487200" y="3210375"/>
            <a:chExt cx="485850" cy="483150"/>
          </a:xfrm>
        </p:grpSpPr>
        <p:sp>
          <p:nvSpPr>
            <p:cNvPr id="11725" name="Google Shape;11725;p87"/>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6" name="Google Shape;11726;p87"/>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7" name="Google Shape;11727;p87"/>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28" name="Google Shape;11728;p87"/>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29" name="Google Shape;11729;p87"/>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30" name="Google Shape;11730;p87"/>
          <p:cNvGrpSpPr/>
          <p:nvPr/>
        </p:nvGrpSpPr>
        <p:grpSpPr>
          <a:xfrm>
            <a:off x="6712475" y="2707027"/>
            <a:ext cx="341136" cy="340204"/>
            <a:chOff x="3269875" y="3210400"/>
            <a:chExt cx="484500" cy="483175"/>
          </a:xfrm>
        </p:grpSpPr>
        <p:sp>
          <p:nvSpPr>
            <p:cNvPr id="11731" name="Google Shape;11731;p87"/>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32" name="Google Shape;11732;p87"/>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33" name="Google Shape;11733;p87"/>
          <p:cNvGrpSpPr/>
          <p:nvPr/>
        </p:nvGrpSpPr>
        <p:grpSpPr>
          <a:xfrm>
            <a:off x="7211568" y="2706666"/>
            <a:ext cx="170216" cy="340925"/>
            <a:chOff x="3985700" y="3210375"/>
            <a:chExt cx="241750" cy="484200"/>
          </a:xfrm>
        </p:grpSpPr>
        <p:sp>
          <p:nvSpPr>
            <p:cNvPr id="11734" name="Google Shape;11734;p87"/>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35" name="Google Shape;11735;p87"/>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36" name="Google Shape;11736;p87"/>
          <p:cNvGrpSpPr/>
          <p:nvPr/>
        </p:nvGrpSpPr>
        <p:grpSpPr>
          <a:xfrm>
            <a:off x="7550838" y="2707678"/>
            <a:ext cx="339007" cy="338901"/>
            <a:chOff x="4460225" y="3211300"/>
            <a:chExt cx="481475" cy="481325"/>
          </a:xfrm>
        </p:grpSpPr>
        <p:sp>
          <p:nvSpPr>
            <p:cNvPr id="11737" name="Google Shape;11737;p87"/>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38" name="Google Shape;11738;p87"/>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39" name="Google Shape;11739;p87"/>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40" name="Google Shape;11740;p87"/>
          <p:cNvGrpSpPr/>
          <p:nvPr/>
        </p:nvGrpSpPr>
        <p:grpSpPr>
          <a:xfrm>
            <a:off x="5824496" y="3990669"/>
            <a:ext cx="342034" cy="280654"/>
            <a:chOff x="5647000" y="3252650"/>
            <a:chExt cx="485775" cy="398600"/>
          </a:xfrm>
        </p:grpSpPr>
        <p:sp>
          <p:nvSpPr>
            <p:cNvPr id="11741" name="Google Shape;11741;p87"/>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2" name="Google Shape;11742;p87"/>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3" name="Google Shape;11743;p87"/>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4" name="Google Shape;11744;p87"/>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5" name="Google Shape;11745;p87"/>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46" name="Google Shape;11746;p87"/>
          <p:cNvGrpSpPr/>
          <p:nvPr/>
        </p:nvGrpSpPr>
        <p:grpSpPr>
          <a:xfrm>
            <a:off x="4129937" y="3996769"/>
            <a:ext cx="326536" cy="268454"/>
            <a:chOff x="6242450" y="3252800"/>
            <a:chExt cx="484475" cy="398300"/>
          </a:xfrm>
        </p:grpSpPr>
        <p:sp>
          <p:nvSpPr>
            <p:cNvPr id="11747" name="Google Shape;11747;p87"/>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8" name="Google Shape;11748;p87"/>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49" name="Google Shape;11749;p87"/>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50" name="Google Shape;11750;p87"/>
          <p:cNvGrpSpPr/>
          <p:nvPr/>
        </p:nvGrpSpPr>
        <p:grpSpPr>
          <a:xfrm>
            <a:off x="5061598" y="3126102"/>
            <a:ext cx="298978" cy="340168"/>
            <a:chOff x="922025" y="3804850"/>
            <a:chExt cx="424625" cy="483125"/>
          </a:xfrm>
        </p:grpSpPr>
        <p:sp>
          <p:nvSpPr>
            <p:cNvPr id="11751" name="Google Shape;11751;p87"/>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52" name="Google Shape;11752;p87"/>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53" name="Google Shape;11753;p87"/>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54" name="Google Shape;11754;p87"/>
          <p:cNvGrpSpPr/>
          <p:nvPr/>
        </p:nvGrpSpPr>
        <p:grpSpPr>
          <a:xfrm>
            <a:off x="5894327" y="3126102"/>
            <a:ext cx="312955" cy="340168"/>
            <a:chOff x="2100300" y="3804850"/>
            <a:chExt cx="444475" cy="483125"/>
          </a:xfrm>
        </p:grpSpPr>
        <p:sp>
          <p:nvSpPr>
            <p:cNvPr id="11755" name="Google Shape;11755;p87"/>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56" name="Google Shape;11756;p87"/>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57" name="Google Shape;11757;p87"/>
          <p:cNvGrpSpPr/>
          <p:nvPr/>
        </p:nvGrpSpPr>
        <p:grpSpPr>
          <a:xfrm>
            <a:off x="6317950" y="3126102"/>
            <a:ext cx="294261" cy="340168"/>
            <a:chOff x="2708700" y="3804850"/>
            <a:chExt cx="417925" cy="483125"/>
          </a:xfrm>
        </p:grpSpPr>
        <p:sp>
          <p:nvSpPr>
            <p:cNvPr id="11758" name="Google Shape;11758;p87"/>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59" name="Google Shape;11759;p87"/>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0" name="Google Shape;11760;p87"/>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1" name="Google Shape;11761;p87"/>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62" name="Google Shape;11762;p87"/>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3" name="Google Shape;11763;p87"/>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64" name="Google Shape;11764;p87"/>
          <p:cNvGrpSpPr/>
          <p:nvPr/>
        </p:nvGrpSpPr>
        <p:grpSpPr>
          <a:xfrm>
            <a:off x="7554825" y="3127378"/>
            <a:ext cx="331033" cy="337616"/>
            <a:chOff x="4467450" y="3808475"/>
            <a:chExt cx="470150" cy="479500"/>
          </a:xfrm>
        </p:grpSpPr>
        <p:sp>
          <p:nvSpPr>
            <p:cNvPr id="11765" name="Google Shape;11765;p87"/>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6" name="Google Shape;11766;p87"/>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7" name="Google Shape;11767;p87"/>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68" name="Google Shape;11768;p87"/>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69" name="Google Shape;11769;p87"/>
          <p:cNvGrpSpPr/>
          <p:nvPr/>
        </p:nvGrpSpPr>
        <p:grpSpPr>
          <a:xfrm>
            <a:off x="7975172" y="3126102"/>
            <a:ext cx="340186" cy="340168"/>
            <a:chOff x="5053900" y="3804850"/>
            <a:chExt cx="483150" cy="483125"/>
          </a:xfrm>
        </p:grpSpPr>
        <p:sp>
          <p:nvSpPr>
            <p:cNvPr id="11770" name="Google Shape;11770;p87"/>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1" name="Google Shape;11771;p87"/>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2" name="Google Shape;11772;p87"/>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3" name="Google Shape;11773;p87"/>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74" name="Google Shape;11774;p87"/>
          <p:cNvGrpSpPr/>
          <p:nvPr/>
        </p:nvGrpSpPr>
        <p:grpSpPr>
          <a:xfrm>
            <a:off x="6270890" y="3960912"/>
            <a:ext cx="340168" cy="340168"/>
            <a:chOff x="5648375" y="3804850"/>
            <a:chExt cx="483125" cy="483125"/>
          </a:xfrm>
        </p:grpSpPr>
        <p:sp>
          <p:nvSpPr>
            <p:cNvPr id="11775" name="Google Shape;11775;p87"/>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6" name="Google Shape;11776;p87"/>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7" name="Google Shape;11777;p87"/>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78" name="Google Shape;11778;p87"/>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79" name="Google Shape;11779;p87"/>
          <p:cNvGrpSpPr/>
          <p:nvPr/>
        </p:nvGrpSpPr>
        <p:grpSpPr>
          <a:xfrm>
            <a:off x="4560845" y="3973272"/>
            <a:ext cx="280923" cy="315449"/>
            <a:chOff x="6276025" y="3812400"/>
            <a:chExt cx="416800" cy="468025"/>
          </a:xfrm>
        </p:grpSpPr>
        <p:sp>
          <p:nvSpPr>
            <p:cNvPr id="11780" name="Google Shape;11780;p87"/>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81" name="Google Shape;11781;p87"/>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82" name="Google Shape;11782;p87"/>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83" name="Google Shape;11783;p87"/>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84" name="Google Shape;11784;p87"/>
          <p:cNvGrpSpPr/>
          <p:nvPr/>
        </p:nvGrpSpPr>
        <p:grpSpPr>
          <a:xfrm>
            <a:off x="5039779" y="3545089"/>
            <a:ext cx="342615" cy="340186"/>
            <a:chOff x="890400" y="4399350"/>
            <a:chExt cx="486600" cy="483150"/>
          </a:xfrm>
        </p:grpSpPr>
        <p:sp>
          <p:nvSpPr>
            <p:cNvPr id="11785" name="Google Shape;11785;p87"/>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86" name="Google Shape;11786;p87"/>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87" name="Google Shape;11787;p87"/>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88" name="Google Shape;11788;p87"/>
          <p:cNvGrpSpPr/>
          <p:nvPr/>
        </p:nvGrpSpPr>
        <p:grpSpPr>
          <a:xfrm>
            <a:off x="5474075" y="3560368"/>
            <a:ext cx="340168" cy="309628"/>
            <a:chOff x="1487200" y="4421025"/>
            <a:chExt cx="483125" cy="439750"/>
          </a:xfrm>
        </p:grpSpPr>
        <p:sp>
          <p:nvSpPr>
            <p:cNvPr id="11789" name="Google Shape;11789;p87"/>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90" name="Google Shape;11790;p87"/>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91" name="Google Shape;11791;p87"/>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92" name="Google Shape;11792;p87"/>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793" name="Google Shape;11793;p87"/>
          <p:cNvGrpSpPr/>
          <p:nvPr/>
        </p:nvGrpSpPr>
        <p:grpSpPr>
          <a:xfrm>
            <a:off x="5878353" y="3545107"/>
            <a:ext cx="344903" cy="340151"/>
            <a:chOff x="2079300" y="4399325"/>
            <a:chExt cx="489850" cy="483100"/>
          </a:xfrm>
        </p:grpSpPr>
        <p:sp>
          <p:nvSpPr>
            <p:cNvPr id="11794" name="Google Shape;11794;p87"/>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95" name="Google Shape;11795;p87"/>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796" name="Google Shape;11796;p87"/>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797" name="Google Shape;11797;p87"/>
          <p:cNvGrpSpPr/>
          <p:nvPr/>
        </p:nvGrpSpPr>
        <p:grpSpPr>
          <a:xfrm>
            <a:off x="6744925" y="3545107"/>
            <a:ext cx="276236" cy="340151"/>
            <a:chOff x="3316000" y="4399325"/>
            <a:chExt cx="392325" cy="483100"/>
          </a:xfrm>
        </p:grpSpPr>
        <p:sp>
          <p:nvSpPr>
            <p:cNvPr id="11798" name="Google Shape;11798;p87"/>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799" name="Google Shape;11799;p87"/>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00" name="Google Shape;11800;p87"/>
          <p:cNvGrpSpPr/>
          <p:nvPr/>
        </p:nvGrpSpPr>
        <p:grpSpPr>
          <a:xfrm>
            <a:off x="7169665" y="3545089"/>
            <a:ext cx="254022" cy="340186"/>
            <a:chOff x="3926225" y="4399275"/>
            <a:chExt cx="360775" cy="483150"/>
          </a:xfrm>
        </p:grpSpPr>
        <p:sp>
          <p:nvSpPr>
            <p:cNvPr id="11801" name="Google Shape;11801;p87"/>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02" name="Google Shape;11802;p87"/>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803" name="Google Shape;11803;p87"/>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1804" name="Google Shape;11804;p87"/>
          <p:cNvGrpSpPr/>
          <p:nvPr/>
        </p:nvGrpSpPr>
        <p:grpSpPr>
          <a:xfrm>
            <a:off x="7975224" y="3545151"/>
            <a:ext cx="340080" cy="340063"/>
            <a:chOff x="5053975" y="4399375"/>
            <a:chExt cx="483000" cy="482975"/>
          </a:xfrm>
        </p:grpSpPr>
        <p:sp>
          <p:nvSpPr>
            <p:cNvPr id="11805" name="Google Shape;11805;p87"/>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06" name="Google Shape;11806;p87"/>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07" name="Google Shape;11807;p87"/>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08" name="Google Shape;11808;p87"/>
          <p:cNvGrpSpPr/>
          <p:nvPr/>
        </p:nvGrpSpPr>
        <p:grpSpPr>
          <a:xfrm>
            <a:off x="6715417" y="3960912"/>
            <a:ext cx="340168" cy="340168"/>
            <a:chOff x="5648375" y="4399300"/>
            <a:chExt cx="483125" cy="483125"/>
          </a:xfrm>
        </p:grpSpPr>
        <p:sp>
          <p:nvSpPr>
            <p:cNvPr id="11809" name="Google Shape;11809;p87"/>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0" name="Google Shape;11810;p87"/>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11" name="Google Shape;11811;p87"/>
          <p:cNvGrpSpPr/>
          <p:nvPr/>
        </p:nvGrpSpPr>
        <p:grpSpPr>
          <a:xfrm>
            <a:off x="4946140" y="3979624"/>
            <a:ext cx="330007" cy="302744"/>
            <a:chOff x="6239575" y="4416275"/>
            <a:chExt cx="489625" cy="449175"/>
          </a:xfrm>
        </p:grpSpPr>
        <p:sp>
          <p:nvSpPr>
            <p:cNvPr id="11812" name="Google Shape;11812;p87"/>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3" name="Google Shape;11813;p87"/>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4" name="Google Shape;11814;p87"/>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15" name="Google Shape;11815;p87"/>
          <p:cNvGrpSpPr/>
          <p:nvPr/>
        </p:nvGrpSpPr>
        <p:grpSpPr>
          <a:xfrm>
            <a:off x="2049419" y="3976879"/>
            <a:ext cx="308234" cy="308234"/>
            <a:chOff x="892750" y="4993750"/>
            <a:chExt cx="483125" cy="483125"/>
          </a:xfrm>
        </p:grpSpPr>
        <p:sp>
          <p:nvSpPr>
            <p:cNvPr id="11816" name="Google Shape;11816;p87"/>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7" name="Google Shape;11817;p87"/>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18" name="Google Shape;11818;p87"/>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19" name="Google Shape;11819;p87"/>
          <p:cNvGrpSpPr/>
          <p:nvPr/>
        </p:nvGrpSpPr>
        <p:grpSpPr>
          <a:xfrm>
            <a:off x="853427" y="3984006"/>
            <a:ext cx="293982" cy="293982"/>
            <a:chOff x="2676100" y="4993750"/>
            <a:chExt cx="483125" cy="483125"/>
          </a:xfrm>
        </p:grpSpPr>
        <p:sp>
          <p:nvSpPr>
            <p:cNvPr id="11820" name="Google Shape;11820;p87"/>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21" name="Google Shape;11821;p87"/>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22" name="Google Shape;11822;p87"/>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23" name="Google Shape;11823;p87"/>
          <p:cNvGrpSpPr/>
          <p:nvPr/>
        </p:nvGrpSpPr>
        <p:grpSpPr>
          <a:xfrm>
            <a:off x="3287244" y="3976879"/>
            <a:ext cx="308234" cy="308234"/>
            <a:chOff x="3270550" y="4993750"/>
            <a:chExt cx="483125" cy="483125"/>
          </a:xfrm>
        </p:grpSpPr>
        <p:sp>
          <p:nvSpPr>
            <p:cNvPr id="11824" name="Google Shape;11824;p87"/>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25" name="Google Shape;11825;p87"/>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26" name="Google Shape;11826;p87"/>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27" name="Google Shape;11827;p87"/>
          <p:cNvGrpSpPr/>
          <p:nvPr/>
        </p:nvGrpSpPr>
        <p:grpSpPr>
          <a:xfrm>
            <a:off x="1271279" y="3983960"/>
            <a:ext cx="293997" cy="294073"/>
            <a:chOff x="4459450" y="4993700"/>
            <a:chExt cx="483150" cy="483275"/>
          </a:xfrm>
        </p:grpSpPr>
        <p:sp>
          <p:nvSpPr>
            <p:cNvPr id="11828" name="Google Shape;11828;p87"/>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29" name="Google Shape;11829;p87"/>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30" name="Google Shape;11830;p87"/>
          <p:cNvGrpSpPr/>
          <p:nvPr/>
        </p:nvGrpSpPr>
        <p:grpSpPr>
          <a:xfrm>
            <a:off x="2462028" y="3976879"/>
            <a:ext cx="308234" cy="308234"/>
            <a:chOff x="1487200" y="4993750"/>
            <a:chExt cx="483125" cy="483125"/>
          </a:xfrm>
        </p:grpSpPr>
        <p:sp>
          <p:nvSpPr>
            <p:cNvPr id="11831" name="Google Shape;11831;p87"/>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32" name="Google Shape;11832;p87"/>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33" name="Google Shape;11833;p87"/>
          <p:cNvGrpSpPr/>
          <p:nvPr/>
        </p:nvGrpSpPr>
        <p:grpSpPr>
          <a:xfrm>
            <a:off x="2874638" y="3976879"/>
            <a:ext cx="308234" cy="308234"/>
            <a:chOff x="2081650" y="4993750"/>
            <a:chExt cx="483125" cy="483125"/>
          </a:xfrm>
        </p:grpSpPr>
        <p:sp>
          <p:nvSpPr>
            <p:cNvPr id="11834" name="Google Shape;11834;p87"/>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35" name="Google Shape;11835;p87"/>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836" name="Google Shape;11836;p87"/>
          <p:cNvGrpSpPr/>
          <p:nvPr/>
        </p:nvGrpSpPr>
        <p:grpSpPr>
          <a:xfrm>
            <a:off x="1651280" y="3983960"/>
            <a:ext cx="293997" cy="294073"/>
            <a:chOff x="5053900" y="4993700"/>
            <a:chExt cx="483150" cy="483275"/>
          </a:xfrm>
        </p:grpSpPr>
        <p:sp>
          <p:nvSpPr>
            <p:cNvPr id="11837" name="Google Shape;11837;p87"/>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838" name="Google Shape;11838;p87"/>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839" name="Google Shape;11839;p8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11840" name="Google Shape;11840;p87"/>
          <p:cNvGrpSpPr/>
          <p:nvPr/>
        </p:nvGrpSpPr>
        <p:grpSpPr>
          <a:xfrm>
            <a:off x="7159962" y="3960299"/>
            <a:ext cx="195401" cy="341395"/>
            <a:chOff x="1426400" y="1814750"/>
            <a:chExt cx="407850" cy="712575"/>
          </a:xfrm>
        </p:grpSpPr>
        <p:sp>
          <p:nvSpPr>
            <p:cNvPr id="11841" name="Google Shape;11841;p8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7"/>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7"/>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4" name="Google Shape;11844;p87"/>
          <p:cNvGrpSpPr/>
          <p:nvPr/>
        </p:nvGrpSpPr>
        <p:grpSpPr>
          <a:xfrm>
            <a:off x="7494377" y="3991261"/>
            <a:ext cx="279423" cy="279471"/>
            <a:chOff x="1910075" y="2021700"/>
            <a:chExt cx="583225" cy="583325"/>
          </a:xfrm>
        </p:grpSpPr>
        <p:sp>
          <p:nvSpPr>
            <p:cNvPr id="11845" name="Google Shape;11845;p8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8" name="Google Shape;11848;p87"/>
          <p:cNvGrpSpPr/>
          <p:nvPr/>
        </p:nvGrpSpPr>
        <p:grpSpPr>
          <a:xfrm>
            <a:off x="7912814" y="4026678"/>
            <a:ext cx="392874" cy="208636"/>
            <a:chOff x="2749275" y="2099575"/>
            <a:chExt cx="820025" cy="435475"/>
          </a:xfrm>
        </p:grpSpPr>
        <p:sp>
          <p:nvSpPr>
            <p:cNvPr id="11849" name="Google Shape;11849;p87"/>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7"/>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56"/>
        <p:cNvGrpSpPr/>
        <p:nvPr/>
      </p:nvGrpSpPr>
      <p:grpSpPr>
        <a:xfrm>
          <a:off x="0" y="0"/>
          <a:ext cx="0" cy="0"/>
          <a:chOff x="0" y="0"/>
          <a:chExt cx="0" cy="0"/>
        </a:xfrm>
      </p:grpSpPr>
      <p:sp>
        <p:nvSpPr>
          <p:cNvPr id="11857" name="Google Shape;11857;p88"/>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8"/>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8"/>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0" name="Google Shape;11860;p88"/>
          <p:cNvGrpSpPr/>
          <p:nvPr/>
        </p:nvGrpSpPr>
        <p:grpSpPr>
          <a:xfrm>
            <a:off x="2987728" y="1340982"/>
            <a:ext cx="371882" cy="373766"/>
            <a:chOff x="-41270450" y="1973375"/>
            <a:chExt cx="315850" cy="317450"/>
          </a:xfrm>
        </p:grpSpPr>
        <p:sp>
          <p:nvSpPr>
            <p:cNvPr id="11861" name="Google Shape;11861;p88"/>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8"/>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8"/>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8"/>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5" name="Google Shape;11865;p88"/>
          <p:cNvGrpSpPr/>
          <p:nvPr/>
        </p:nvGrpSpPr>
        <p:grpSpPr>
          <a:xfrm>
            <a:off x="3005407" y="1787939"/>
            <a:ext cx="395871" cy="372088"/>
            <a:chOff x="-41291625" y="2339025"/>
            <a:chExt cx="336225" cy="316025"/>
          </a:xfrm>
        </p:grpSpPr>
        <p:sp>
          <p:nvSpPr>
            <p:cNvPr id="11866" name="Google Shape;11866;p88"/>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8"/>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8" name="Google Shape;11868;p88"/>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8"/>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8"/>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8"/>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8"/>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8"/>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4" name="Google Shape;11874;p88"/>
          <p:cNvGrpSpPr/>
          <p:nvPr/>
        </p:nvGrpSpPr>
        <p:grpSpPr>
          <a:xfrm>
            <a:off x="1229534" y="1312990"/>
            <a:ext cx="396931" cy="373147"/>
            <a:chOff x="-42804750" y="1949600"/>
            <a:chExt cx="337125" cy="316925"/>
          </a:xfrm>
        </p:grpSpPr>
        <p:sp>
          <p:nvSpPr>
            <p:cNvPr id="11875" name="Google Shape;11875;p88"/>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8"/>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8"/>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88"/>
          <p:cNvGrpSpPr/>
          <p:nvPr/>
        </p:nvGrpSpPr>
        <p:grpSpPr>
          <a:xfrm>
            <a:off x="1292211" y="1765686"/>
            <a:ext cx="335706" cy="364258"/>
            <a:chOff x="-42778750" y="2320125"/>
            <a:chExt cx="285125" cy="309375"/>
          </a:xfrm>
        </p:grpSpPr>
        <p:sp>
          <p:nvSpPr>
            <p:cNvPr id="11879" name="Google Shape;11879;p88"/>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8"/>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88"/>
          <p:cNvGrpSpPr/>
          <p:nvPr/>
        </p:nvGrpSpPr>
        <p:grpSpPr>
          <a:xfrm>
            <a:off x="1269879" y="2212691"/>
            <a:ext cx="375591" cy="374678"/>
            <a:chOff x="-42796875" y="2680675"/>
            <a:chExt cx="319000" cy="318225"/>
          </a:xfrm>
        </p:grpSpPr>
        <p:sp>
          <p:nvSpPr>
            <p:cNvPr id="11882" name="Google Shape;11882;p88"/>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8"/>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8"/>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8"/>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8"/>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7" name="Google Shape;11887;p88"/>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8"/>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8"/>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8"/>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88"/>
          <p:cNvGrpSpPr/>
          <p:nvPr/>
        </p:nvGrpSpPr>
        <p:grpSpPr>
          <a:xfrm>
            <a:off x="2168150" y="3090966"/>
            <a:ext cx="390426" cy="369586"/>
            <a:chOff x="-39055650" y="2315975"/>
            <a:chExt cx="331600" cy="313900"/>
          </a:xfrm>
        </p:grpSpPr>
        <p:sp>
          <p:nvSpPr>
            <p:cNvPr id="11892" name="Google Shape;11892;p88"/>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8"/>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4" name="Google Shape;11894;p88"/>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8"/>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6" name="Google Shape;11896;p88"/>
          <p:cNvGrpSpPr/>
          <p:nvPr/>
        </p:nvGrpSpPr>
        <p:grpSpPr>
          <a:xfrm>
            <a:off x="1659816" y="1313166"/>
            <a:ext cx="380241" cy="371793"/>
            <a:chOff x="-42430625" y="1949750"/>
            <a:chExt cx="322950" cy="315775"/>
          </a:xfrm>
        </p:grpSpPr>
        <p:sp>
          <p:nvSpPr>
            <p:cNvPr id="11897" name="Google Shape;11897;p88"/>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8"/>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8"/>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8"/>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1" name="Google Shape;11901;p88"/>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8"/>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8"/>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8"/>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8"/>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8"/>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88"/>
          <p:cNvGrpSpPr/>
          <p:nvPr/>
        </p:nvGrpSpPr>
        <p:grpSpPr>
          <a:xfrm>
            <a:off x="2623344" y="3089112"/>
            <a:ext cx="372824" cy="372058"/>
            <a:chOff x="-38686275" y="2314400"/>
            <a:chExt cx="316650" cy="316000"/>
          </a:xfrm>
        </p:grpSpPr>
        <p:sp>
          <p:nvSpPr>
            <p:cNvPr id="11908" name="Google Shape;11908;p88"/>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8"/>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0" name="Google Shape;11910;p88"/>
          <p:cNvGrpSpPr/>
          <p:nvPr/>
        </p:nvGrpSpPr>
        <p:grpSpPr>
          <a:xfrm>
            <a:off x="2621946" y="3581152"/>
            <a:ext cx="375620" cy="373736"/>
            <a:chOff x="-38686275" y="2682250"/>
            <a:chExt cx="319025" cy="317425"/>
          </a:xfrm>
        </p:grpSpPr>
        <p:sp>
          <p:nvSpPr>
            <p:cNvPr id="11911" name="Google Shape;11911;p88"/>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8"/>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88"/>
          <p:cNvGrpSpPr/>
          <p:nvPr/>
        </p:nvGrpSpPr>
        <p:grpSpPr>
          <a:xfrm>
            <a:off x="3940328" y="3579695"/>
            <a:ext cx="391368" cy="376650"/>
            <a:chOff x="-37534750" y="2668075"/>
            <a:chExt cx="332400" cy="319900"/>
          </a:xfrm>
        </p:grpSpPr>
        <p:sp>
          <p:nvSpPr>
            <p:cNvPr id="11914" name="Google Shape;11914;p88"/>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8"/>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6" name="Google Shape;11916;p88"/>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7" name="Google Shape;11917;p88"/>
          <p:cNvGrpSpPr/>
          <p:nvPr/>
        </p:nvGrpSpPr>
        <p:grpSpPr>
          <a:xfrm>
            <a:off x="2131694" y="1760829"/>
            <a:ext cx="375591" cy="374060"/>
            <a:chOff x="-42062025" y="2316000"/>
            <a:chExt cx="319000" cy="317700"/>
          </a:xfrm>
        </p:grpSpPr>
        <p:sp>
          <p:nvSpPr>
            <p:cNvPr id="11918" name="Google Shape;11918;p88"/>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8"/>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0" name="Google Shape;11920;p88"/>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1" name="Google Shape;11921;p88"/>
          <p:cNvGrpSpPr/>
          <p:nvPr/>
        </p:nvGrpSpPr>
        <p:grpSpPr>
          <a:xfrm>
            <a:off x="876569" y="2671933"/>
            <a:ext cx="330143" cy="368173"/>
            <a:chOff x="-40150450" y="1977325"/>
            <a:chExt cx="280400" cy="312700"/>
          </a:xfrm>
        </p:grpSpPr>
        <p:sp>
          <p:nvSpPr>
            <p:cNvPr id="11922" name="Google Shape;11922;p88"/>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8"/>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8"/>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8"/>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88"/>
          <p:cNvGrpSpPr/>
          <p:nvPr/>
        </p:nvGrpSpPr>
        <p:grpSpPr>
          <a:xfrm>
            <a:off x="870534" y="3131151"/>
            <a:ext cx="342211" cy="372824"/>
            <a:chOff x="-40160700" y="2339625"/>
            <a:chExt cx="290650" cy="316650"/>
          </a:xfrm>
        </p:grpSpPr>
        <p:sp>
          <p:nvSpPr>
            <p:cNvPr id="11927" name="Google Shape;11927;p88"/>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8"/>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8"/>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8"/>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1" name="Google Shape;11931;p88"/>
          <p:cNvGrpSpPr/>
          <p:nvPr/>
        </p:nvGrpSpPr>
        <p:grpSpPr>
          <a:xfrm>
            <a:off x="852359" y="3581608"/>
            <a:ext cx="375591" cy="372824"/>
            <a:chOff x="-40171725" y="2705875"/>
            <a:chExt cx="319000" cy="316650"/>
          </a:xfrm>
        </p:grpSpPr>
        <p:sp>
          <p:nvSpPr>
            <p:cNvPr id="11932" name="Google Shape;11932;p88"/>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8"/>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88"/>
          <p:cNvGrpSpPr/>
          <p:nvPr/>
        </p:nvGrpSpPr>
        <p:grpSpPr>
          <a:xfrm>
            <a:off x="3109957" y="2656064"/>
            <a:ext cx="272686" cy="373766"/>
            <a:chOff x="-38275925" y="1946600"/>
            <a:chExt cx="231600" cy="317450"/>
          </a:xfrm>
        </p:grpSpPr>
        <p:sp>
          <p:nvSpPr>
            <p:cNvPr id="11935" name="Google Shape;11935;p88"/>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8"/>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7" name="Google Shape;11937;p88"/>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8"/>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9" name="Google Shape;11939;p88"/>
          <p:cNvGrpSpPr/>
          <p:nvPr/>
        </p:nvGrpSpPr>
        <p:grpSpPr>
          <a:xfrm>
            <a:off x="2173841" y="4053505"/>
            <a:ext cx="382096" cy="371911"/>
            <a:chOff x="-37190575" y="1951325"/>
            <a:chExt cx="324525" cy="315875"/>
          </a:xfrm>
        </p:grpSpPr>
        <p:sp>
          <p:nvSpPr>
            <p:cNvPr id="11940" name="Google Shape;11940;p88"/>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8"/>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8"/>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8"/>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8"/>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5" name="Google Shape;11945;p88"/>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6" name="Google Shape;11946;p88"/>
          <p:cNvGrpSpPr/>
          <p:nvPr/>
        </p:nvGrpSpPr>
        <p:grpSpPr>
          <a:xfrm>
            <a:off x="2574144" y="1839656"/>
            <a:ext cx="373736" cy="293055"/>
            <a:chOff x="-41694200" y="2382950"/>
            <a:chExt cx="317425" cy="248900"/>
          </a:xfrm>
        </p:grpSpPr>
        <p:sp>
          <p:nvSpPr>
            <p:cNvPr id="11947" name="Google Shape;11947;p88"/>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8"/>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88"/>
          <p:cNvGrpSpPr/>
          <p:nvPr/>
        </p:nvGrpSpPr>
        <p:grpSpPr>
          <a:xfrm>
            <a:off x="2570967" y="2192964"/>
            <a:ext cx="375591" cy="373766"/>
            <a:chOff x="-41695775" y="2683025"/>
            <a:chExt cx="319000" cy="317450"/>
          </a:xfrm>
        </p:grpSpPr>
        <p:sp>
          <p:nvSpPr>
            <p:cNvPr id="11950" name="Google Shape;11950;p88"/>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8"/>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8"/>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88"/>
          <p:cNvGrpSpPr/>
          <p:nvPr/>
        </p:nvGrpSpPr>
        <p:grpSpPr>
          <a:xfrm>
            <a:off x="1313266" y="2685734"/>
            <a:ext cx="342211" cy="375620"/>
            <a:chOff x="-39792875" y="1971800"/>
            <a:chExt cx="290650" cy="319025"/>
          </a:xfrm>
        </p:grpSpPr>
        <p:sp>
          <p:nvSpPr>
            <p:cNvPr id="11954" name="Google Shape;11954;p88"/>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8"/>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6" name="Google Shape;11956;p88"/>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7" name="Google Shape;11957;p88"/>
          <p:cNvGrpSpPr/>
          <p:nvPr/>
        </p:nvGrpSpPr>
        <p:grpSpPr>
          <a:xfrm>
            <a:off x="3490328" y="2657918"/>
            <a:ext cx="383950" cy="372618"/>
            <a:chOff x="-37956150" y="1948175"/>
            <a:chExt cx="326100" cy="316475"/>
          </a:xfrm>
        </p:grpSpPr>
        <p:sp>
          <p:nvSpPr>
            <p:cNvPr id="11958" name="Google Shape;11958;p88"/>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8"/>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8"/>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88"/>
          <p:cNvGrpSpPr/>
          <p:nvPr/>
        </p:nvGrpSpPr>
        <p:grpSpPr>
          <a:xfrm>
            <a:off x="1323705" y="3133960"/>
            <a:ext cx="324609" cy="374825"/>
            <a:chOff x="-39783425" y="2337925"/>
            <a:chExt cx="275700" cy="318350"/>
          </a:xfrm>
        </p:grpSpPr>
        <p:sp>
          <p:nvSpPr>
            <p:cNvPr id="11962" name="Google Shape;11962;p88"/>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8"/>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88"/>
          <p:cNvGrpSpPr/>
          <p:nvPr/>
        </p:nvGrpSpPr>
        <p:grpSpPr>
          <a:xfrm>
            <a:off x="3497847" y="3165172"/>
            <a:ext cx="375620" cy="243015"/>
            <a:chOff x="-37953000" y="2379000"/>
            <a:chExt cx="319025" cy="206400"/>
          </a:xfrm>
        </p:grpSpPr>
        <p:sp>
          <p:nvSpPr>
            <p:cNvPr id="11965" name="Google Shape;11965;p88"/>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8"/>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8"/>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8"/>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8"/>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0" name="Google Shape;11970;p88"/>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8"/>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8"/>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1973" name="Google Shape;11973;p88"/>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1974" name="Google Shape;11974;p88"/>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5" name="Google Shape;11975;p88"/>
          <p:cNvGrpSpPr/>
          <p:nvPr/>
        </p:nvGrpSpPr>
        <p:grpSpPr>
          <a:xfrm>
            <a:off x="4855594" y="1782519"/>
            <a:ext cx="354107" cy="355063"/>
            <a:chOff x="-28467625" y="2331750"/>
            <a:chExt cx="296150" cy="296950"/>
          </a:xfrm>
        </p:grpSpPr>
        <p:sp>
          <p:nvSpPr>
            <p:cNvPr id="11976" name="Google Shape;11976;p88"/>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8"/>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88"/>
          <p:cNvGrpSpPr/>
          <p:nvPr/>
        </p:nvGrpSpPr>
        <p:grpSpPr>
          <a:xfrm>
            <a:off x="4869719" y="2225601"/>
            <a:ext cx="325858" cy="351327"/>
            <a:chOff x="-28461325" y="2701925"/>
            <a:chExt cx="272525" cy="293825"/>
          </a:xfrm>
        </p:grpSpPr>
        <p:sp>
          <p:nvSpPr>
            <p:cNvPr id="11979" name="Google Shape;11979;p88"/>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8"/>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8"/>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2" name="Google Shape;11982;p88"/>
          <p:cNvGrpSpPr/>
          <p:nvPr/>
        </p:nvGrpSpPr>
        <p:grpSpPr>
          <a:xfrm>
            <a:off x="7093910" y="1399238"/>
            <a:ext cx="354107" cy="226974"/>
            <a:chOff x="-26585200" y="2025375"/>
            <a:chExt cx="296150" cy="189825"/>
          </a:xfrm>
        </p:grpSpPr>
        <p:sp>
          <p:nvSpPr>
            <p:cNvPr id="11983" name="Google Shape;11983;p88"/>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8"/>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8"/>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8"/>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8"/>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8" name="Google Shape;11988;p88"/>
          <p:cNvGrpSpPr/>
          <p:nvPr/>
        </p:nvGrpSpPr>
        <p:grpSpPr>
          <a:xfrm>
            <a:off x="7094373" y="1783461"/>
            <a:ext cx="353180" cy="353180"/>
            <a:chOff x="-26584425" y="2340425"/>
            <a:chExt cx="295375" cy="295375"/>
          </a:xfrm>
        </p:grpSpPr>
        <p:sp>
          <p:nvSpPr>
            <p:cNvPr id="11989" name="Google Shape;11989;p88"/>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8"/>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8"/>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8"/>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8"/>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88"/>
          <p:cNvGrpSpPr/>
          <p:nvPr/>
        </p:nvGrpSpPr>
        <p:grpSpPr>
          <a:xfrm>
            <a:off x="7089202" y="2224555"/>
            <a:ext cx="363523" cy="353419"/>
            <a:chOff x="-26585200" y="2710400"/>
            <a:chExt cx="304025" cy="295575"/>
          </a:xfrm>
        </p:grpSpPr>
        <p:sp>
          <p:nvSpPr>
            <p:cNvPr id="11995" name="Google Shape;11995;p88"/>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88"/>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8"/>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8"/>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8"/>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8"/>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8"/>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8"/>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8"/>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8"/>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8"/>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8"/>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7" name="Google Shape;12007;p88"/>
          <p:cNvGrpSpPr/>
          <p:nvPr/>
        </p:nvGrpSpPr>
        <p:grpSpPr>
          <a:xfrm>
            <a:off x="5744337" y="2666033"/>
            <a:ext cx="354136" cy="353210"/>
            <a:chOff x="-24709875" y="1970225"/>
            <a:chExt cx="296175" cy="295400"/>
          </a:xfrm>
        </p:grpSpPr>
        <p:sp>
          <p:nvSpPr>
            <p:cNvPr id="12008" name="Google Shape;12008;p88"/>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8"/>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0" name="Google Shape;12010;p88"/>
          <p:cNvGrpSpPr/>
          <p:nvPr/>
        </p:nvGrpSpPr>
        <p:grpSpPr>
          <a:xfrm>
            <a:off x="5776352" y="3112911"/>
            <a:ext cx="290107" cy="354107"/>
            <a:chOff x="-24683100" y="2340425"/>
            <a:chExt cx="242625" cy="296150"/>
          </a:xfrm>
        </p:grpSpPr>
        <p:sp>
          <p:nvSpPr>
            <p:cNvPr id="12011" name="Google Shape;12011;p88"/>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8"/>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8"/>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88"/>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5" name="Google Shape;12015;p88"/>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6" name="Google Shape;12016;p88"/>
          <p:cNvGrpSpPr/>
          <p:nvPr/>
        </p:nvGrpSpPr>
        <p:grpSpPr>
          <a:xfrm>
            <a:off x="7982594" y="2666033"/>
            <a:ext cx="360713" cy="353210"/>
            <a:chOff x="-22881800" y="1971800"/>
            <a:chExt cx="301675" cy="295400"/>
          </a:xfrm>
        </p:grpSpPr>
        <p:sp>
          <p:nvSpPr>
            <p:cNvPr id="12017" name="Google Shape;12017;p88"/>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8"/>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8"/>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8"/>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8"/>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8"/>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3" name="Google Shape;12023;p88"/>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8"/>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5" name="Google Shape;12025;p88"/>
          <p:cNvGrpSpPr/>
          <p:nvPr/>
        </p:nvGrpSpPr>
        <p:grpSpPr>
          <a:xfrm>
            <a:off x="5358939" y="2224196"/>
            <a:ext cx="227930" cy="354136"/>
            <a:chOff x="-28043900" y="2701925"/>
            <a:chExt cx="190625" cy="296175"/>
          </a:xfrm>
        </p:grpSpPr>
        <p:sp>
          <p:nvSpPr>
            <p:cNvPr id="12026" name="Google Shape;12026;p88"/>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8"/>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8"/>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8"/>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8"/>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88"/>
          <p:cNvGrpSpPr/>
          <p:nvPr/>
        </p:nvGrpSpPr>
        <p:grpSpPr>
          <a:xfrm>
            <a:off x="7531805" y="1336135"/>
            <a:ext cx="354136" cy="353180"/>
            <a:chOff x="-26215025" y="1971025"/>
            <a:chExt cx="296175" cy="295375"/>
          </a:xfrm>
        </p:grpSpPr>
        <p:sp>
          <p:nvSpPr>
            <p:cNvPr id="12032" name="Google Shape;12032;p88"/>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8"/>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8"/>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8"/>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88"/>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8"/>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8"/>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8"/>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88"/>
          <p:cNvGrpSpPr/>
          <p:nvPr/>
        </p:nvGrpSpPr>
        <p:grpSpPr>
          <a:xfrm>
            <a:off x="7531327" y="1783924"/>
            <a:ext cx="355093" cy="352253"/>
            <a:chOff x="-26215825" y="2341200"/>
            <a:chExt cx="296975" cy="294600"/>
          </a:xfrm>
        </p:grpSpPr>
        <p:sp>
          <p:nvSpPr>
            <p:cNvPr id="12041" name="Google Shape;12041;p88"/>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8"/>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3" name="Google Shape;12043;p88"/>
          <p:cNvGrpSpPr/>
          <p:nvPr/>
        </p:nvGrpSpPr>
        <p:grpSpPr>
          <a:xfrm>
            <a:off x="7563357" y="2224674"/>
            <a:ext cx="291033" cy="353180"/>
            <a:chOff x="-26179575" y="2710600"/>
            <a:chExt cx="243400" cy="295375"/>
          </a:xfrm>
        </p:grpSpPr>
        <p:sp>
          <p:nvSpPr>
            <p:cNvPr id="12044" name="Google Shape;12044;p88"/>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8"/>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8"/>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88"/>
          <p:cNvGrpSpPr/>
          <p:nvPr/>
        </p:nvGrpSpPr>
        <p:grpSpPr>
          <a:xfrm>
            <a:off x="6202417" y="2666048"/>
            <a:ext cx="337187" cy="353180"/>
            <a:chOff x="-24328675" y="1971025"/>
            <a:chExt cx="282000" cy="295375"/>
          </a:xfrm>
        </p:grpSpPr>
        <p:sp>
          <p:nvSpPr>
            <p:cNvPr id="12048" name="Google Shape;12048;p88"/>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8"/>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88"/>
          <p:cNvGrpSpPr/>
          <p:nvPr/>
        </p:nvGrpSpPr>
        <p:grpSpPr>
          <a:xfrm>
            <a:off x="6204778" y="3113374"/>
            <a:ext cx="332464" cy="353180"/>
            <a:chOff x="-24330250" y="2340425"/>
            <a:chExt cx="278050" cy="295375"/>
          </a:xfrm>
        </p:grpSpPr>
        <p:sp>
          <p:nvSpPr>
            <p:cNvPr id="12051" name="Google Shape;12051;p88"/>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8"/>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8"/>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88"/>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8"/>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8"/>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8"/>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88"/>
          <p:cNvGrpSpPr/>
          <p:nvPr/>
        </p:nvGrpSpPr>
        <p:grpSpPr>
          <a:xfrm>
            <a:off x="6194420" y="3554587"/>
            <a:ext cx="353180" cy="353180"/>
            <a:chOff x="-24338900" y="2710600"/>
            <a:chExt cx="295375" cy="295375"/>
          </a:xfrm>
        </p:grpSpPr>
        <p:sp>
          <p:nvSpPr>
            <p:cNvPr id="12059" name="Google Shape;12059;p88"/>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8"/>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88"/>
          <p:cNvGrpSpPr/>
          <p:nvPr/>
        </p:nvGrpSpPr>
        <p:grpSpPr>
          <a:xfrm>
            <a:off x="7985419" y="3113972"/>
            <a:ext cx="355063" cy="351984"/>
            <a:chOff x="-22859750" y="2335900"/>
            <a:chExt cx="296950" cy="294375"/>
          </a:xfrm>
        </p:grpSpPr>
        <p:sp>
          <p:nvSpPr>
            <p:cNvPr id="12062" name="Google Shape;12062;p88"/>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8"/>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8"/>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5" name="Google Shape;12065;p88"/>
          <p:cNvGrpSpPr/>
          <p:nvPr/>
        </p:nvGrpSpPr>
        <p:grpSpPr>
          <a:xfrm>
            <a:off x="5764767" y="1336120"/>
            <a:ext cx="311749" cy="353210"/>
            <a:chOff x="-27710725" y="1959200"/>
            <a:chExt cx="260725" cy="295400"/>
          </a:xfrm>
        </p:grpSpPr>
        <p:sp>
          <p:nvSpPr>
            <p:cNvPr id="12066" name="Google Shape;12066;p88"/>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8"/>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8" name="Google Shape;12068;p88"/>
          <p:cNvGrpSpPr/>
          <p:nvPr/>
        </p:nvGrpSpPr>
        <p:grpSpPr>
          <a:xfrm>
            <a:off x="5742631" y="1844666"/>
            <a:ext cx="356020" cy="230770"/>
            <a:chOff x="-27728850" y="2382950"/>
            <a:chExt cx="297750" cy="193000"/>
          </a:xfrm>
        </p:grpSpPr>
        <p:sp>
          <p:nvSpPr>
            <p:cNvPr id="12069" name="Google Shape;12069;p88"/>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88"/>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88"/>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2" name="Google Shape;12072;p88"/>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8"/>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4" name="Google Shape;12074;p88"/>
          <p:cNvGrpSpPr/>
          <p:nvPr/>
        </p:nvGrpSpPr>
        <p:grpSpPr>
          <a:xfrm>
            <a:off x="7973975" y="1792877"/>
            <a:ext cx="354136" cy="334348"/>
            <a:chOff x="-25844850" y="2357750"/>
            <a:chExt cx="296175" cy="279625"/>
          </a:xfrm>
        </p:grpSpPr>
        <p:sp>
          <p:nvSpPr>
            <p:cNvPr id="12075" name="Google Shape;12075;p88"/>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8"/>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88"/>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8"/>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8"/>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8"/>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1" name="Google Shape;12081;p88"/>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2" name="Google Shape;12082;p88"/>
          <p:cNvGrpSpPr/>
          <p:nvPr/>
        </p:nvGrpSpPr>
        <p:grpSpPr>
          <a:xfrm>
            <a:off x="6702883" y="2666033"/>
            <a:ext cx="228887" cy="353210"/>
            <a:chOff x="-23917525" y="1970225"/>
            <a:chExt cx="191425" cy="295400"/>
          </a:xfrm>
        </p:grpSpPr>
        <p:sp>
          <p:nvSpPr>
            <p:cNvPr id="12083" name="Google Shape;12083;p88"/>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88"/>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88"/>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6" name="Google Shape;12086;p88"/>
          <p:cNvGrpSpPr/>
          <p:nvPr/>
        </p:nvGrpSpPr>
        <p:grpSpPr>
          <a:xfrm>
            <a:off x="6658164" y="3112911"/>
            <a:ext cx="318325" cy="354107"/>
            <a:chOff x="-23952175" y="2340425"/>
            <a:chExt cx="266225" cy="296150"/>
          </a:xfrm>
        </p:grpSpPr>
        <p:sp>
          <p:nvSpPr>
            <p:cNvPr id="12087" name="Google Shape;12087;p88"/>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88"/>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9" name="Google Shape;12089;p88"/>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0" name="Google Shape;12090;p88"/>
          <p:cNvGrpSpPr/>
          <p:nvPr/>
        </p:nvGrpSpPr>
        <p:grpSpPr>
          <a:xfrm>
            <a:off x="8043336" y="3553167"/>
            <a:ext cx="239230" cy="356020"/>
            <a:chOff x="-22811700" y="2700350"/>
            <a:chExt cx="200075" cy="297750"/>
          </a:xfrm>
        </p:grpSpPr>
        <p:sp>
          <p:nvSpPr>
            <p:cNvPr id="12091" name="Google Shape;12091;p88"/>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8"/>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88"/>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88"/>
          <p:cNvGrpSpPr/>
          <p:nvPr/>
        </p:nvGrpSpPr>
        <p:grpSpPr>
          <a:xfrm>
            <a:off x="6191787" y="1335656"/>
            <a:ext cx="355063" cy="354136"/>
            <a:chOff x="-27358650" y="1961575"/>
            <a:chExt cx="296950" cy="296175"/>
          </a:xfrm>
        </p:grpSpPr>
        <p:sp>
          <p:nvSpPr>
            <p:cNvPr id="12095" name="Google Shape;12095;p88"/>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8"/>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7" name="Google Shape;12097;p88"/>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8"/>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9" name="Google Shape;12099;p88"/>
          <p:cNvGrpSpPr/>
          <p:nvPr/>
        </p:nvGrpSpPr>
        <p:grpSpPr>
          <a:xfrm>
            <a:off x="7090357" y="2666048"/>
            <a:ext cx="354136" cy="353180"/>
            <a:chOff x="-23599325" y="1971025"/>
            <a:chExt cx="296175" cy="295375"/>
          </a:xfrm>
        </p:grpSpPr>
        <p:sp>
          <p:nvSpPr>
            <p:cNvPr id="12100" name="Google Shape;12100;p88"/>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88"/>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2" name="Google Shape;12102;p88"/>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8"/>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88"/>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5" name="Google Shape;12105;p88"/>
          <p:cNvGrpSpPr/>
          <p:nvPr/>
        </p:nvGrpSpPr>
        <p:grpSpPr>
          <a:xfrm>
            <a:off x="6634801" y="1335776"/>
            <a:ext cx="360713" cy="353897"/>
            <a:chOff x="-26993200" y="1961775"/>
            <a:chExt cx="301675" cy="295975"/>
          </a:xfrm>
        </p:grpSpPr>
        <p:sp>
          <p:nvSpPr>
            <p:cNvPr id="12106" name="Google Shape;12106;p88"/>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88"/>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88"/>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9" name="Google Shape;12109;p88"/>
          <p:cNvGrpSpPr/>
          <p:nvPr/>
        </p:nvGrpSpPr>
        <p:grpSpPr>
          <a:xfrm>
            <a:off x="6659761" y="1783461"/>
            <a:ext cx="310792" cy="353180"/>
            <a:chOff x="-26970350" y="2332550"/>
            <a:chExt cx="259925" cy="295375"/>
          </a:xfrm>
        </p:grpSpPr>
        <p:sp>
          <p:nvSpPr>
            <p:cNvPr id="12110" name="Google Shape;12110;p88"/>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8"/>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2" name="Google Shape;12112;p88"/>
          <p:cNvGrpSpPr/>
          <p:nvPr/>
        </p:nvGrpSpPr>
        <p:grpSpPr>
          <a:xfrm>
            <a:off x="6639046" y="2256226"/>
            <a:ext cx="352223" cy="290077"/>
            <a:chOff x="-26986100" y="2735800"/>
            <a:chExt cx="294575" cy="242600"/>
          </a:xfrm>
        </p:grpSpPr>
        <p:sp>
          <p:nvSpPr>
            <p:cNvPr id="12113" name="Google Shape;12113;p88"/>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8"/>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88"/>
          <p:cNvGrpSpPr/>
          <p:nvPr/>
        </p:nvGrpSpPr>
        <p:grpSpPr>
          <a:xfrm>
            <a:off x="7538093" y="2665569"/>
            <a:ext cx="355063" cy="354136"/>
            <a:chOff x="-23229925" y="1970225"/>
            <a:chExt cx="296950" cy="296175"/>
          </a:xfrm>
        </p:grpSpPr>
        <p:sp>
          <p:nvSpPr>
            <p:cNvPr id="12116" name="Google Shape;12116;p88"/>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88"/>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88"/>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88"/>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0" name="Google Shape;12120;p88"/>
          <p:cNvGrpSpPr/>
          <p:nvPr/>
        </p:nvGrpSpPr>
        <p:grpSpPr>
          <a:xfrm>
            <a:off x="7580466" y="3112432"/>
            <a:ext cx="270318" cy="355063"/>
            <a:chOff x="-23177950" y="2340425"/>
            <a:chExt cx="226075" cy="296950"/>
          </a:xfrm>
        </p:grpSpPr>
        <p:sp>
          <p:nvSpPr>
            <p:cNvPr id="12121" name="Google Shape;12121;p88"/>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8"/>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88"/>
          <p:cNvGrpSpPr/>
          <p:nvPr/>
        </p:nvGrpSpPr>
        <p:grpSpPr>
          <a:xfrm>
            <a:off x="7538556" y="3554109"/>
            <a:ext cx="354136" cy="354136"/>
            <a:chOff x="-23229150" y="2710600"/>
            <a:chExt cx="296175" cy="296175"/>
          </a:xfrm>
        </p:grpSpPr>
        <p:sp>
          <p:nvSpPr>
            <p:cNvPr id="12124" name="Google Shape;12124;p88"/>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8"/>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6" name="Google Shape;12126;p88"/>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8"/>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8" name="Google Shape;12128;p88"/>
          <p:cNvGrpSpPr/>
          <p:nvPr/>
        </p:nvGrpSpPr>
        <p:grpSpPr>
          <a:xfrm>
            <a:off x="4855631" y="3123732"/>
            <a:ext cx="356946" cy="332464"/>
            <a:chOff x="-25477800" y="2357750"/>
            <a:chExt cx="298525" cy="278050"/>
          </a:xfrm>
        </p:grpSpPr>
        <p:sp>
          <p:nvSpPr>
            <p:cNvPr id="12129" name="Google Shape;12129;p88"/>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88"/>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1" name="Google Shape;12131;p88"/>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8"/>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3" name="Google Shape;12133;p88"/>
          <p:cNvGrpSpPr/>
          <p:nvPr/>
        </p:nvGrpSpPr>
        <p:grpSpPr>
          <a:xfrm>
            <a:off x="5298265" y="3112911"/>
            <a:ext cx="353180" cy="354107"/>
            <a:chOff x="-25104475" y="2340425"/>
            <a:chExt cx="295375" cy="296150"/>
          </a:xfrm>
        </p:grpSpPr>
        <p:sp>
          <p:nvSpPr>
            <p:cNvPr id="12134" name="Google Shape;12134;p88"/>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8"/>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88"/>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8"/>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8"/>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8"/>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88"/>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88"/>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88"/>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43" name="Google Shape;12143;p88"/>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47"/>
        <p:cNvGrpSpPr/>
        <p:nvPr/>
      </p:nvGrpSpPr>
      <p:grpSpPr>
        <a:xfrm>
          <a:off x="0" y="0"/>
          <a:ext cx="0" cy="0"/>
          <a:chOff x="0" y="0"/>
          <a:chExt cx="0" cy="0"/>
        </a:xfrm>
      </p:grpSpPr>
      <p:sp>
        <p:nvSpPr>
          <p:cNvPr id="12148" name="Google Shape;12148;p89"/>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2149" name="Google Shape;12149;p89"/>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2150" name="Google Shape;12150;p89"/>
          <p:cNvGrpSpPr/>
          <p:nvPr/>
        </p:nvGrpSpPr>
        <p:grpSpPr>
          <a:xfrm>
            <a:off x="854368" y="1313920"/>
            <a:ext cx="366269" cy="366240"/>
            <a:chOff x="-65131525" y="1914325"/>
            <a:chExt cx="316650" cy="316625"/>
          </a:xfrm>
        </p:grpSpPr>
        <p:sp>
          <p:nvSpPr>
            <p:cNvPr id="12151" name="Google Shape;12151;p8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89"/>
          <p:cNvGrpSpPr/>
          <p:nvPr/>
        </p:nvGrpSpPr>
        <p:grpSpPr>
          <a:xfrm>
            <a:off x="854368" y="1794207"/>
            <a:ext cx="366269" cy="366269"/>
            <a:chOff x="-65131525" y="2281350"/>
            <a:chExt cx="316650" cy="316650"/>
          </a:xfrm>
        </p:grpSpPr>
        <p:sp>
          <p:nvSpPr>
            <p:cNvPr id="12154" name="Google Shape;12154;p8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89"/>
          <p:cNvGrpSpPr/>
          <p:nvPr/>
        </p:nvGrpSpPr>
        <p:grpSpPr>
          <a:xfrm>
            <a:off x="857564" y="2259206"/>
            <a:ext cx="359878" cy="367165"/>
            <a:chOff x="-65129950" y="2646800"/>
            <a:chExt cx="311125" cy="317425"/>
          </a:xfrm>
        </p:grpSpPr>
        <p:sp>
          <p:nvSpPr>
            <p:cNvPr id="12157" name="Google Shape;12157;p8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8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89"/>
          <p:cNvGrpSpPr/>
          <p:nvPr/>
        </p:nvGrpSpPr>
        <p:grpSpPr>
          <a:xfrm>
            <a:off x="3060897" y="1312532"/>
            <a:ext cx="368987" cy="369016"/>
            <a:chOff x="-63252250" y="1930850"/>
            <a:chExt cx="319000" cy="319025"/>
          </a:xfrm>
        </p:grpSpPr>
        <p:sp>
          <p:nvSpPr>
            <p:cNvPr id="12160" name="Google Shape;12160;p8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8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2" name="Google Shape;12162;p89"/>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3" name="Google Shape;12163;p89"/>
          <p:cNvGrpSpPr/>
          <p:nvPr/>
        </p:nvGrpSpPr>
        <p:grpSpPr>
          <a:xfrm>
            <a:off x="3061808" y="2258743"/>
            <a:ext cx="367165" cy="368091"/>
            <a:chOff x="-63250675" y="2664125"/>
            <a:chExt cx="317425" cy="318225"/>
          </a:xfrm>
        </p:grpSpPr>
        <p:sp>
          <p:nvSpPr>
            <p:cNvPr id="12164" name="Google Shape;12164;p8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89"/>
          <p:cNvGrpSpPr/>
          <p:nvPr/>
        </p:nvGrpSpPr>
        <p:grpSpPr>
          <a:xfrm>
            <a:off x="1738471" y="2735150"/>
            <a:ext cx="363522" cy="361266"/>
            <a:chOff x="-61354075" y="1940500"/>
            <a:chExt cx="314275" cy="312325"/>
          </a:xfrm>
        </p:grpSpPr>
        <p:sp>
          <p:nvSpPr>
            <p:cNvPr id="12167" name="Google Shape;12167;p8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8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8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89"/>
          <p:cNvGrpSpPr/>
          <p:nvPr/>
        </p:nvGrpSpPr>
        <p:grpSpPr>
          <a:xfrm>
            <a:off x="1737098" y="3183702"/>
            <a:ext cx="366269" cy="336195"/>
            <a:chOff x="-61354875" y="2322300"/>
            <a:chExt cx="316650" cy="290650"/>
          </a:xfrm>
        </p:grpSpPr>
        <p:sp>
          <p:nvSpPr>
            <p:cNvPr id="12172" name="Google Shape;12172;p8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5" name="Google Shape;12175;p89"/>
          <p:cNvGrpSpPr/>
          <p:nvPr/>
        </p:nvGrpSpPr>
        <p:grpSpPr>
          <a:xfrm>
            <a:off x="1737098" y="3611266"/>
            <a:ext cx="366269" cy="366269"/>
            <a:chOff x="-61354875" y="2671225"/>
            <a:chExt cx="316650" cy="316650"/>
          </a:xfrm>
        </p:grpSpPr>
        <p:sp>
          <p:nvSpPr>
            <p:cNvPr id="12176" name="Google Shape;12176;p8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8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8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89"/>
          <p:cNvGrpSpPr/>
          <p:nvPr/>
        </p:nvGrpSpPr>
        <p:grpSpPr>
          <a:xfrm>
            <a:off x="3952502" y="2731001"/>
            <a:ext cx="368987" cy="369566"/>
            <a:chOff x="-59502375" y="1904375"/>
            <a:chExt cx="319000" cy="319500"/>
          </a:xfrm>
        </p:grpSpPr>
        <p:sp>
          <p:nvSpPr>
            <p:cNvPr id="12182" name="Google Shape;12182;p8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8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8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89"/>
          <p:cNvGrpSpPr/>
          <p:nvPr/>
        </p:nvGrpSpPr>
        <p:grpSpPr>
          <a:xfrm>
            <a:off x="1298621" y="1315207"/>
            <a:ext cx="368987" cy="363666"/>
            <a:chOff x="-64774725" y="1916550"/>
            <a:chExt cx="319000" cy="314400"/>
          </a:xfrm>
        </p:grpSpPr>
        <p:sp>
          <p:nvSpPr>
            <p:cNvPr id="12186" name="Google Shape;12186;p8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8" name="Google Shape;12188;p89"/>
          <p:cNvGrpSpPr/>
          <p:nvPr/>
        </p:nvGrpSpPr>
        <p:grpSpPr>
          <a:xfrm>
            <a:off x="1299979" y="1792386"/>
            <a:ext cx="366269" cy="369913"/>
            <a:chOff x="-64764500" y="2280550"/>
            <a:chExt cx="316650" cy="319800"/>
          </a:xfrm>
        </p:grpSpPr>
        <p:sp>
          <p:nvSpPr>
            <p:cNvPr id="12189" name="Google Shape;12189;p8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1" name="Google Shape;12191;p89"/>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2" name="Google Shape;12192;p89"/>
          <p:cNvGrpSpPr/>
          <p:nvPr/>
        </p:nvGrpSpPr>
        <p:grpSpPr>
          <a:xfrm>
            <a:off x="3512023" y="1352163"/>
            <a:ext cx="365344" cy="289753"/>
            <a:chOff x="-62882850" y="1999375"/>
            <a:chExt cx="315850" cy="250500"/>
          </a:xfrm>
        </p:grpSpPr>
        <p:sp>
          <p:nvSpPr>
            <p:cNvPr id="12193" name="Google Shape;12193;p8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5" name="Google Shape;12195;p89"/>
          <p:cNvGrpSpPr/>
          <p:nvPr/>
        </p:nvGrpSpPr>
        <p:grpSpPr>
          <a:xfrm>
            <a:off x="3503362" y="1793745"/>
            <a:ext cx="382665" cy="367194"/>
            <a:chOff x="-62890750" y="2296300"/>
            <a:chExt cx="330825" cy="317450"/>
          </a:xfrm>
        </p:grpSpPr>
        <p:sp>
          <p:nvSpPr>
            <p:cNvPr id="12196" name="Google Shape;12196;p8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8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8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9" name="Google Shape;12199;p89"/>
          <p:cNvGrpSpPr/>
          <p:nvPr/>
        </p:nvGrpSpPr>
        <p:grpSpPr>
          <a:xfrm>
            <a:off x="3512023" y="2259206"/>
            <a:ext cx="365344" cy="367165"/>
            <a:chOff x="-62882850" y="2664925"/>
            <a:chExt cx="315850" cy="317425"/>
          </a:xfrm>
        </p:grpSpPr>
        <p:sp>
          <p:nvSpPr>
            <p:cNvPr id="12200" name="Google Shape;12200;p8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8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2" name="Google Shape;12202;p89"/>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3" name="Google Shape;12203;p89"/>
          <p:cNvGrpSpPr/>
          <p:nvPr/>
        </p:nvGrpSpPr>
        <p:grpSpPr>
          <a:xfrm>
            <a:off x="2183172" y="3171846"/>
            <a:ext cx="366269" cy="359907"/>
            <a:chOff x="-60988625" y="2310475"/>
            <a:chExt cx="316650" cy="311150"/>
          </a:xfrm>
        </p:grpSpPr>
        <p:sp>
          <p:nvSpPr>
            <p:cNvPr id="12204" name="Google Shape;12204;p8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8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8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8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0" name="Google Shape;12210;p89"/>
          <p:cNvGrpSpPr/>
          <p:nvPr/>
        </p:nvGrpSpPr>
        <p:grpSpPr>
          <a:xfrm>
            <a:off x="2183634" y="3610009"/>
            <a:ext cx="365344" cy="368785"/>
            <a:chOff x="-60987050" y="2671400"/>
            <a:chExt cx="315850" cy="318825"/>
          </a:xfrm>
        </p:grpSpPr>
        <p:sp>
          <p:nvSpPr>
            <p:cNvPr id="12211" name="Google Shape;12211;p8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3" name="Google Shape;12213;p89"/>
          <p:cNvGrpSpPr/>
          <p:nvPr/>
        </p:nvGrpSpPr>
        <p:grpSpPr>
          <a:xfrm>
            <a:off x="3952500" y="3172771"/>
            <a:ext cx="368987" cy="358056"/>
            <a:chOff x="-59481900" y="2290800"/>
            <a:chExt cx="319000" cy="309550"/>
          </a:xfrm>
        </p:grpSpPr>
        <p:sp>
          <p:nvSpPr>
            <p:cNvPr id="12214" name="Google Shape;12214;p8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8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8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8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8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89"/>
          <p:cNvGrpSpPr/>
          <p:nvPr/>
        </p:nvGrpSpPr>
        <p:grpSpPr>
          <a:xfrm>
            <a:off x="1741805" y="1313544"/>
            <a:ext cx="368987" cy="366992"/>
            <a:chOff x="-64401400" y="1914475"/>
            <a:chExt cx="319000" cy="317275"/>
          </a:xfrm>
        </p:grpSpPr>
        <p:sp>
          <p:nvSpPr>
            <p:cNvPr id="12221" name="Google Shape;12221;p8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9"/>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89"/>
          <p:cNvGrpSpPr/>
          <p:nvPr/>
        </p:nvGrpSpPr>
        <p:grpSpPr>
          <a:xfrm>
            <a:off x="1806493" y="1794583"/>
            <a:ext cx="239610" cy="365517"/>
            <a:chOff x="-64343900" y="2282125"/>
            <a:chExt cx="207150" cy="316000"/>
          </a:xfrm>
        </p:grpSpPr>
        <p:sp>
          <p:nvSpPr>
            <p:cNvPr id="12225" name="Google Shape;12225;p8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8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7" name="Google Shape;12227;p89"/>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8" name="Google Shape;12228;p89"/>
          <p:cNvGrpSpPr/>
          <p:nvPr/>
        </p:nvGrpSpPr>
        <p:grpSpPr>
          <a:xfrm>
            <a:off x="3986941" y="1313804"/>
            <a:ext cx="318873" cy="366471"/>
            <a:chOff x="-62496925" y="1931475"/>
            <a:chExt cx="275675" cy="316825"/>
          </a:xfrm>
        </p:grpSpPr>
        <p:sp>
          <p:nvSpPr>
            <p:cNvPr id="12229" name="Google Shape;12229;p8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8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1" name="Google Shape;12231;p89"/>
          <p:cNvGrpSpPr/>
          <p:nvPr/>
        </p:nvGrpSpPr>
        <p:grpSpPr>
          <a:xfrm>
            <a:off x="3963691" y="1793629"/>
            <a:ext cx="365373" cy="367426"/>
            <a:chOff x="-62516625" y="2297875"/>
            <a:chExt cx="315875" cy="317650"/>
          </a:xfrm>
        </p:grpSpPr>
        <p:sp>
          <p:nvSpPr>
            <p:cNvPr id="12232" name="Google Shape;12232;p8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89"/>
          <p:cNvGrpSpPr/>
          <p:nvPr/>
        </p:nvGrpSpPr>
        <p:grpSpPr>
          <a:xfrm>
            <a:off x="3962332" y="2275588"/>
            <a:ext cx="368091" cy="334402"/>
            <a:chOff x="-62518200" y="2692475"/>
            <a:chExt cx="318225" cy="289100"/>
          </a:xfrm>
        </p:grpSpPr>
        <p:sp>
          <p:nvSpPr>
            <p:cNvPr id="12235" name="Google Shape;12235;p8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89"/>
          <p:cNvGrpSpPr/>
          <p:nvPr/>
        </p:nvGrpSpPr>
        <p:grpSpPr>
          <a:xfrm>
            <a:off x="2648986" y="2733112"/>
            <a:ext cx="309793" cy="365344"/>
            <a:chOff x="-60597975" y="1939525"/>
            <a:chExt cx="267825" cy="315850"/>
          </a:xfrm>
        </p:grpSpPr>
        <p:sp>
          <p:nvSpPr>
            <p:cNvPr id="12238" name="Google Shape;12238;p8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0" name="Google Shape;12240;p89"/>
          <p:cNvGrpSpPr/>
          <p:nvPr/>
        </p:nvGrpSpPr>
        <p:grpSpPr>
          <a:xfrm>
            <a:off x="2619389" y="3167537"/>
            <a:ext cx="368987" cy="368525"/>
            <a:chOff x="-60620800" y="2304600"/>
            <a:chExt cx="319000" cy="318600"/>
          </a:xfrm>
        </p:grpSpPr>
        <p:sp>
          <p:nvSpPr>
            <p:cNvPr id="12241" name="Google Shape;12241;p8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89"/>
          <p:cNvGrpSpPr/>
          <p:nvPr/>
        </p:nvGrpSpPr>
        <p:grpSpPr>
          <a:xfrm>
            <a:off x="2620748" y="3663188"/>
            <a:ext cx="366269" cy="262426"/>
            <a:chOff x="-60621600" y="2716100"/>
            <a:chExt cx="316650" cy="226875"/>
          </a:xfrm>
        </p:grpSpPr>
        <p:sp>
          <p:nvSpPr>
            <p:cNvPr id="12245" name="Google Shape;12245;p8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7" name="Google Shape;12247;p89"/>
          <p:cNvGrpSpPr/>
          <p:nvPr/>
        </p:nvGrpSpPr>
        <p:grpSpPr>
          <a:xfrm>
            <a:off x="3957965" y="3611281"/>
            <a:ext cx="358056" cy="366240"/>
            <a:chOff x="-59475600" y="2658625"/>
            <a:chExt cx="309550" cy="316625"/>
          </a:xfrm>
        </p:grpSpPr>
        <p:sp>
          <p:nvSpPr>
            <p:cNvPr id="12248" name="Google Shape;12248;p8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5" name="Google Shape;12255;p89"/>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9"/>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7" name="Google Shape;12257;p89"/>
          <p:cNvGrpSpPr/>
          <p:nvPr/>
        </p:nvGrpSpPr>
        <p:grpSpPr>
          <a:xfrm>
            <a:off x="2233086" y="2259206"/>
            <a:ext cx="263294" cy="367165"/>
            <a:chOff x="-63987100" y="2646800"/>
            <a:chExt cx="227625" cy="317425"/>
          </a:xfrm>
        </p:grpSpPr>
        <p:sp>
          <p:nvSpPr>
            <p:cNvPr id="12258" name="Google Shape;12258;p8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0" name="Google Shape;12260;p89"/>
          <p:cNvGrpSpPr/>
          <p:nvPr/>
        </p:nvGrpSpPr>
        <p:grpSpPr>
          <a:xfrm>
            <a:off x="852428" y="2730827"/>
            <a:ext cx="358056" cy="369913"/>
            <a:chOff x="-62148000" y="1930075"/>
            <a:chExt cx="309550" cy="319800"/>
          </a:xfrm>
        </p:grpSpPr>
        <p:sp>
          <p:nvSpPr>
            <p:cNvPr id="12261" name="Google Shape;12261;p8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89"/>
          <p:cNvGrpSpPr/>
          <p:nvPr/>
        </p:nvGrpSpPr>
        <p:grpSpPr>
          <a:xfrm>
            <a:off x="849695" y="3169113"/>
            <a:ext cx="363522" cy="365373"/>
            <a:chOff x="-62150375" y="2297875"/>
            <a:chExt cx="314275" cy="315875"/>
          </a:xfrm>
        </p:grpSpPr>
        <p:sp>
          <p:nvSpPr>
            <p:cNvPr id="12264" name="Google Shape;12264;p8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8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89"/>
          <p:cNvGrpSpPr/>
          <p:nvPr/>
        </p:nvGrpSpPr>
        <p:grpSpPr>
          <a:xfrm>
            <a:off x="848322" y="3610356"/>
            <a:ext cx="366269" cy="368091"/>
            <a:chOff x="-62150375" y="2664925"/>
            <a:chExt cx="316650" cy="318225"/>
          </a:xfrm>
        </p:grpSpPr>
        <p:sp>
          <p:nvSpPr>
            <p:cNvPr id="12270" name="Google Shape;12270;p8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8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4" name="Google Shape;12274;p89"/>
          <p:cNvGrpSpPr/>
          <p:nvPr/>
        </p:nvGrpSpPr>
        <p:grpSpPr>
          <a:xfrm>
            <a:off x="3065911" y="2731333"/>
            <a:ext cx="367165" cy="368901"/>
            <a:chOff x="-60254550" y="1938025"/>
            <a:chExt cx="317425" cy="318925"/>
          </a:xfrm>
        </p:grpSpPr>
        <p:sp>
          <p:nvSpPr>
            <p:cNvPr id="12275" name="Google Shape;12275;p8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8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8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9" name="Google Shape;12279;p89"/>
          <p:cNvGrpSpPr/>
          <p:nvPr/>
        </p:nvGrpSpPr>
        <p:grpSpPr>
          <a:xfrm>
            <a:off x="3094149" y="3609907"/>
            <a:ext cx="310690" cy="368987"/>
            <a:chOff x="-60232500" y="2671225"/>
            <a:chExt cx="268600" cy="319000"/>
          </a:xfrm>
        </p:grpSpPr>
        <p:sp>
          <p:nvSpPr>
            <p:cNvPr id="12280" name="Google Shape;12280;p8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2" name="Google Shape;12282;p89"/>
          <p:cNvGrpSpPr/>
          <p:nvPr/>
        </p:nvGrpSpPr>
        <p:grpSpPr>
          <a:xfrm>
            <a:off x="2179643" y="4058541"/>
            <a:ext cx="365373" cy="368987"/>
            <a:chOff x="-59100700" y="1911950"/>
            <a:chExt cx="315875" cy="319000"/>
          </a:xfrm>
        </p:grpSpPr>
        <p:sp>
          <p:nvSpPr>
            <p:cNvPr id="12283" name="Google Shape;12283;p8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8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3" name="Google Shape;12293;p89"/>
          <p:cNvGrpSpPr/>
          <p:nvPr/>
        </p:nvGrpSpPr>
        <p:grpSpPr>
          <a:xfrm>
            <a:off x="2621810" y="1314021"/>
            <a:ext cx="379918" cy="366038"/>
            <a:chOff x="-63665750" y="1914325"/>
            <a:chExt cx="328450" cy="316450"/>
          </a:xfrm>
        </p:grpSpPr>
        <p:sp>
          <p:nvSpPr>
            <p:cNvPr id="12294" name="Google Shape;12294;p8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89"/>
          <p:cNvGrpSpPr/>
          <p:nvPr/>
        </p:nvGrpSpPr>
        <p:grpSpPr>
          <a:xfrm>
            <a:off x="2626814" y="1793065"/>
            <a:ext cx="369913" cy="368554"/>
            <a:chOff x="-63666550" y="2278975"/>
            <a:chExt cx="319800" cy="318625"/>
          </a:xfrm>
        </p:grpSpPr>
        <p:sp>
          <p:nvSpPr>
            <p:cNvPr id="12297" name="Google Shape;12297;p8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8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9" name="Google Shape;12299;p89"/>
          <p:cNvGrpSpPr/>
          <p:nvPr/>
        </p:nvGrpSpPr>
        <p:grpSpPr>
          <a:xfrm>
            <a:off x="2624081" y="2259090"/>
            <a:ext cx="375378" cy="367397"/>
            <a:chOff x="-63669700" y="2646600"/>
            <a:chExt cx="324525" cy="317625"/>
          </a:xfrm>
        </p:grpSpPr>
        <p:sp>
          <p:nvSpPr>
            <p:cNvPr id="12300" name="Google Shape;12300;p8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8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2" name="Google Shape;12302;p89"/>
          <p:cNvGrpSpPr/>
          <p:nvPr/>
        </p:nvGrpSpPr>
        <p:grpSpPr>
          <a:xfrm>
            <a:off x="1286361" y="2732418"/>
            <a:ext cx="366269" cy="366732"/>
            <a:chOff x="-61784125" y="1931250"/>
            <a:chExt cx="316650" cy="317050"/>
          </a:xfrm>
        </p:grpSpPr>
        <p:sp>
          <p:nvSpPr>
            <p:cNvPr id="12303" name="Google Shape;12303;p8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7" name="Google Shape;12307;p89"/>
          <p:cNvGrpSpPr/>
          <p:nvPr/>
        </p:nvGrpSpPr>
        <p:grpSpPr>
          <a:xfrm>
            <a:off x="1286360" y="3168665"/>
            <a:ext cx="366269" cy="366269"/>
            <a:chOff x="-61783350" y="2297100"/>
            <a:chExt cx="316650" cy="316650"/>
          </a:xfrm>
        </p:grpSpPr>
        <p:sp>
          <p:nvSpPr>
            <p:cNvPr id="12308" name="Google Shape;12308;p8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0" name="Google Shape;12310;p89"/>
          <p:cNvGrpSpPr/>
          <p:nvPr/>
        </p:nvGrpSpPr>
        <p:grpSpPr>
          <a:xfrm>
            <a:off x="1286360" y="3609748"/>
            <a:ext cx="366269" cy="369305"/>
            <a:chOff x="-61782550" y="2664925"/>
            <a:chExt cx="316650" cy="319275"/>
          </a:xfrm>
        </p:grpSpPr>
        <p:sp>
          <p:nvSpPr>
            <p:cNvPr id="12311" name="Google Shape;12311;p8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4" name="Google Shape;12314;p89"/>
          <p:cNvGrpSpPr/>
          <p:nvPr/>
        </p:nvGrpSpPr>
        <p:grpSpPr>
          <a:xfrm>
            <a:off x="3508137" y="2741136"/>
            <a:ext cx="367165" cy="349294"/>
            <a:chOff x="-59889100" y="1945025"/>
            <a:chExt cx="317425" cy="301975"/>
          </a:xfrm>
        </p:grpSpPr>
        <p:sp>
          <p:nvSpPr>
            <p:cNvPr id="12315" name="Google Shape;12315;p8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8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89"/>
          <p:cNvGrpSpPr/>
          <p:nvPr/>
        </p:nvGrpSpPr>
        <p:grpSpPr>
          <a:xfrm>
            <a:off x="3040249" y="3168589"/>
            <a:ext cx="366648" cy="366420"/>
            <a:chOff x="6479471" y="2079003"/>
            <a:chExt cx="348923" cy="348706"/>
          </a:xfrm>
        </p:grpSpPr>
        <p:sp>
          <p:nvSpPr>
            <p:cNvPr id="12320" name="Google Shape;12320;p8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1" name="Google Shape;12321;p89"/>
            <p:cNvGrpSpPr/>
            <p:nvPr/>
          </p:nvGrpSpPr>
          <p:grpSpPr>
            <a:xfrm>
              <a:off x="6520582" y="2079003"/>
              <a:ext cx="307811" cy="348706"/>
              <a:chOff x="-60218325" y="2304850"/>
              <a:chExt cx="279625" cy="316775"/>
            </a:xfrm>
          </p:grpSpPr>
          <p:sp>
            <p:nvSpPr>
              <p:cNvPr id="12322" name="Google Shape;12322;p8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29" name="Google Shape;12329;p89"/>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0" name="Google Shape;12330;p89"/>
          <p:cNvGrpSpPr/>
          <p:nvPr/>
        </p:nvGrpSpPr>
        <p:grpSpPr>
          <a:xfrm>
            <a:off x="3507226" y="3611671"/>
            <a:ext cx="368987" cy="365459"/>
            <a:chOff x="-59889100" y="2671925"/>
            <a:chExt cx="319000" cy="315950"/>
          </a:xfrm>
        </p:grpSpPr>
        <p:sp>
          <p:nvSpPr>
            <p:cNvPr id="12331" name="Google Shape;12331;p8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8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5" name="Google Shape;12335;p89"/>
          <p:cNvGrpSpPr/>
          <p:nvPr/>
        </p:nvGrpSpPr>
        <p:grpSpPr>
          <a:xfrm>
            <a:off x="2620204" y="4054176"/>
            <a:ext cx="367165" cy="366269"/>
            <a:chOff x="-59092025" y="2296300"/>
            <a:chExt cx="317425" cy="316650"/>
          </a:xfrm>
        </p:grpSpPr>
        <p:sp>
          <p:nvSpPr>
            <p:cNvPr id="12336" name="Google Shape;12336;p8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89"/>
          <p:cNvGrpSpPr/>
          <p:nvPr/>
        </p:nvGrpSpPr>
        <p:grpSpPr>
          <a:xfrm>
            <a:off x="4865611" y="1305095"/>
            <a:ext cx="353174" cy="347599"/>
            <a:chOff x="683125" y="1955275"/>
            <a:chExt cx="299325" cy="294600"/>
          </a:xfrm>
        </p:grpSpPr>
        <p:sp>
          <p:nvSpPr>
            <p:cNvPr id="12339" name="Google Shape;12339;p8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8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89"/>
          <p:cNvGrpSpPr/>
          <p:nvPr/>
        </p:nvGrpSpPr>
        <p:grpSpPr>
          <a:xfrm>
            <a:off x="4866541" y="1755653"/>
            <a:ext cx="351315" cy="349486"/>
            <a:chOff x="685475" y="2318350"/>
            <a:chExt cx="297750" cy="296200"/>
          </a:xfrm>
        </p:grpSpPr>
        <p:sp>
          <p:nvSpPr>
            <p:cNvPr id="12344" name="Google Shape;12344;p8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8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7" name="Google Shape;12347;p89"/>
          <p:cNvGrpSpPr/>
          <p:nvPr/>
        </p:nvGrpSpPr>
        <p:grpSpPr>
          <a:xfrm>
            <a:off x="7094699" y="1304859"/>
            <a:ext cx="309517" cy="348071"/>
            <a:chOff x="2523000" y="1954875"/>
            <a:chExt cx="262325" cy="295000"/>
          </a:xfrm>
        </p:grpSpPr>
        <p:sp>
          <p:nvSpPr>
            <p:cNvPr id="12348" name="Google Shape;12348;p8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8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0" name="Google Shape;12350;p89"/>
          <p:cNvGrpSpPr/>
          <p:nvPr/>
        </p:nvGrpSpPr>
        <p:grpSpPr>
          <a:xfrm>
            <a:off x="7073800" y="1756125"/>
            <a:ext cx="351315" cy="348542"/>
            <a:chOff x="2508825" y="2318350"/>
            <a:chExt cx="297750" cy="295400"/>
          </a:xfrm>
        </p:grpSpPr>
        <p:sp>
          <p:nvSpPr>
            <p:cNvPr id="12351" name="Google Shape;12351;p8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8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3" name="Google Shape;12353;p89"/>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54" name="Google Shape;12354;p89"/>
          <p:cNvGrpSpPr/>
          <p:nvPr/>
        </p:nvGrpSpPr>
        <p:grpSpPr>
          <a:xfrm>
            <a:off x="5747373" y="2670178"/>
            <a:ext cx="347599" cy="348513"/>
            <a:chOff x="4321150" y="1946600"/>
            <a:chExt cx="294600" cy="295375"/>
          </a:xfrm>
        </p:grpSpPr>
        <p:sp>
          <p:nvSpPr>
            <p:cNvPr id="12355" name="Google Shape;12355;p8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8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8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8" name="Google Shape;12358;p89"/>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89"/>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89"/>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89"/>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2" name="Google Shape;12362;p89"/>
          <p:cNvGrpSpPr/>
          <p:nvPr/>
        </p:nvGrpSpPr>
        <p:grpSpPr>
          <a:xfrm>
            <a:off x="5309921" y="1756125"/>
            <a:ext cx="352230" cy="348542"/>
            <a:chOff x="1049375" y="2318350"/>
            <a:chExt cx="298525" cy="295400"/>
          </a:xfrm>
        </p:grpSpPr>
        <p:sp>
          <p:nvSpPr>
            <p:cNvPr id="12363" name="Google Shape;12363;p8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8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8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7" name="Google Shape;12367;p89"/>
          <p:cNvGrpSpPr/>
          <p:nvPr/>
        </p:nvGrpSpPr>
        <p:grpSpPr>
          <a:xfrm>
            <a:off x="5310393" y="2196576"/>
            <a:ext cx="351286" cy="351286"/>
            <a:chOff x="1049375" y="2680675"/>
            <a:chExt cx="297725" cy="297725"/>
          </a:xfrm>
        </p:grpSpPr>
        <p:sp>
          <p:nvSpPr>
            <p:cNvPr id="12368" name="Google Shape;12368;p8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8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89"/>
          <p:cNvGrpSpPr/>
          <p:nvPr/>
        </p:nvGrpSpPr>
        <p:grpSpPr>
          <a:xfrm>
            <a:off x="7523845" y="1304623"/>
            <a:ext cx="348513" cy="348542"/>
            <a:chOff x="2872725" y="1954475"/>
            <a:chExt cx="295375" cy="295400"/>
          </a:xfrm>
        </p:grpSpPr>
        <p:sp>
          <p:nvSpPr>
            <p:cNvPr id="12371" name="Google Shape;12371;p8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89"/>
          <p:cNvGrpSpPr/>
          <p:nvPr/>
        </p:nvGrpSpPr>
        <p:grpSpPr>
          <a:xfrm>
            <a:off x="7545216" y="1755196"/>
            <a:ext cx="305771" cy="350401"/>
            <a:chOff x="2890050" y="2318350"/>
            <a:chExt cx="259150" cy="296975"/>
          </a:xfrm>
        </p:grpSpPr>
        <p:sp>
          <p:nvSpPr>
            <p:cNvPr id="12375" name="Google Shape;12375;p8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7" name="Google Shape;12377;p89"/>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8" name="Google Shape;12378;p89"/>
          <p:cNvGrpSpPr/>
          <p:nvPr/>
        </p:nvGrpSpPr>
        <p:grpSpPr>
          <a:xfrm>
            <a:off x="6187732" y="2670650"/>
            <a:ext cx="347569" cy="347569"/>
            <a:chOff x="4685050" y="1945825"/>
            <a:chExt cx="294575" cy="294575"/>
          </a:xfrm>
        </p:grpSpPr>
        <p:sp>
          <p:nvSpPr>
            <p:cNvPr id="12379" name="Google Shape;12379;p8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4" name="Google Shape;12384;p89"/>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9"/>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6" name="Google Shape;12386;p89"/>
          <p:cNvGrpSpPr/>
          <p:nvPr/>
        </p:nvGrpSpPr>
        <p:grpSpPr>
          <a:xfrm>
            <a:off x="7958004" y="3159625"/>
            <a:ext cx="348513" cy="347599"/>
            <a:chOff x="6131900" y="2301825"/>
            <a:chExt cx="295375" cy="294600"/>
          </a:xfrm>
        </p:grpSpPr>
        <p:sp>
          <p:nvSpPr>
            <p:cNvPr id="12387" name="Google Shape;12387;p8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1" name="Google Shape;12391;p89"/>
          <p:cNvGrpSpPr/>
          <p:nvPr/>
        </p:nvGrpSpPr>
        <p:grpSpPr>
          <a:xfrm>
            <a:off x="5753997" y="1304166"/>
            <a:ext cx="351315" cy="349457"/>
            <a:chOff x="1412450" y="1954475"/>
            <a:chExt cx="297750" cy="296175"/>
          </a:xfrm>
        </p:grpSpPr>
        <p:sp>
          <p:nvSpPr>
            <p:cNvPr id="12392" name="Google Shape;12392;p8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4" name="Google Shape;12394;p89"/>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5" name="Google Shape;12395;p89"/>
          <p:cNvGrpSpPr/>
          <p:nvPr/>
        </p:nvGrpSpPr>
        <p:grpSpPr>
          <a:xfrm>
            <a:off x="5753997" y="2196694"/>
            <a:ext cx="351315" cy="351050"/>
            <a:chOff x="1413250" y="2680675"/>
            <a:chExt cx="297750" cy="297525"/>
          </a:xfrm>
        </p:grpSpPr>
        <p:sp>
          <p:nvSpPr>
            <p:cNvPr id="12396" name="Google Shape;12396;p8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0" name="Google Shape;12400;p89"/>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9"/>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9"/>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3" name="Google Shape;12403;p89"/>
          <p:cNvGrpSpPr/>
          <p:nvPr/>
        </p:nvGrpSpPr>
        <p:grpSpPr>
          <a:xfrm>
            <a:off x="6630407" y="2670311"/>
            <a:ext cx="350371" cy="348247"/>
            <a:chOff x="5045775" y="1946400"/>
            <a:chExt cx="296950" cy="295150"/>
          </a:xfrm>
        </p:grpSpPr>
        <p:sp>
          <p:nvSpPr>
            <p:cNvPr id="12404" name="Google Shape;12404;p8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6" name="Google Shape;12406;p89"/>
          <p:cNvGrpSpPr/>
          <p:nvPr/>
        </p:nvGrpSpPr>
        <p:grpSpPr>
          <a:xfrm>
            <a:off x="6629006" y="3179138"/>
            <a:ext cx="353174" cy="308573"/>
            <a:chOff x="5046550" y="2327025"/>
            <a:chExt cx="299325" cy="261525"/>
          </a:xfrm>
        </p:grpSpPr>
        <p:sp>
          <p:nvSpPr>
            <p:cNvPr id="12407" name="Google Shape;12407;p8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89"/>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1" name="Google Shape;12411;p89"/>
          <p:cNvGrpSpPr/>
          <p:nvPr/>
        </p:nvGrpSpPr>
        <p:grpSpPr>
          <a:xfrm>
            <a:off x="7956604" y="3608476"/>
            <a:ext cx="351315" cy="348513"/>
            <a:chOff x="6167350" y="2672800"/>
            <a:chExt cx="297750" cy="295375"/>
          </a:xfrm>
        </p:grpSpPr>
        <p:sp>
          <p:nvSpPr>
            <p:cNvPr id="12412" name="Google Shape;12412;p8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89"/>
          <p:cNvGrpSpPr/>
          <p:nvPr/>
        </p:nvGrpSpPr>
        <p:grpSpPr>
          <a:xfrm>
            <a:off x="6197601" y="1303709"/>
            <a:ext cx="347599" cy="350371"/>
            <a:chOff x="1777925" y="1953700"/>
            <a:chExt cx="294600" cy="296950"/>
          </a:xfrm>
        </p:grpSpPr>
        <p:sp>
          <p:nvSpPr>
            <p:cNvPr id="12418" name="Google Shape;12418;p8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2" name="Google Shape;12422;p89"/>
          <p:cNvGrpSpPr/>
          <p:nvPr/>
        </p:nvGrpSpPr>
        <p:grpSpPr>
          <a:xfrm>
            <a:off x="6213411" y="1756597"/>
            <a:ext cx="315977" cy="347599"/>
            <a:chOff x="1790525" y="2319150"/>
            <a:chExt cx="267800" cy="294600"/>
          </a:xfrm>
        </p:grpSpPr>
        <p:sp>
          <p:nvSpPr>
            <p:cNvPr id="12423" name="Google Shape;12423;p8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5" name="Google Shape;12425;p89"/>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6" name="Google Shape;12426;p89"/>
          <p:cNvGrpSpPr/>
          <p:nvPr/>
        </p:nvGrpSpPr>
        <p:grpSpPr>
          <a:xfrm>
            <a:off x="4866386" y="2670163"/>
            <a:ext cx="349457" cy="348542"/>
            <a:chOff x="3599700" y="1954475"/>
            <a:chExt cx="296175" cy="295400"/>
          </a:xfrm>
        </p:grpSpPr>
        <p:sp>
          <p:nvSpPr>
            <p:cNvPr id="12427" name="Google Shape;12427;p8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0" name="Google Shape;12430;p89"/>
          <p:cNvGrpSpPr/>
          <p:nvPr/>
        </p:nvGrpSpPr>
        <p:grpSpPr>
          <a:xfrm>
            <a:off x="4867316" y="3159626"/>
            <a:ext cx="347599" cy="347599"/>
            <a:chOff x="3601275" y="2319150"/>
            <a:chExt cx="294600" cy="294600"/>
          </a:xfrm>
        </p:grpSpPr>
        <p:sp>
          <p:nvSpPr>
            <p:cNvPr id="12431" name="Google Shape;12431;p8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3" name="Google Shape;12433;p89"/>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4" name="Google Shape;12434;p89"/>
          <p:cNvGrpSpPr/>
          <p:nvPr/>
        </p:nvGrpSpPr>
        <p:grpSpPr>
          <a:xfrm>
            <a:off x="7087019" y="2669721"/>
            <a:ext cx="328071" cy="349427"/>
            <a:chOff x="5421475" y="1945825"/>
            <a:chExt cx="278050" cy="296150"/>
          </a:xfrm>
        </p:grpSpPr>
        <p:sp>
          <p:nvSpPr>
            <p:cNvPr id="12435" name="Google Shape;12435;p8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3" name="Google Shape;12443;p89"/>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4" name="Google Shape;12444;p89"/>
          <p:cNvGrpSpPr/>
          <p:nvPr/>
        </p:nvGrpSpPr>
        <p:grpSpPr>
          <a:xfrm>
            <a:off x="7075869" y="3670273"/>
            <a:ext cx="350371" cy="224918"/>
            <a:chOff x="5411225" y="2726350"/>
            <a:chExt cx="296950" cy="190625"/>
          </a:xfrm>
        </p:grpSpPr>
        <p:sp>
          <p:nvSpPr>
            <p:cNvPr id="12445" name="Google Shape;12445;p8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7" name="Google Shape;12447;p89"/>
          <p:cNvGrpSpPr/>
          <p:nvPr/>
        </p:nvGrpSpPr>
        <p:grpSpPr>
          <a:xfrm>
            <a:off x="6185904" y="4059546"/>
            <a:ext cx="351286" cy="326390"/>
            <a:chOff x="6524150" y="1938725"/>
            <a:chExt cx="297725" cy="276625"/>
          </a:xfrm>
        </p:grpSpPr>
        <p:sp>
          <p:nvSpPr>
            <p:cNvPr id="12448" name="Google Shape;12448;p8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89"/>
          <p:cNvGrpSpPr/>
          <p:nvPr/>
        </p:nvGrpSpPr>
        <p:grpSpPr>
          <a:xfrm>
            <a:off x="6631047" y="1756007"/>
            <a:ext cx="363380" cy="348778"/>
            <a:chOff x="2140225" y="2318650"/>
            <a:chExt cx="307975" cy="295600"/>
          </a:xfrm>
        </p:grpSpPr>
        <p:sp>
          <p:nvSpPr>
            <p:cNvPr id="12453" name="Google Shape;12453;p8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5" name="Google Shape;12455;p89"/>
          <p:cNvGrpSpPr/>
          <p:nvPr/>
        </p:nvGrpSpPr>
        <p:grpSpPr>
          <a:xfrm>
            <a:off x="6636607" y="2197505"/>
            <a:ext cx="352259" cy="349427"/>
            <a:chOff x="2139425" y="2682250"/>
            <a:chExt cx="298550" cy="296150"/>
          </a:xfrm>
        </p:grpSpPr>
        <p:sp>
          <p:nvSpPr>
            <p:cNvPr id="12456" name="Google Shape;12456;p8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8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89"/>
          <p:cNvGrpSpPr/>
          <p:nvPr/>
        </p:nvGrpSpPr>
        <p:grpSpPr>
          <a:xfrm>
            <a:off x="5301219" y="2711991"/>
            <a:ext cx="350401" cy="264888"/>
            <a:chOff x="3962775" y="1990700"/>
            <a:chExt cx="296975" cy="224500"/>
          </a:xfrm>
        </p:grpSpPr>
        <p:sp>
          <p:nvSpPr>
            <p:cNvPr id="12461" name="Google Shape;12461;p8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9"/>
          <p:cNvGrpSpPr/>
          <p:nvPr/>
        </p:nvGrpSpPr>
        <p:grpSpPr>
          <a:xfrm>
            <a:off x="5301691" y="3158697"/>
            <a:ext cx="349457" cy="349457"/>
            <a:chOff x="3963575" y="2317575"/>
            <a:chExt cx="296175" cy="296175"/>
          </a:xfrm>
        </p:grpSpPr>
        <p:sp>
          <p:nvSpPr>
            <p:cNvPr id="12466" name="Google Shape;12466;p8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2" name="Google Shape;12482;p89"/>
          <p:cNvGrpSpPr/>
          <p:nvPr/>
        </p:nvGrpSpPr>
        <p:grpSpPr>
          <a:xfrm>
            <a:off x="5301691" y="3608476"/>
            <a:ext cx="349457" cy="348513"/>
            <a:chOff x="3962775" y="2683025"/>
            <a:chExt cx="296175" cy="295375"/>
          </a:xfrm>
        </p:grpSpPr>
        <p:sp>
          <p:nvSpPr>
            <p:cNvPr id="12483" name="Google Shape;12483;p8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8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6" name="Google Shape;12486;p89"/>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7" name="Google Shape;12487;p89"/>
          <p:cNvGrpSpPr/>
          <p:nvPr/>
        </p:nvGrpSpPr>
        <p:grpSpPr>
          <a:xfrm>
            <a:off x="7516228" y="3159168"/>
            <a:ext cx="348513" cy="348513"/>
            <a:chOff x="5775900" y="2308125"/>
            <a:chExt cx="295375" cy="295375"/>
          </a:xfrm>
        </p:grpSpPr>
        <p:sp>
          <p:nvSpPr>
            <p:cNvPr id="12488" name="Google Shape;12488;p8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89"/>
          <p:cNvGrpSpPr/>
          <p:nvPr/>
        </p:nvGrpSpPr>
        <p:grpSpPr>
          <a:xfrm>
            <a:off x="7537142" y="3608004"/>
            <a:ext cx="306686" cy="349457"/>
            <a:chOff x="5794025" y="2673575"/>
            <a:chExt cx="259925" cy="296175"/>
          </a:xfrm>
        </p:grpSpPr>
        <p:sp>
          <p:nvSpPr>
            <p:cNvPr id="12494" name="Google Shape;12494;p8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6" name="Google Shape;12496;p89"/>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89"/>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8" name="Google Shape;12498;p89"/>
          <p:cNvGrpSpPr/>
          <p:nvPr/>
        </p:nvGrpSpPr>
        <p:grpSpPr>
          <a:xfrm>
            <a:off x="6637536" y="1304166"/>
            <a:ext cx="350401" cy="349457"/>
            <a:chOff x="2141000" y="1954475"/>
            <a:chExt cx="296975" cy="296175"/>
          </a:xfrm>
        </p:grpSpPr>
        <p:sp>
          <p:nvSpPr>
            <p:cNvPr id="12499" name="Google Shape;12499;p8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06"/>
        <p:cNvGrpSpPr/>
        <p:nvPr/>
      </p:nvGrpSpPr>
      <p:grpSpPr>
        <a:xfrm>
          <a:off x="0" y="0"/>
          <a:ext cx="0" cy="0"/>
          <a:chOff x="0" y="0"/>
          <a:chExt cx="0" cy="0"/>
        </a:xfrm>
      </p:grpSpPr>
      <p:sp>
        <p:nvSpPr>
          <p:cNvPr id="12507" name="Google Shape;12507;p90"/>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2508" name="Google Shape;12508;p90"/>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509" name="Google Shape;12509;p90"/>
          <p:cNvGrpSpPr/>
          <p:nvPr/>
        </p:nvGrpSpPr>
        <p:grpSpPr>
          <a:xfrm>
            <a:off x="882957" y="1306638"/>
            <a:ext cx="292442" cy="355741"/>
            <a:chOff x="-35830350" y="1912725"/>
            <a:chExt cx="241050" cy="293225"/>
          </a:xfrm>
        </p:grpSpPr>
        <p:sp>
          <p:nvSpPr>
            <p:cNvPr id="12510" name="Google Shape;12510;p90"/>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90"/>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2" name="Google Shape;12512;p90"/>
          <p:cNvGrpSpPr/>
          <p:nvPr/>
        </p:nvGrpSpPr>
        <p:grpSpPr>
          <a:xfrm>
            <a:off x="851444" y="1766235"/>
            <a:ext cx="355468" cy="353587"/>
            <a:chOff x="-35854750" y="2272675"/>
            <a:chExt cx="293000" cy="291450"/>
          </a:xfrm>
        </p:grpSpPr>
        <p:sp>
          <p:nvSpPr>
            <p:cNvPr id="12513" name="Google Shape;12513;p90"/>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0"/>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90"/>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90"/>
          <p:cNvGrpSpPr/>
          <p:nvPr/>
        </p:nvGrpSpPr>
        <p:grpSpPr>
          <a:xfrm>
            <a:off x="850958" y="2220821"/>
            <a:ext cx="356438" cy="354558"/>
            <a:chOff x="-35853975" y="2631825"/>
            <a:chExt cx="293800" cy="292250"/>
          </a:xfrm>
        </p:grpSpPr>
        <p:sp>
          <p:nvSpPr>
            <p:cNvPr id="12517" name="Google Shape;12517;p90"/>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90"/>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90"/>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90"/>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90"/>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90"/>
          <p:cNvGrpSpPr/>
          <p:nvPr/>
        </p:nvGrpSpPr>
        <p:grpSpPr>
          <a:xfrm>
            <a:off x="3089562" y="1307714"/>
            <a:ext cx="353587" cy="353587"/>
            <a:chOff x="-34032200" y="1916675"/>
            <a:chExt cx="291450" cy="291450"/>
          </a:xfrm>
        </p:grpSpPr>
        <p:sp>
          <p:nvSpPr>
            <p:cNvPr id="12523" name="Google Shape;12523;p90"/>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90"/>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90"/>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90"/>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27" name="Google Shape;12527;p90"/>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8" name="Google Shape;12528;p90"/>
          <p:cNvGrpSpPr/>
          <p:nvPr/>
        </p:nvGrpSpPr>
        <p:grpSpPr>
          <a:xfrm>
            <a:off x="3089092" y="2220821"/>
            <a:ext cx="354527" cy="354558"/>
            <a:chOff x="-34032200" y="2634975"/>
            <a:chExt cx="292225" cy="292250"/>
          </a:xfrm>
        </p:grpSpPr>
        <p:sp>
          <p:nvSpPr>
            <p:cNvPr id="12529" name="Google Shape;12529;p90"/>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0"/>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0"/>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90"/>
          <p:cNvGrpSpPr/>
          <p:nvPr/>
        </p:nvGrpSpPr>
        <p:grpSpPr>
          <a:xfrm>
            <a:off x="1739487" y="2687069"/>
            <a:ext cx="358379" cy="354527"/>
            <a:chOff x="-32245875" y="1938725"/>
            <a:chExt cx="295400" cy="292225"/>
          </a:xfrm>
        </p:grpSpPr>
        <p:sp>
          <p:nvSpPr>
            <p:cNvPr id="12533" name="Google Shape;12533;p90"/>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0"/>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90"/>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90"/>
          <p:cNvGrpSpPr/>
          <p:nvPr/>
        </p:nvGrpSpPr>
        <p:grpSpPr>
          <a:xfrm>
            <a:off x="1736150" y="3156468"/>
            <a:ext cx="365052" cy="352162"/>
            <a:chOff x="-32243500" y="2299850"/>
            <a:chExt cx="300900" cy="290275"/>
          </a:xfrm>
        </p:grpSpPr>
        <p:sp>
          <p:nvSpPr>
            <p:cNvPr id="12537" name="Google Shape;12537;p90"/>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0"/>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9" name="Google Shape;12539;p90"/>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0" name="Google Shape;12540;p90"/>
          <p:cNvGrpSpPr/>
          <p:nvPr/>
        </p:nvGrpSpPr>
        <p:grpSpPr>
          <a:xfrm>
            <a:off x="1299432" y="1306759"/>
            <a:ext cx="354527" cy="355498"/>
            <a:chOff x="-35495600" y="1912725"/>
            <a:chExt cx="292225" cy="293025"/>
          </a:xfrm>
        </p:grpSpPr>
        <p:sp>
          <p:nvSpPr>
            <p:cNvPr id="12541" name="Google Shape;12541;p90"/>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0"/>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90"/>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4" name="Google Shape;12544;p90"/>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5" name="Google Shape;12545;p90"/>
          <p:cNvGrpSpPr/>
          <p:nvPr/>
        </p:nvGrpSpPr>
        <p:grpSpPr>
          <a:xfrm>
            <a:off x="1299432" y="2221307"/>
            <a:ext cx="354527" cy="353587"/>
            <a:chOff x="-35495600" y="2631825"/>
            <a:chExt cx="292225" cy="291450"/>
          </a:xfrm>
        </p:grpSpPr>
        <p:sp>
          <p:nvSpPr>
            <p:cNvPr id="12546" name="Google Shape;12546;p90"/>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0"/>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0"/>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90"/>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0" name="Google Shape;12550;p90"/>
          <p:cNvGrpSpPr/>
          <p:nvPr/>
        </p:nvGrpSpPr>
        <p:grpSpPr>
          <a:xfrm>
            <a:off x="3537081" y="1307714"/>
            <a:ext cx="353587" cy="353587"/>
            <a:chOff x="-33673825" y="1916675"/>
            <a:chExt cx="291450" cy="291450"/>
          </a:xfrm>
        </p:grpSpPr>
        <p:sp>
          <p:nvSpPr>
            <p:cNvPr id="12551" name="Google Shape;12551;p90"/>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90"/>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0"/>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90"/>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90"/>
          <p:cNvGrpSpPr/>
          <p:nvPr/>
        </p:nvGrpSpPr>
        <p:grpSpPr>
          <a:xfrm>
            <a:off x="3534700" y="1765295"/>
            <a:ext cx="358349" cy="355468"/>
            <a:chOff x="-33676975" y="2275050"/>
            <a:chExt cx="295375" cy="293000"/>
          </a:xfrm>
        </p:grpSpPr>
        <p:sp>
          <p:nvSpPr>
            <p:cNvPr id="12556" name="Google Shape;12556;p90"/>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0"/>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0"/>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90"/>
          <p:cNvGrpSpPr/>
          <p:nvPr/>
        </p:nvGrpSpPr>
        <p:grpSpPr>
          <a:xfrm>
            <a:off x="3537081" y="2220594"/>
            <a:ext cx="353587" cy="355013"/>
            <a:chOff x="-33673825" y="2634975"/>
            <a:chExt cx="291450" cy="292625"/>
          </a:xfrm>
        </p:grpSpPr>
        <p:sp>
          <p:nvSpPr>
            <p:cNvPr id="12560" name="Google Shape;12560;p90"/>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90"/>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2" name="Google Shape;12562;p90"/>
          <p:cNvGrpSpPr/>
          <p:nvPr/>
        </p:nvGrpSpPr>
        <p:grpSpPr>
          <a:xfrm>
            <a:off x="2205089" y="2687509"/>
            <a:ext cx="329687" cy="353648"/>
            <a:chOff x="-31874100" y="1939525"/>
            <a:chExt cx="271750" cy="291500"/>
          </a:xfrm>
        </p:grpSpPr>
        <p:sp>
          <p:nvSpPr>
            <p:cNvPr id="12563" name="Google Shape;12563;p90"/>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90"/>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5" name="Google Shape;12565;p90"/>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66" name="Google Shape;12566;p90"/>
          <p:cNvGrpSpPr/>
          <p:nvPr/>
        </p:nvGrpSpPr>
        <p:grpSpPr>
          <a:xfrm>
            <a:off x="2186451" y="3616531"/>
            <a:ext cx="366963" cy="352768"/>
            <a:chOff x="-31889075" y="2658950"/>
            <a:chExt cx="302475" cy="290775"/>
          </a:xfrm>
        </p:grpSpPr>
        <p:sp>
          <p:nvSpPr>
            <p:cNvPr id="12567" name="Google Shape;12567;p90"/>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90"/>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9" name="Google Shape;12569;p90"/>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0" name="Google Shape;12570;p90"/>
          <p:cNvGrpSpPr/>
          <p:nvPr/>
        </p:nvGrpSpPr>
        <p:grpSpPr>
          <a:xfrm>
            <a:off x="1747421" y="1306759"/>
            <a:ext cx="354527" cy="355498"/>
            <a:chOff x="-35136450" y="1912725"/>
            <a:chExt cx="292225" cy="293025"/>
          </a:xfrm>
        </p:grpSpPr>
        <p:sp>
          <p:nvSpPr>
            <p:cNvPr id="12571" name="Google Shape;12571;p90"/>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0"/>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90"/>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4" name="Google Shape;12574;p90"/>
          <p:cNvGrpSpPr/>
          <p:nvPr/>
        </p:nvGrpSpPr>
        <p:grpSpPr>
          <a:xfrm>
            <a:off x="1747891" y="1765978"/>
            <a:ext cx="353587" cy="354103"/>
            <a:chOff x="-35134875" y="2272675"/>
            <a:chExt cx="291450" cy="291875"/>
          </a:xfrm>
        </p:grpSpPr>
        <p:sp>
          <p:nvSpPr>
            <p:cNvPr id="12575" name="Google Shape;12575;p90"/>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0"/>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90"/>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90"/>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9" name="Google Shape;12579;p90"/>
          <p:cNvGrpSpPr/>
          <p:nvPr/>
        </p:nvGrpSpPr>
        <p:grpSpPr>
          <a:xfrm>
            <a:off x="1789458" y="2221307"/>
            <a:ext cx="270453" cy="353587"/>
            <a:chOff x="-35101800" y="2631050"/>
            <a:chExt cx="222925" cy="291450"/>
          </a:xfrm>
        </p:grpSpPr>
        <p:sp>
          <p:nvSpPr>
            <p:cNvPr id="12580" name="Google Shape;12580;p90"/>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0"/>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90"/>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90"/>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4" name="Google Shape;12584;p90"/>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5" name="Google Shape;12585;p90"/>
          <p:cNvGrpSpPr/>
          <p:nvPr/>
        </p:nvGrpSpPr>
        <p:grpSpPr>
          <a:xfrm>
            <a:off x="3977510" y="1765295"/>
            <a:ext cx="353587" cy="355468"/>
            <a:chOff x="-33314675" y="2275050"/>
            <a:chExt cx="291450" cy="293000"/>
          </a:xfrm>
        </p:grpSpPr>
        <p:sp>
          <p:nvSpPr>
            <p:cNvPr id="12586" name="Google Shape;12586;p90"/>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0"/>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0"/>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9" name="Google Shape;12589;p90"/>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0" name="Google Shape;12590;p90"/>
          <p:cNvGrpSpPr/>
          <p:nvPr/>
        </p:nvGrpSpPr>
        <p:grpSpPr>
          <a:xfrm>
            <a:off x="2639701" y="2687555"/>
            <a:ext cx="353587" cy="353557"/>
            <a:chOff x="-31523625" y="1939525"/>
            <a:chExt cx="291450" cy="291425"/>
          </a:xfrm>
        </p:grpSpPr>
        <p:sp>
          <p:nvSpPr>
            <p:cNvPr id="12591" name="Google Shape;12591;p90"/>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0"/>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0"/>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90"/>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0"/>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0"/>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90"/>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0"/>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90"/>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0"/>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0"/>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90"/>
          <p:cNvGrpSpPr/>
          <p:nvPr/>
        </p:nvGrpSpPr>
        <p:grpSpPr>
          <a:xfrm>
            <a:off x="2638746" y="3155755"/>
            <a:ext cx="355498" cy="353587"/>
            <a:chOff x="-31523625" y="2298675"/>
            <a:chExt cx="293025" cy="291450"/>
          </a:xfrm>
        </p:grpSpPr>
        <p:sp>
          <p:nvSpPr>
            <p:cNvPr id="12603" name="Google Shape;12603;p90"/>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0"/>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90"/>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6" name="Google Shape;12606;p90"/>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0"/>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08" name="Google Shape;12608;p90"/>
          <p:cNvGrpSpPr/>
          <p:nvPr/>
        </p:nvGrpSpPr>
        <p:grpSpPr>
          <a:xfrm>
            <a:off x="2205934" y="1307729"/>
            <a:ext cx="331598" cy="353557"/>
            <a:chOff x="-34767825" y="1914325"/>
            <a:chExt cx="273325" cy="291425"/>
          </a:xfrm>
        </p:grpSpPr>
        <p:sp>
          <p:nvSpPr>
            <p:cNvPr id="12609" name="Google Shape;12609;p90"/>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0"/>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0"/>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2" name="Google Shape;12612;p90"/>
          <p:cNvGrpSpPr/>
          <p:nvPr/>
        </p:nvGrpSpPr>
        <p:grpSpPr>
          <a:xfrm>
            <a:off x="2193513" y="1765280"/>
            <a:ext cx="356438" cy="355498"/>
            <a:chOff x="-34778075" y="2272675"/>
            <a:chExt cx="293800" cy="293025"/>
          </a:xfrm>
        </p:grpSpPr>
        <p:sp>
          <p:nvSpPr>
            <p:cNvPr id="12613" name="Google Shape;12613;p90"/>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90"/>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0"/>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90"/>
          <p:cNvGrpSpPr/>
          <p:nvPr/>
        </p:nvGrpSpPr>
        <p:grpSpPr>
          <a:xfrm>
            <a:off x="2194939" y="2221307"/>
            <a:ext cx="353587" cy="353587"/>
            <a:chOff x="-34776500" y="2631825"/>
            <a:chExt cx="291450" cy="291450"/>
          </a:xfrm>
        </p:grpSpPr>
        <p:sp>
          <p:nvSpPr>
            <p:cNvPr id="12617" name="Google Shape;12617;p90"/>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90"/>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0"/>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90"/>
          <p:cNvGrpSpPr/>
          <p:nvPr/>
        </p:nvGrpSpPr>
        <p:grpSpPr>
          <a:xfrm>
            <a:off x="853628" y="2685160"/>
            <a:ext cx="354527" cy="358349"/>
            <a:chOff x="-32956300" y="1915900"/>
            <a:chExt cx="292225" cy="295375"/>
          </a:xfrm>
        </p:grpSpPr>
        <p:sp>
          <p:nvSpPr>
            <p:cNvPr id="12621" name="Google Shape;12621;p90"/>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90"/>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3" name="Google Shape;12623;p90"/>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0"/>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5" name="Google Shape;12625;p90"/>
          <p:cNvGrpSpPr/>
          <p:nvPr/>
        </p:nvGrpSpPr>
        <p:grpSpPr>
          <a:xfrm>
            <a:off x="3081101" y="2687555"/>
            <a:ext cx="356438" cy="353557"/>
            <a:chOff x="-31166825" y="1939525"/>
            <a:chExt cx="293800" cy="291425"/>
          </a:xfrm>
        </p:grpSpPr>
        <p:sp>
          <p:nvSpPr>
            <p:cNvPr id="12626" name="Google Shape;12626;p90"/>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0"/>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0"/>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0"/>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0"/>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0"/>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0"/>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0"/>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0"/>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0"/>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0"/>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90"/>
          <p:cNvGrpSpPr/>
          <p:nvPr/>
        </p:nvGrpSpPr>
        <p:grpSpPr>
          <a:xfrm>
            <a:off x="3082057" y="3155482"/>
            <a:ext cx="354527" cy="354133"/>
            <a:chOff x="-31165250" y="2298675"/>
            <a:chExt cx="292225" cy="291900"/>
          </a:xfrm>
        </p:grpSpPr>
        <p:sp>
          <p:nvSpPr>
            <p:cNvPr id="12638" name="Google Shape;12638;p90"/>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90"/>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0"/>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1" name="Google Shape;12641;p90"/>
          <p:cNvGrpSpPr/>
          <p:nvPr/>
        </p:nvGrpSpPr>
        <p:grpSpPr>
          <a:xfrm>
            <a:off x="3082542" y="3616136"/>
            <a:ext cx="353557" cy="353557"/>
            <a:chOff x="-31164450" y="2657050"/>
            <a:chExt cx="291425" cy="291425"/>
          </a:xfrm>
        </p:grpSpPr>
        <p:sp>
          <p:nvSpPr>
            <p:cNvPr id="12642" name="Google Shape;12642;p90"/>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0"/>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0"/>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0"/>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46" name="Google Shape;12646;p90"/>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7" name="Google Shape;12647;p90"/>
          <p:cNvGrpSpPr/>
          <p:nvPr/>
        </p:nvGrpSpPr>
        <p:grpSpPr>
          <a:xfrm>
            <a:off x="2632987" y="1307366"/>
            <a:ext cx="358349" cy="354285"/>
            <a:chOff x="-34421275" y="1912725"/>
            <a:chExt cx="295375" cy="292025"/>
          </a:xfrm>
        </p:grpSpPr>
        <p:sp>
          <p:nvSpPr>
            <p:cNvPr id="12648" name="Google Shape;12648;p90"/>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90"/>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90"/>
          <p:cNvGrpSpPr/>
          <p:nvPr/>
        </p:nvGrpSpPr>
        <p:grpSpPr>
          <a:xfrm>
            <a:off x="2632032" y="1765280"/>
            <a:ext cx="360260" cy="355498"/>
            <a:chOff x="-34418125" y="2271100"/>
            <a:chExt cx="296950" cy="293025"/>
          </a:xfrm>
        </p:grpSpPr>
        <p:sp>
          <p:nvSpPr>
            <p:cNvPr id="12651" name="Google Shape;12651;p90"/>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0"/>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0"/>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0"/>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0"/>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6" name="Google Shape;12656;p90"/>
          <p:cNvGrpSpPr/>
          <p:nvPr/>
        </p:nvGrpSpPr>
        <p:grpSpPr>
          <a:xfrm>
            <a:off x="2632987" y="2221307"/>
            <a:ext cx="358349" cy="353587"/>
            <a:chOff x="-34421275" y="2631050"/>
            <a:chExt cx="295375" cy="291450"/>
          </a:xfrm>
        </p:grpSpPr>
        <p:sp>
          <p:nvSpPr>
            <p:cNvPr id="12657" name="Google Shape;12657;p90"/>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0"/>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0"/>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90"/>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1" name="Google Shape;12661;p90"/>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0"/>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0"/>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4" name="Google Shape;12664;p90"/>
          <p:cNvGrpSpPr/>
          <p:nvPr/>
        </p:nvGrpSpPr>
        <p:grpSpPr>
          <a:xfrm>
            <a:off x="3537620" y="2688025"/>
            <a:ext cx="353587" cy="352617"/>
            <a:chOff x="-30805300" y="1938725"/>
            <a:chExt cx="291450" cy="290650"/>
          </a:xfrm>
        </p:grpSpPr>
        <p:sp>
          <p:nvSpPr>
            <p:cNvPr id="12665" name="Google Shape;12665;p90"/>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0"/>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90"/>
          <p:cNvGrpSpPr/>
          <p:nvPr/>
        </p:nvGrpSpPr>
        <p:grpSpPr>
          <a:xfrm>
            <a:off x="3538105" y="3155952"/>
            <a:ext cx="352617" cy="353193"/>
            <a:chOff x="-30805300" y="2298675"/>
            <a:chExt cx="290650" cy="291125"/>
          </a:xfrm>
        </p:grpSpPr>
        <p:sp>
          <p:nvSpPr>
            <p:cNvPr id="12668" name="Google Shape;12668;p90"/>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0"/>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0"/>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90"/>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90"/>
          <p:cNvGrpSpPr/>
          <p:nvPr/>
        </p:nvGrpSpPr>
        <p:grpSpPr>
          <a:xfrm>
            <a:off x="3537635" y="3616136"/>
            <a:ext cx="353557" cy="353557"/>
            <a:chOff x="-30806075" y="2657050"/>
            <a:chExt cx="291425" cy="291425"/>
          </a:xfrm>
        </p:grpSpPr>
        <p:sp>
          <p:nvSpPr>
            <p:cNvPr id="12673" name="Google Shape;12673;p90"/>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90"/>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0"/>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90"/>
          <p:cNvGrpSpPr/>
          <p:nvPr/>
        </p:nvGrpSpPr>
        <p:grpSpPr>
          <a:xfrm>
            <a:off x="2639681" y="4073943"/>
            <a:ext cx="353557" cy="353557"/>
            <a:chOff x="-30064925" y="2332550"/>
            <a:chExt cx="291425" cy="291425"/>
          </a:xfrm>
        </p:grpSpPr>
        <p:sp>
          <p:nvSpPr>
            <p:cNvPr id="12677" name="Google Shape;12677;p90"/>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90"/>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0"/>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0" name="Google Shape;12680;p90"/>
          <p:cNvGrpSpPr/>
          <p:nvPr/>
        </p:nvGrpSpPr>
        <p:grpSpPr>
          <a:xfrm>
            <a:off x="3983068" y="2683443"/>
            <a:ext cx="348855" cy="347879"/>
            <a:chOff x="2821450" y="2957850"/>
            <a:chExt cx="259275" cy="258550"/>
          </a:xfrm>
        </p:grpSpPr>
        <p:sp>
          <p:nvSpPr>
            <p:cNvPr id="12681" name="Google Shape;12681;p90"/>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0"/>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0"/>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en-GB"/>
            </a:p>
          </p:txBody>
        </p:sp>
      </p:grpSp>
      <p:grpSp>
        <p:nvGrpSpPr>
          <p:cNvPr id="12684" name="Google Shape;12684;p90"/>
          <p:cNvGrpSpPr/>
          <p:nvPr/>
        </p:nvGrpSpPr>
        <p:grpSpPr>
          <a:xfrm>
            <a:off x="4858100" y="1304461"/>
            <a:ext cx="361090" cy="361090"/>
            <a:chOff x="-57970450" y="1903275"/>
            <a:chExt cx="318225" cy="318225"/>
          </a:xfrm>
        </p:grpSpPr>
        <p:sp>
          <p:nvSpPr>
            <p:cNvPr id="12685" name="Google Shape;12685;p90"/>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0"/>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0"/>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0"/>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90"/>
          <p:cNvGrpSpPr/>
          <p:nvPr/>
        </p:nvGrpSpPr>
        <p:grpSpPr>
          <a:xfrm>
            <a:off x="4880000" y="1780418"/>
            <a:ext cx="317290" cy="359303"/>
            <a:chOff x="-57950750" y="2296300"/>
            <a:chExt cx="279625" cy="316650"/>
          </a:xfrm>
        </p:grpSpPr>
        <p:sp>
          <p:nvSpPr>
            <p:cNvPr id="12690" name="Google Shape;12690;p90"/>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0"/>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90"/>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90"/>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90"/>
          <p:cNvGrpSpPr/>
          <p:nvPr/>
        </p:nvGrpSpPr>
        <p:grpSpPr>
          <a:xfrm>
            <a:off x="4858214" y="2232094"/>
            <a:ext cx="360863" cy="360211"/>
            <a:chOff x="-57969675" y="2687750"/>
            <a:chExt cx="318025" cy="317450"/>
          </a:xfrm>
        </p:grpSpPr>
        <p:sp>
          <p:nvSpPr>
            <p:cNvPr id="12695" name="Google Shape;12695;p90"/>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0"/>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90"/>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90"/>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9" name="Google Shape;12699;p90"/>
          <p:cNvGrpSpPr/>
          <p:nvPr/>
        </p:nvGrpSpPr>
        <p:grpSpPr>
          <a:xfrm>
            <a:off x="7067397" y="1304461"/>
            <a:ext cx="363785" cy="361090"/>
            <a:chOff x="-56012425" y="1903275"/>
            <a:chExt cx="320600" cy="318225"/>
          </a:xfrm>
        </p:grpSpPr>
        <p:sp>
          <p:nvSpPr>
            <p:cNvPr id="12700" name="Google Shape;12700;p90"/>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90"/>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90"/>
          <p:cNvGrpSpPr/>
          <p:nvPr/>
        </p:nvGrpSpPr>
        <p:grpSpPr>
          <a:xfrm>
            <a:off x="7068290" y="1778631"/>
            <a:ext cx="361998" cy="361998"/>
            <a:chOff x="-56010850" y="2294725"/>
            <a:chExt cx="319025" cy="319025"/>
          </a:xfrm>
        </p:grpSpPr>
        <p:sp>
          <p:nvSpPr>
            <p:cNvPr id="12703" name="Google Shape;12703;p90"/>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0"/>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90"/>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90"/>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7" name="Google Shape;12707;p90"/>
          <p:cNvGrpSpPr/>
          <p:nvPr/>
        </p:nvGrpSpPr>
        <p:grpSpPr>
          <a:xfrm>
            <a:off x="7068305" y="2231215"/>
            <a:ext cx="361969" cy="361090"/>
            <a:chOff x="-56010050" y="2686975"/>
            <a:chExt cx="319000" cy="318225"/>
          </a:xfrm>
        </p:grpSpPr>
        <p:sp>
          <p:nvSpPr>
            <p:cNvPr id="12708" name="Google Shape;12708;p90"/>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90"/>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90"/>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90"/>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90"/>
          <p:cNvGrpSpPr/>
          <p:nvPr/>
        </p:nvGrpSpPr>
        <p:grpSpPr>
          <a:xfrm>
            <a:off x="5753801" y="2684124"/>
            <a:ext cx="361998" cy="361090"/>
            <a:chOff x="-54081175" y="1903275"/>
            <a:chExt cx="319025" cy="318225"/>
          </a:xfrm>
        </p:grpSpPr>
        <p:sp>
          <p:nvSpPr>
            <p:cNvPr id="12713" name="Google Shape;12713;p90"/>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90"/>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90"/>
          <p:cNvGrpSpPr/>
          <p:nvPr/>
        </p:nvGrpSpPr>
        <p:grpSpPr>
          <a:xfrm>
            <a:off x="5776154" y="3137587"/>
            <a:ext cx="317290" cy="360211"/>
            <a:chOff x="-54063050" y="2296300"/>
            <a:chExt cx="279625" cy="317450"/>
          </a:xfrm>
        </p:grpSpPr>
        <p:sp>
          <p:nvSpPr>
            <p:cNvPr id="12716" name="Google Shape;12716;p90"/>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90"/>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90"/>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90"/>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90"/>
          <p:cNvGrpSpPr/>
          <p:nvPr/>
        </p:nvGrpSpPr>
        <p:grpSpPr>
          <a:xfrm>
            <a:off x="5776154" y="3601649"/>
            <a:ext cx="317290" cy="361033"/>
            <a:chOff x="-54061475" y="2685450"/>
            <a:chExt cx="279625" cy="318175"/>
          </a:xfrm>
        </p:grpSpPr>
        <p:sp>
          <p:nvSpPr>
            <p:cNvPr id="12721" name="Google Shape;12721;p90"/>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90"/>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0"/>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90"/>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5" name="Google Shape;12725;p90"/>
          <p:cNvGrpSpPr/>
          <p:nvPr/>
        </p:nvGrpSpPr>
        <p:grpSpPr>
          <a:xfrm>
            <a:off x="8029690" y="2693967"/>
            <a:ext cx="275278" cy="361969"/>
            <a:chOff x="-52074300" y="1911950"/>
            <a:chExt cx="242600" cy="319000"/>
          </a:xfrm>
        </p:grpSpPr>
        <p:sp>
          <p:nvSpPr>
            <p:cNvPr id="12726" name="Google Shape;12726;p90"/>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0"/>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0"/>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0"/>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0" name="Google Shape;12730;p90"/>
          <p:cNvGrpSpPr/>
          <p:nvPr/>
        </p:nvGrpSpPr>
        <p:grpSpPr>
          <a:xfrm>
            <a:off x="5287689" y="1305369"/>
            <a:ext cx="361998" cy="361090"/>
            <a:chOff x="-57578225" y="1904075"/>
            <a:chExt cx="319025" cy="318225"/>
          </a:xfrm>
        </p:grpSpPr>
        <p:sp>
          <p:nvSpPr>
            <p:cNvPr id="12731" name="Google Shape;12731;p90"/>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0"/>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90"/>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90"/>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5" name="Google Shape;12735;p90"/>
          <p:cNvGrpSpPr/>
          <p:nvPr/>
        </p:nvGrpSpPr>
        <p:grpSpPr>
          <a:xfrm>
            <a:off x="5310042" y="1778631"/>
            <a:ext cx="317290" cy="361090"/>
            <a:chOff x="-57558525" y="2294725"/>
            <a:chExt cx="279625" cy="318225"/>
          </a:xfrm>
        </p:grpSpPr>
        <p:sp>
          <p:nvSpPr>
            <p:cNvPr id="12736" name="Google Shape;12736;p90"/>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90"/>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90"/>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90"/>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90"/>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1" name="Google Shape;12741;p90"/>
          <p:cNvGrpSpPr/>
          <p:nvPr/>
        </p:nvGrpSpPr>
        <p:grpSpPr>
          <a:xfrm>
            <a:off x="5285901" y="2231215"/>
            <a:ext cx="365572" cy="361969"/>
            <a:chOff x="-57579800" y="2686975"/>
            <a:chExt cx="322175" cy="319000"/>
          </a:xfrm>
        </p:grpSpPr>
        <p:sp>
          <p:nvSpPr>
            <p:cNvPr id="12742" name="Google Shape;12742;p90"/>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90"/>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90"/>
          <p:cNvGrpSpPr/>
          <p:nvPr/>
        </p:nvGrpSpPr>
        <p:grpSpPr>
          <a:xfrm>
            <a:off x="7510682" y="1778631"/>
            <a:ext cx="367359" cy="361090"/>
            <a:chOff x="-55620975" y="2294725"/>
            <a:chExt cx="323750" cy="318225"/>
          </a:xfrm>
        </p:grpSpPr>
        <p:sp>
          <p:nvSpPr>
            <p:cNvPr id="12745" name="Google Shape;12745;p90"/>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90"/>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0"/>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0"/>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0"/>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0"/>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90"/>
          <p:cNvGrpSpPr/>
          <p:nvPr/>
        </p:nvGrpSpPr>
        <p:grpSpPr>
          <a:xfrm>
            <a:off x="7512923" y="2231130"/>
            <a:ext cx="362877" cy="361175"/>
            <a:chOff x="-55620175" y="2686900"/>
            <a:chExt cx="319800" cy="318300"/>
          </a:xfrm>
        </p:grpSpPr>
        <p:sp>
          <p:nvSpPr>
            <p:cNvPr id="12752" name="Google Shape;12752;p90"/>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0"/>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90"/>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90"/>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6" name="Google Shape;12756;p90"/>
          <p:cNvGrpSpPr/>
          <p:nvPr/>
        </p:nvGrpSpPr>
        <p:grpSpPr>
          <a:xfrm>
            <a:off x="6198887" y="2684124"/>
            <a:ext cx="361969" cy="361090"/>
            <a:chOff x="-53690500" y="1903275"/>
            <a:chExt cx="319000" cy="318225"/>
          </a:xfrm>
        </p:grpSpPr>
        <p:sp>
          <p:nvSpPr>
            <p:cNvPr id="12757" name="Google Shape;12757;p90"/>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90"/>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90"/>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0"/>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1" name="Google Shape;12761;p90"/>
          <p:cNvGrpSpPr/>
          <p:nvPr/>
        </p:nvGrpSpPr>
        <p:grpSpPr>
          <a:xfrm>
            <a:off x="6221226" y="3137587"/>
            <a:ext cx="317290" cy="359303"/>
            <a:chOff x="-53670800" y="2296300"/>
            <a:chExt cx="279625" cy="316650"/>
          </a:xfrm>
        </p:grpSpPr>
        <p:sp>
          <p:nvSpPr>
            <p:cNvPr id="12762" name="Google Shape;12762;p90"/>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90"/>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90"/>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90"/>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6" name="Google Shape;12766;p90"/>
          <p:cNvGrpSpPr/>
          <p:nvPr/>
        </p:nvGrpSpPr>
        <p:grpSpPr>
          <a:xfrm>
            <a:off x="6198887" y="3602925"/>
            <a:ext cx="361969" cy="361544"/>
            <a:chOff x="-53690500" y="2686575"/>
            <a:chExt cx="319000" cy="318625"/>
          </a:xfrm>
        </p:grpSpPr>
        <p:sp>
          <p:nvSpPr>
            <p:cNvPr id="12767" name="Google Shape;12767;p90"/>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90"/>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90"/>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90"/>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1" name="Google Shape;12771;p90"/>
          <p:cNvGrpSpPr/>
          <p:nvPr/>
        </p:nvGrpSpPr>
        <p:grpSpPr>
          <a:xfrm>
            <a:off x="8008669" y="3145785"/>
            <a:ext cx="317319" cy="360948"/>
            <a:chOff x="-52092425" y="2303525"/>
            <a:chExt cx="279650" cy="318100"/>
          </a:xfrm>
        </p:grpSpPr>
        <p:sp>
          <p:nvSpPr>
            <p:cNvPr id="12772" name="Google Shape;12772;p90"/>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90"/>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90"/>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90"/>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90"/>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7" name="Google Shape;12777;p90"/>
          <p:cNvGrpSpPr/>
          <p:nvPr/>
        </p:nvGrpSpPr>
        <p:grpSpPr>
          <a:xfrm>
            <a:off x="5727728" y="1306249"/>
            <a:ext cx="363756" cy="361090"/>
            <a:chOff x="-57189125" y="1904850"/>
            <a:chExt cx="320575" cy="318225"/>
          </a:xfrm>
        </p:grpSpPr>
        <p:sp>
          <p:nvSpPr>
            <p:cNvPr id="12778" name="Google Shape;12778;p90"/>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90"/>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90"/>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90"/>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90"/>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90"/>
          <p:cNvGrpSpPr/>
          <p:nvPr/>
        </p:nvGrpSpPr>
        <p:grpSpPr>
          <a:xfrm>
            <a:off x="5728621" y="1800985"/>
            <a:ext cx="361969" cy="316411"/>
            <a:chOff x="-57187550" y="2314425"/>
            <a:chExt cx="319000" cy="278850"/>
          </a:xfrm>
        </p:grpSpPr>
        <p:sp>
          <p:nvSpPr>
            <p:cNvPr id="12784" name="Google Shape;12784;p90"/>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0"/>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90"/>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90"/>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90"/>
          <p:cNvGrpSpPr/>
          <p:nvPr/>
        </p:nvGrpSpPr>
        <p:grpSpPr>
          <a:xfrm>
            <a:off x="5745585" y="2230534"/>
            <a:ext cx="328042" cy="361771"/>
            <a:chOff x="-57172600" y="2686375"/>
            <a:chExt cx="289100" cy="318825"/>
          </a:xfrm>
        </p:grpSpPr>
        <p:sp>
          <p:nvSpPr>
            <p:cNvPr id="12789" name="Google Shape;12789;p90"/>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90"/>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1" name="Google Shape;12791;p90"/>
          <p:cNvGrpSpPr/>
          <p:nvPr/>
        </p:nvGrpSpPr>
        <p:grpSpPr>
          <a:xfrm>
            <a:off x="7958434" y="1304461"/>
            <a:ext cx="361090" cy="359303"/>
            <a:chOff x="-55225575" y="1903275"/>
            <a:chExt cx="318225" cy="316650"/>
          </a:xfrm>
        </p:grpSpPr>
        <p:sp>
          <p:nvSpPr>
            <p:cNvPr id="12792" name="Google Shape;12792;p90"/>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90"/>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90"/>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90"/>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90"/>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7" name="Google Shape;12797;p90"/>
          <p:cNvGrpSpPr/>
          <p:nvPr/>
        </p:nvGrpSpPr>
        <p:grpSpPr>
          <a:xfrm>
            <a:off x="7969611" y="1780418"/>
            <a:ext cx="338736" cy="359303"/>
            <a:chOff x="-55217700" y="2296300"/>
            <a:chExt cx="298525" cy="316650"/>
          </a:xfrm>
        </p:grpSpPr>
        <p:sp>
          <p:nvSpPr>
            <p:cNvPr id="12798" name="Google Shape;12798;p90"/>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90"/>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90"/>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90"/>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2" name="Google Shape;12802;p90"/>
          <p:cNvGrpSpPr/>
          <p:nvPr/>
        </p:nvGrpSpPr>
        <p:grpSpPr>
          <a:xfrm>
            <a:off x="7957541" y="2233002"/>
            <a:ext cx="362877" cy="359303"/>
            <a:chOff x="-55229525" y="2688550"/>
            <a:chExt cx="319800" cy="316650"/>
          </a:xfrm>
        </p:grpSpPr>
        <p:sp>
          <p:nvSpPr>
            <p:cNvPr id="12803" name="Google Shape;12803;p90"/>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90"/>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90"/>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90"/>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90"/>
          <p:cNvGrpSpPr/>
          <p:nvPr/>
        </p:nvGrpSpPr>
        <p:grpSpPr>
          <a:xfrm>
            <a:off x="6653760" y="2684124"/>
            <a:ext cx="338765" cy="361090"/>
            <a:chOff x="-53288825" y="1903275"/>
            <a:chExt cx="298550" cy="318225"/>
          </a:xfrm>
        </p:grpSpPr>
        <p:sp>
          <p:nvSpPr>
            <p:cNvPr id="12808" name="Google Shape;12808;p90"/>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90"/>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90"/>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90"/>
          <p:cNvGrpSpPr/>
          <p:nvPr/>
        </p:nvGrpSpPr>
        <p:grpSpPr>
          <a:xfrm>
            <a:off x="6642143" y="3135800"/>
            <a:ext cx="361998" cy="361090"/>
            <a:chOff x="-53299850" y="2294725"/>
            <a:chExt cx="319025" cy="318225"/>
          </a:xfrm>
        </p:grpSpPr>
        <p:sp>
          <p:nvSpPr>
            <p:cNvPr id="12812" name="Google Shape;12812;p90"/>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90"/>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90"/>
          <p:cNvGrpSpPr/>
          <p:nvPr/>
        </p:nvGrpSpPr>
        <p:grpSpPr>
          <a:xfrm>
            <a:off x="6664936" y="3604259"/>
            <a:ext cx="316411" cy="360211"/>
            <a:chOff x="-53278575" y="2687750"/>
            <a:chExt cx="278850" cy="317450"/>
          </a:xfrm>
        </p:grpSpPr>
        <p:sp>
          <p:nvSpPr>
            <p:cNvPr id="12815" name="Google Shape;12815;p90"/>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90"/>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90"/>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90"/>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9" name="Google Shape;12819;p90"/>
          <p:cNvGrpSpPr/>
          <p:nvPr/>
        </p:nvGrpSpPr>
        <p:grpSpPr>
          <a:xfrm>
            <a:off x="7986330" y="3603947"/>
            <a:ext cx="361998" cy="362310"/>
            <a:chOff x="-52101875" y="2687475"/>
            <a:chExt cx="319025" cy="319300"/>
          </a:xfrm>
        </p:grpSpPr>
        <p:sp>
          <p:nvSpPr>
            <p:cNvPr id="12820" name="Google Shape;12820;p90"/>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90"/>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90"/>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90"/>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90"/>
          <p:cNvGrpSpPr/>
          <p:nvPr/>
        </p:nvGrpSpPr>
        <p:grpSpPr>
          <a:xfrm>
            <a:off x="6201079" y="1305369"/>
            <a:ext cx="317290" cy="361090"/>
            <a:chOff x="-56774050" y="1904075"/>
            <a:chExt cx="279625" cy="318225"/>
          </a:xfrm>
        </p:grpSpPr>
        <p:sp>
          <p:nvSpPr>
            <p:cNvPr id="12825" name="Google Shape;12825;p90"/>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90"/>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7" name="Google Shape;12827;p90"/>
          <p:cNvGrpSpPr/>
          <p:nvPr/>
        </p:nvGrpSpPr>
        <p:grpSpPr>
          <a:xfrm>
            <a:off x="6201079" y="1778631"/>
            <a:ext cx="317290" cy="361090"/>
            <a:chOff x="-56774850" y="2294725"/>
            <a:chExt cx="279625" cy="318225"/>
          </a:xfrm>
        </p:grpSpPr>
        <p:sp>
          <p:nvSpPr>
            <p:cNvPr id="12828" name="Google Shape;12828;p90"/>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90"/>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90"/>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90"/>
          <p:cNvGrpSpPr/>
          <p:nvPr/>
        </p:nvGrpSpPr>
        <p:grpSpPr>
          <a:xfrm>
            <a:off x="6222086" y="2231215"/>
            <a:ext cx="275278" cy="360182"/>
            <a:chOff x="-56756725" y="2686975"/>
            <a:chExt cx="242600" cy="317425"/>
          </a:xfrm>
        </p:grpSpPr>
        <p:sp>
          <p:nvSpPr>
            <p:cNvPr id="12832" name="Google Shape;12832;p90"/>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90"/>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90"/>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90"/>
          <p:cNvGrpSpPr/>
          <p:nvPr/>
        </p:nvGrpSpPr>
        <p:grpSpPr>
          <a:xfrm>
            <a:off x="4870518" y="2684124"/>
            <a:ext cx="337346" cy="361998"/>
            <a:chOff x="-54826975" y="1903275"/>
            <a:chExt cx="297300" cy="319025"/>
          </a:xfrm>
        </p:grpSpPr>
        <p:sp>
          <p:nvSpPr>
            <p:cNvPr id="12836" name="Google Shape;12836;p90"/>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90"/>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90"/>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90"/>
          <p:cNvGrpSpPr/>
          <p:nvPr/>
        </p:nvGrpSpPr>
        <p:grpSpPr>
          <a:xfrm>
            <a:off x="4858206" y="3137587"/>
            <a:ext cx="361969" cy="359274"/>
            <a:chOff x="-54836500" y="2296300"/>
            <a:chExt cx="319000" cy="316625"/>
          </a:xfrm>
        </p:grpSpPr>
        <p:sp>
          <p:nvSpPr>
            <p:cNvPr id="12840" name="Google Shape;12840;p90"/>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90"/>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90"/>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90"/>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4" name="Google Shape;12844;p90"/>
          <p:cNvGrpSpPr/>
          <p:nvPr/>
        </p:nvGrpSpPr>
        <p:grpSpPr>
          <a:xfrm>
            <a:off x="4879652" y="3604259"/>
            <a:ext cx="319078" cy="361090"/>
            <a:chOff x="-54817600" y="2687750"/>
            <a:chExt cx="281200" cy="318225"/>
          </a:xfrm>
        </p:grpSpPr>
        <p:sp>
          <p:nvSpPr>
            <p:cNvPr id="12845" name="Google Shape;12845;p90"/>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90"/>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90"/>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90"/>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9" name="Google Shape;12849;p90"/>
          <p:cNvGrpSpPr/>
          <p:nvPr/>
        </p:nvGrpSpPr>
        <p:grpSpPr>
          <a:xfrm>
            <a:off x="7110476" y="2684124"/>
            <a:ext cx="317290" cy="359303"/>
            <a:chOff x="-52887125" y="1903275"/>
            <a:chExt cx="279625" cy="316650"/>
          </a:xfrm>
        </p:grpSpPr>
        <p:sp>
          <p:nvSpPr>
            <p:cNvPr id="12850" name="Google Shape;12850;p90"/>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90"/>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2" name="Google Shape;12852;p90"/>
          <p:cNvGrpSpPr/>
          <p:nvPr/>
        </p:nvGrpSpPr>
        <p:grpSpPr>
          <a:xfrm>
            <a:off x="7089030" y="3134920"/>
            <a:ext cx="360182" cy="361969"/>
            <a:chOff x="-52906025" y="2293950"/>
            <a:chExt cx="317425" cy="319000"/>
          </a:xfrm>
        </p:grpSpPr>
        <p:sp>
          <p:nvSpPr>
            <p:cNvPr id="12853" name="Google Shape;12853;p90"/>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90"/>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90"/>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6" name="Google Shape;12856;p90"/>
          <p:cNvGrpSpPr/>
          <p:nvPr/>
        </p:nvGrpSpPr>
        <p:grpSpPr>
          <a:xfrm>
            <a:off x="7110476" y="3603379"/>
            <a:ext cx="317290" cy="361090"/>
            <a:chOff x="-52887125" y="2686975"/>
            <a:chExt cx="279625" cy="318225"/>
          </a:xfrm>
        </p:grpSpPr>
        <p:sp>
          <p:nvSpPr>
            <p:cNvPr id="12857" name="Google Shape;12857;p90"/>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90"/>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90"/>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90"/>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1" name="Google Shape;12861;p90"/>
          <p:cNvGrpSpPr/>
          <p:nvPr/>
        </p:nvGrpSpPr>
        <p:grpSpPr>
          <a:xfrm>
            <a:off x="6220848" y="4062998"/>
            <a:ext cx="318170" cy="359303"/>
            <a:chOff x="-51722225" y="1915100"/>
            <a:chExt cx="280400" cy="316650"/>
          </a:xfrm>
        </p:grpSpPr>
        <p:sp>
          <p:nvSpPr>
            <p:cNvPr id="12862" name="Google Shape;12862;p90"/>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90"/>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90"/>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90"/>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90"/>
          <p:cNvGrpSpPr/>
          <p:nvPr/>
        </p:nvGrpSpPr>
        <p:grpSpPr>
          <a:xfrm>
            <a:off x="6616678" y="1303695"/>
            <a:ext cx="370905" cy="360976"/>
            <a:chOff x="-56407800" y="1902600"/>
            <a:chExt cx="326875" cy="318125"/>
          </a:xfrm>
        </p:grpSpPr>
        <p:sp>
          <p:nvSpPr>
            <p:cNvPr id="12867" name="Google Shape;12867;p90"/>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90"/>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90"/>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90"/>
          <p:cNvGrpSpPr/>
          <p:nvPr/>
        </p:nvGrpSpPr>
        <p:grpSpPr>
          <a:xfrm>
            <a:off x="6622479" y="1790262"/>
            <a:ext cx="359303" cy="338736"/>
            <a:chOff x="-56401500" y="2304975"/>
            <a:chExt cx="316650" cy="298525"/>
          </a:xfrm>
        </p:grpSpPr>
        <p:sp>
          <p:nvSpPr>
            <p:cNvPr id="12871" name="Google Shape;12871;p90"/>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90"/>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90"/>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90"/>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5" name="Google Shape;12875;p90"/>
          <p:cNvGrpSpPr/>
          <p:nvPr/>
        </p:nvGrpSpPr>
        <p:grpSpPr>
          <a:xfrm>
            <a:off x="5328863" y="2682337"/>
            <a:ext cx="319985" cy="361090"/>
            <a:chOff x="-54426150" y="1901700"/>
            <a:chExt cx="282000" cy="318225"/>
          </a:xfrm>
        </p:grpSpPr>
        <p:sp>
          <p:nvSpPr>
            <p:cNvPr id="12876" name="Google Shape;12876;p90"/>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90"/>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90"/>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90"/>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90"/>
          <p:cNvGrpSpPr/>
          <p:nvPr/>
        </p:nvGrpSpPr>
        <p:grpSpPr>
          <a:xfrm>
            <a:off x="5328863" y="3135800"/>
            <a:ext cx="319985" cy="361998"/>
            <a:chOff x="-54426150" y="2294725"/>
            <a:chExt cx="282000" cy="319025"/>
          </a:xfrm>
        </p:grpSpPr>
        <p:sp>
          <p:nvSpPr>
            <p:cNvPr id="12881" name="Google Shape;12881;p90"/>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90"/>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90"/>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90"/>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90"/>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6" name="Google Shape;12886;p90"/>
          <p:cNvGrpSpPr/>
          <p:nvPr/>
        </p:nvGrpSpPr>
        <p:grpSpPr>
          <a:xfrm>
            <a:off x="5327076" y="3603379"/>
            <a:ext cx="323560" cy="361969"/>
            <a:chOff x="-54427725" y="2686975"/>
            <a:chExt cx="285150" cy="319000"/>
          </a:xfrm>
        </p:grpSpPr>
        <p:sp>
          <p:nvSpPr>
            <p:cNvPr id="12887" name="Google Shape;12887;p90"/>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90"/>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90"/>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90"/>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90"/>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90"/>
          <p:cNvGrpSpPr/>
          <p:nvPr/>
        </p:nvGrpSpPr>
        <p:grpSpPr>
          <a:xfrm>
            <a:off x="7533634" y="2684351"/>
            <a:ext cx="359303" cy="359984"/>
            <a:chOff x="-52513800" y="1903475"/>
            <a:chExt cx="316650" cy="317250"/>
          </a:xfrm>
        </p:grpSpPr>
        <p:sp>
          <p:nvSpPr>
            <p:cNvPr id="12893" name="Google Shape;12893;p90"/>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90"/>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5" name="Google Shape;12895;p90"/>
          <p:cNvGrpSpPr/>
          <p:nvPr/>
        </p:nvGrpSpPr>
        <p:grpSpPr>
          <a:xfrm>
            <a:off x="7543464" y="3136708"/>
            <a:ext cx="339644" cy="360182"/>
            <a:chOff x="-52505925" y="2295525"/>
            <a:chExt cx="299325" cy="317425"/>
          </a:xfrm>
        </p:grpSpPr>
        <p:sp>
          <p:nvSpPr>
            <p:cNvPr id="12896" name="Google Shape;12896;p90"/>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90"/>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90"/>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90"/>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90"/>
          <p:cNvGrpSpPr/>
          <p:nvPr/>
        </p:nvGrpSpPr>
        <p:grpSpPr>
          <a:xfrm>
            <a:off x="7554641" y="3603379"/>
            <a:ext cx="317290" cy="361090"/>
            <a:chOff x="-52494100" y="2686975"/>
            <a:chExt cx="279625" cy="318225"/>
          </a:xfrm>
        </p:grpSpPr>
        <p:sp>
          <p:nvSpPr>
            <p:cNvPr id="12901" name="Google Shape;12901;p90"/>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90"/>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90"/>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90"/>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90"/>
          <p:cNvGrpSpPr/>
          <p:nvPr/>
        </p:nvGrpSpPr>
        <p:grpSpPr>
          <a:xfrm>
            <a:off x="6665412" y="4064322"/>
            <a:ext cx="315503" cy="361090"/>
            <a:chOff x="-51708850" y="2305750"/>
            <a:chExt cx="278050" cy="318225"/>
          </a:xfrm>
        </p:grpSpPr>
        <p:sp>
          <p:nvSpPr>
            <p:cNvPr id="12906" name="Google Shape;12906;p90"/>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90"/>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90"/>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90"/>
          <p:cNvGrpSpPr/>
          <p:nvPr/>
        </p:nvGrpSpPr>
        <p:grpSpPr>
          <a:xfrm>
            <a:off x="7536807" y="1306109"/>
            <a:ext cx="319089" cy="362073"/>
            <a:chOff x="1044400" y="2917425"/>
            <a:chExt cx="248125" cy="281550"/>
          </a:xfrm>
        </p:grpSpPr>
        <p:sp>
          <p:nvSpPr>
            <p:cNvPr id="12910" name="Google Shape;12910;p90"/>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90"/>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90"/>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90"/>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90"/>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en-GB"/>
            </a:p>
          </p:txBody>
        </p:sp>
        <p:sp>
          <p:nvSpPr>
            <p:cNvPr id="12915" name="Google Shape;12915;p90"/>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en-GB"/>
            </a:p>
          </p:txBody>
        </p:sp>
        <p:sp>
          <p:nvSpPr>
            <p:cNvPr id="12916" name="Google Shape;12916;p90"/>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en-GB"/>
            </a:p>
          </p:txBody>
        </p:sp>
        <p:sp>
          <p:nvSpPr>
            <p:cNvPr id="12917" name="Google Shape;12917;p90"/>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90"/>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9" name="Google Shape;12919;p90"/>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923"/>
        <p:cNvGrpSpPr/>
        <p:nvPr/>
      </p:nvGrpSpPr>
      <p:grpSpPr>
        <a:xfrm>
          <a:off x="0" y="0"/>
          <a:ext cx="0" cy="0"/>
          <a:chOff x="0" y="0"/>
          <a:chExt cx="0" cy="0"/>
        </a:xfrm>
      </p:grpSpPr>
      <p:sp>
        <p:nvSpPr>
          <p:cNvPr id="12924" name="Google Shape;12924;p91"/>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2925" name="Google Shape;12925;p91"/>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2926" name="Google Shape;12926;p91"/>
          <p:cNvGrpSpPr/>
          <p:nvPr/>
        </p:nvGrpSpPr>
        <p:grpSpPr>
          <a:xfrm>
            <a:off x="889109" y="1303003"/>
            <a:ext cx="278288" cy="357036"/>
            <a:chOff x="-50489600" y="1947400"/>
            <a:chExt cx="233150" cy="299125"/>
          </a:xfrm>
        </p:grpSpPr>
        <p:sp>
          <p:nvSpPr>
            <p:cNvPr id="12927" name="Google Shape;12927;p91"/>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91"/>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9" name="Google Shape;12929;p91"/>
          <p:cNvGrpSpPr/>
          <p:nvPr/>
        </p:nvGrpSpPr>
        <p:grpSpPr>
          <a:xfrm>
            <a:off x="849616" y="1757960"/>
            <a:ext cx="357274" cy="358199"/>
            <a:chOff x="-50523475" y="2316000"/>
            <a:chExt cx="299325" cy="300100"/>
          </a:xfrm>
        </p:grpSpPr>
        <p:sp>
          <p:nvSpPr>
            <p:cNvPr id="12930" name="Google Shape;12930;p91"/>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91"/>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91"/>
          <p:cNvGrpSpPr/>
          <p:nvPr/>
        </p:nvGrpSpPr>
        <p:grpSpPr>
          <a:xfrm>
            <a:off x="848213" y="2207269"/>
            <a:ext cx="360079" cy="357304"/>
            <a:chOff x="-50524250" y="2686150"/>
            <a:chExt cx="301675" cy="299350"/>
          </a:xfrm>
        </p:grpSpPr>
        <p:sp>
          <p:nvSpPr>
            <p:cNvPr id="12933" name="Google Shape;12933;p91"/>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91"/>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91"/>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91"/>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91"/>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91"/>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91"/>
          <p:cNvGrpSpPr/>
          <p:nvPr/>
        </p:nvGrpSpPr>
        <p:grpSpPr>
          <a:xfrm>
            <a:off x="3070976" y="1333082"/>
            <a:ext cx="358199" cy="359154"/>
            <a:chOff x="-48633950" y="1972600"/>
            <a:chExt cx="300100" cy="300900"/>
          </a:xfrm>
        </p:grpSpPr>
        <p:sp>
          <p:nvSpPr>
            <p:cNvPr id="12940" name="Google Shape;12940;p91"/>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91"/>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91"/>
          <p:cNvGrpSpPr/>
          <p:nvPr/>
        </p:nvGrpSpPr>
        <p:grpSpPr>
          <a:xfrm>
            <a:off x="3071439" y="2237377"/>
            <a:ext cx="357274" cy="357274"/>
            <a:chOff x="-48633175" y="2711375"/>
            <a:chExt cx="299325" cy="299325"/>
          </a:xfrm>
        </p:grpSpPr>
        <p:sp>
          <p:nvSpPr>
            <p:cNvPr id="12943" name="Google Shape;12943;p91"/>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91"/>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91"/>
          <p:cNvGrpSpPr/>
          <p:nvPr/>
        </p:nvGrpSpPr>
        <p:grpSpPr>
          <a:xfrm>
            <a:off x="1757928" y="2689329"/>
            <a:ext cx="314006" cy="358229"/>
            <a:chOff x="-46753100" y="1965500"/>
            <a:chExt cx="263075" cy="300125"/>
          </a:xfrm>
        </p:grpSpPr>
        <p:sp>
          <p:nvSpPr>
            <p:cNvPr id="12946" name="Google Shape;12946;p91"/>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91"/>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91"/>
          <p:cNvGrpSpPr/>
          <p:nvPr/>
        </p:nvGrpSpPr>
        <p:grpSpPr>
          <a:xfrm>
            <a:off x="1735354" y="3156542"/>
            <a:ext cx="359154" cy="315916"/>
            <a:chOff x="-46772025" y="2350650"/>
            <a:chExt cx="300900" cy="264675"/>
          </a:xfrm>
        </p:grpSpPr>
        <p:sp>
          <p:nvSpPr>
            <p:cNvPr id="12949" name="Google Shape;12949;p91"/>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91"/>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91"/>
          <p:cNvGrpSpPr/>
          <p:nvPr/>
        </p:nvGrpSpPr>
        <p:grpSpPr>
          <a:xfrm>
            <a:off x="1735354" y="3590820"/>
            <a:ext cx="359154" cy="359154"/>
            <a:chOff x="-46772025" y="2701925"/>
            <a:chExt cx="300900" cy="300900"/>
          </a:xfrm>
        </p:grpSpPr>
        <p:sp>
          <p:nvSpPr>
            <p:cNvPr id="12952" name="Google Shape;12952;p91"/>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91"/>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4" name="Google Shape;12954;p91"/>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5" name="Google Shape;12955;p91"/>
          <p:cNvGrpSpPr/>
          <p:nvPr/>
        </p:nvGrpSpPr>
        <p:grpSpPr>
          <a:xfrm>
            <a:off x="1293035" y="1303928"/>
            <a:ext cx="358199" cy="359154"/>
            <a:chOff x="-50154075" y="1948175"/>
            <a:chExt cx="300100" cy="300900"/>
          </a:xfrm>
        </p:grpSpPr>
        <p:sp>
          <p:nvSpPr>
            <p:cNvPr id="12956" name="Google Shape;12956;p91"/>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91"/>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91"/>
          <p:cNvGrpSpPr/>
          <p:nvPr/>
        </p:nvGrpSpPr>
        <p:grpSpPr>
          <a:xfrm>
            <a:off x="1293035" y="1758885"/>
            <a:ext cx="358199" cy="358229"/>
            <a:chOff x="-50154850" y="2316775"/>
            <a:chExt cx="300100" cy="300125"/>
          </a:xfrm>
        </p:grpSpPr>
        <p:sp>
          <p:nvSpPr>
            <p:cNvPr id="12959" name="Google Shape;12959;p91"/>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91"/>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1" name="Google Shape;12961;p91"/>
          <p:cNvGrpSpPr/>
          <p:nvPr/>
        </p:nvGrpSpPr>
        <p:grpSpPr>
          <a:xfrm>
            <a:off x="1288813" y="2205896"/>
            <a:ext cx="366644" cy="356558"/>
            <a:chOff x="-50158000" y="2685000"/>
            <a:chExt cx="307175" cy="298725"/>
          </a:xfrm>
        </p:grpSpPr>
        <p:sp>
          <p:nvSpPr>
            <p:cNvPr id="12962" name="Google Shape;12962;p91"/>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91"/>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4" name="Google Shape;12964;p91"/>
          <p:cNvGrpSpPr/>
          <p:nvPr/>
        </p:nvGrpSpPr>
        <p:grpSpPr>
          <a:xfrm>
            <a:off x="3070499" y="1788993"/>
            <a:ext cx="359154" cy="361004"/>
            <a:chOff x="-48634750" y="2342000"/>
            <a:chExt cx="300900" cy="302450"/>
          </a:xfrm>
        </p:grpSpPr>
        <p:sp>
          <p:nvSpPr>
            <p:cNvPr id="12965" name="Google Shape;12965;p91"/>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91"/>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91"/>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91"/>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91"/>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91"/>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91"/>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91"/>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91"/>
          <p:cNvGrpSpPr/>
          <p:nvPr/>
        </p:nvGrpSpPr>
        <p:grpSpPr>
          <a:xfrm>
            <a:off x="3521599" y="1334007"/>
            <a:ext cx="361004" cy="358229"/>
            <a:chOff x="-48266125" y="1973375"/>
            <a:chExt cx="302450" cy="300125"/>
          </a:xfrm>
        </p:grpSpPr>
        <p:sp>
          <p:nvSpPr>
            <p:cNvPr id="12974" name="Google Shape;12974;p91"/>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91"/>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91"/>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91"/>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91"/>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91"/>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0" name="Google Shape;12980;p91"/>
          <p:cNvGrpSpPr/>
          <p:nvPr/>
        </p:nvGrpSpPr>
        <p:grpSpPr>
          <a:xfrm>
            <a:off x="3548844" y="1789769"/>
            <a:ext cx="306516" cy="358349"/>
            <a:chOff x="-48237000" y="2342650"/>
            <a:chExt cx="256800" cy="300225"/>
          </a:xfrm>
        </p:grpSpPr>
        <p:sp>
          <p:nvSpPr>
            <p:cNvPr id="12981" name="Google Shape;12981;p91"/>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91"/>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91"/>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91"/>
          <p:cNvGrpSpPr/>
          <p:nvPr/>
        </p:nvGrpSpPr>
        <p:grpSpPr>
          <a:xfrm>
            <a:off x="2180338" y="2690046"/>
            <a:ext cx="361034" cy="355633"/>
            <a:chOff x="-46404975" y="1966100"/>
            <a:chExt cx="302475" cy="297950"/>
          </a:xfrm>
        </p:grpSpPr>
        <p:sp>
          <p:nvSpPr>
            <p:cNvPr id="12985" name="Google Shape;12985;p91"/>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91"/>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91"/>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91"/>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91"/>
          <p:cNvGrpSpPr/>
          <p:nvPr/>
        </p:nvGrpSpPr>
        <p:grpSpPr>
          <a:xfrm>
            <a:off x="2181740" y="3135863"/>
            <a:ext cx="358229" cy="358199"/>
            <a:chOff x="-46401050" y="2333325"/>
            <a:chExt cx="300125" cy="300100"/>
          </a:xfrm>
        </p:grpSpPr>
        <p:sp>
          <p:nvSpPr>
            <p:cNvPr id="12990" name="Google Shape;12990;p91"/>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91"/>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91"/>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91"/>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4" name="Google Shape;12994;p91"/>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5" name="Google Shape;12995;p91"/>
          <p:cNvGrpSpPr/>
          <p:nvPr/>
        </p:nvGrpSpPr>
        <p:grpSpPr>
          <a:xfrm>
            <a:off x="3961830" y="3146218"/>
            <a:ext cx="359154" cy="359124"/>
            <a:chOff x="-44914800" y="2342000"/>
            <a:chExt cx="300900" cy="300875"/>
          </a:xfrm>
        </p:grpSpPr>
        <p:sp>
          <p:nvSpPr>
            <p:cNvPr id="12996" name="Google Shape;12996;p91"/>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91"/>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91"/>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9" name="Google Shape;12999;p91"/>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0" name="Google Shape;13000;p91"/>
          <p:cNvGrpSpPr/>
          <p:nvPr/>
        </p:nvGrpSpPr>
        <p:grpSpPr>
          <a:xfrm>
            <a:off x="1735816" y="1758736"/>
            <a:ext cx="359154" cy="357424"/>
            <a:chOff x="-49786250" y="2316650"/>
            <a:chExt cx="300900" cy="299450"/>
          </a:xfrm>
        </p:grpSpPr>
        <p:sp>
          <p:nvSpPr>
            <p:cNvPr id="13001" name="Google Shape;13001;p91"/>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91"/>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91"/>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91"/>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91"/>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91"/>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91"/>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8" name="Google Shape;13008;p91"/>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91"/>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0" name="Google Shape;13010;p91"/>
          <p:cNvGrpSpPr/>
          <p:nvPr/>
        </p:nvGrpSpPr>
        <p:grpSpPr>
          <a:xfrm>
            <a:off x="4033144" y="1788993"/>
            <a:ext cx="230365" cy="359124"/>
            <a:chOff x="-47842400" y="2342000"/>
            <a:chExt cx="193000" cy="300875"/>
          </a:xfrm>
        </p:grpSpPr>
        <p:sp>
          <p:nvSpPr>
            <p:cNvPr id="13011" name="Google Shape;13011;p91"/>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91"/>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91"/>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91"/>
          <p:cNvGrpSpPr/>
          <p:nvPr/>
        </p:nvGrpSpPr>
        <p:grpSpPr>
          <a:xfrm>
            <a:off x="3969212" y="2236452"/>
            <a:ext cx="358229" cy="359154"/>
            <a:chOff x="-47896750" y="2710600"/>
            <a:chExt cx="300125" cy="300900"/>
          </a:xfrm>
        </p:grpSpPr>
        <p:sp>
          <p:nvSpPr>
            <p:cNvPr id="13015" name="Google Shape;13015;p91"/>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91"/>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91"/>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91"/>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9" name="Google Shape;13019;p91"/>
          <p:cNvGrpSpPr/>
          <p:nvPr/>
        </p:nvGrpSpPr>
        <p:grpSpPr>
          <a:xfrm>
            <a:off x="2624852" y="2710009"/>
            <a:ext cx="359154" cy="314991"/>
            <a:chOff x="-46033225" y="1982825"/>
            <a:chExt cx="300900" cy="263900"/>
          </a:xfrm>
        </p:grpSpPr>
        <p:sp>
          <p:nvSpPr>
            <p:cNvPr id="13020" name="Google Shape;13020;p91"/>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91"/>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91"/>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3" name="Google Shape;13023;p91"/>
          <p:cNvGrpSpPr/>
          <p:nvPr/>
        </p:nvGrpSpPr>
        <p:grpSpPr>
          <a:xfrm>
            <a:off x="2621569" y="3137266"/>
            <a:ext cx="365719" cy="326151"/>
            <a:chOff x="-46034000" y="2334500"/>
            <a:chExt cx="306400" cy="273250"/>
          </a:xfrm>
        </p:grpSpPr>
        <p:sp>
          <p:nvSpPr>
            <p:cNvPr id="13024" name="Google Shape;13024;p91"/>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91"/>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91"/>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7" name="Google Shape;13027;p91"/>
          <p:cNvGrpSpPr/>
          <p:nvPr/>
        </p:nvGrpSpPr>
        <p:grpSpPr>
          <a:xfrm>
            <a:off x="2667627" y="3591655"/>
            <a:ext cx="273603" cy="356439"/>
            <a:chOff x="-45998575" y="2702625"/>
            <a:chExt cx="229225" cy="298625"/>
          </a:xfrm>
        </p:grpSpPr>
        <p:sp>
          <p:nvSpPr>
            <p:cNvPr id="13028" name="Google Shape;13028;p91"/>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91"/>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91"/>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91"/>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91"/>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91"/>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91"/>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5" name="Google Shape;13035;p91"/>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91"/>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7" name="Google Shape;13037;p91"/>
          <p:cNvGrpSpPr/>
          <p:nvPr/>
        </p:nvGrpSpPr>
        <p:grpSpPr>
          <a:xfrm>
            <a:off x="2203197" y="2205419"/>
            <a:ext cx="314961" cy="361034"/>
            <a:chOff x="-49398750" y="2684600"/>
            <a:chExt cx="263875" cy="302475"/>
          </a:xfrm>
        </p:grpSpPr>
        <p:sp>
          <p:nvSpPr>
            <p:cNvPr id="13038" name="Google Shape;13038;p91"/>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91"/>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91"/>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1" name="Google Shape;13041;p91"/>
          <p:cNvGrpSpPr/>
          <p:nvPr/>
        </p:nvGrpSpPr>
        <p:grpSpPr>
          <a:xfrm>
            <a:off x="873121" y="2699684"/>
            <a:ext cx="314006" cy="359154"/>
            <a:chOff x="-47509225" y="1974175"/>
            <a:chExt cx="263075" cy="300900"/>
          </a:xfrm>
        </p:grpSpPr>
        <p:sp>
          <p:nvSpPr>
            <p:cNvPr id="13042" name="Google Shape;13042;p91"/>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91"/>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91"/>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91"/>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91"/>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7" name="Google Shape;13047;p91"/>
          <p:cNvGrpSpPr/>
          <p:nvPr/>
        </p:nvGrpSpPr>
        <p:grpSpPr>
          <a:xfrm>
            <a:off x="849622" y="3146218"/>
            <a:ext cx="361004" cy="357961"/>
            <a:chOff x="-47529700" y="2342000"/>
            <a:chExt cx="302450" cy="299900"/>
          </a:xfrm>
        </p:grpSpPr>
        <p:sp>
          <p:nvSpPr>
            <p:cNvPr id="13048" name="Google Shape;13048;p91"/>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91"/>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0" name="Google Shape;13050;p91"/>
          <p:cNvGrpSpPr/>
          <p:nvPr/>
        </p:nvGrpSpPr>
        <p:grpSpPr>
          <a:xfrm>
            <a:off x="851025" y="3645367"/>
            <a:ext cx="358199" cy="272648"/>
            <a:chOff x="-47527350" y="2747625"/>
            <a:chExt cx="300100" cy="228425"/>
          </a:xfrm>
        </p:grpSpPr>
        <p:sp>
          <p:nvSpPr>
            <p:cNvPr id="13051" name="Google Shape;13051;p91"/>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91"/>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91"/>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91"/>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91"/>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91"/>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7" name="Google Shape;13057;p91"/>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8" name="Google Shape;13058;p91"/>
          <p:cNvGrpSpPr/>
          <p:nvPr/>
        </p:nvGrpSpPr>
        <p:grpSpPr>
          <a:xfrm>
            <a:off x="3073924" y="3158422"/>
            <a:ext cx="358229" cy="314961"/>
            <a:chOff x="-45664625" y="2352225"/>
            <a:chExt cx="300125" cy="263875"/>
          </a:xfrm>
        </p:grpSpPr>
        <p:sp>
          <p:nvSpPr>
            <p:cNvPr id="13059" name="Google Shape;13059;p91"/>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91"/>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91"/>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91"/>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91"/>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91"/>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91"/>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91"/>
          <p:cNvGrpSpPr/>
          <p:nvPr/>
        </p:nvGrpSpPr>
        <p:grpSpPr>
          <a:xfrm>
            <a:off x="3073103" y="3592401"/>
            <a:ext cx="359870" cy="357573"/>
            <a:chOff x="-45665400" y="2703250"/>
            <a:chExt cx="301500" cy="299575"/>
          </a:xfrm>
        </p:grpSpPr>
        <p:sp>
          <p:nvSpPr>
            <p:cNvPr id="13067" name="Google Shape;13067;p91"/>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91"/>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91"/>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91"/>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91"/>
          <p:cNvGrpSpPr/>
          <p:nvPr/>
        </p:nvGrpSpPr>
        <p:grpSpPr>
          <a:xfrm>
            <a:off x="2174760" y="4033337"/>
            <a:ext cx="359154" cy="360109"/>
            <a:chOff x="-44528075" y="1982825"/>
            <a:chExt cx="300900" cy="301700"/>
          </a:xfrm>
        </p:grpSpPr>
        <p:sp>
          <p:nvSpPr>
            <p:cNvPr id="13072" name="Google Shape;13072;p91"/>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91"/>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91"/>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91"/>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91"/>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91"/>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91"/>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9" name="Google Shape;13079;p91"/>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0" name="Google Shape;13080;p91"/>
          <p:cNvGrpSpPr/>
          <p:nvPr/>
        </p:nvGrpSpPr>
        <p:grpSpPr>
          <a:xfrm>
            <a:off x="2625923" y="1758885"/>
            <a:ext cx="358199" cy="358229"/>
            <a:chOff x="-49048250" y="2316775"/>
            <a:chExt cx="300100" cy="300125"/>
          </a:xfrm>
        </p:grpSpPr>
        <p:sp>
          <p:nvSpPr>
            <p:cNvPr id="13081" name="Google Shape;13081;p91"/>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91"/>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91"/>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91"/>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5" name="Google Shape;13085;p91"/>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6" name="Google Shape;13086;p91"/>
          <p:cNvGrpSpPr/>
          <p:nvPr/>
        </p:nvGrpSpPr>
        <p:grpSpPr>
          <a:xfrm>
            <a:off x="1290494" y="2699684"/>
            <a:ext cx="360109" cy="358199"/>
            <a:chOff x="-47160325" y="1974175"/>
            <a:chExt cx="301700" cy="300100"/>
          </a:xfrm>
        </p:grpSpPr>
        <p:sp>
          <p:nvSpPr>
            <p:cNvPr id="13087" name="Google Shape;13087;p91"/>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91"/>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9" name="Google Shape;13089;p91"/>
          <p:cNvGrpSpPr/>
          <p:nvPr/>
        </p:nvGrpSpPr>
        <p:grpSpPr>
          <a:xfrm>
            <a:off x="1290971" y="3146218"/>
            <a:ext cx="359154" cy="359124"/>
            <a:chOff x="-47159525" y="2342000"/>
            <a:chExt cx="300900" cy="300875"/>
          </a:xfrm>
        </p:grpSpPr>
        <p:sp>
          <p:nvSpPr>
            <p:cNvPr id="13090" name="Google Shape;13090;p91"/>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91"/>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91"/>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91"/>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91"/>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5" name="Google Shape;13095;p91"/>
          <p:cNvGrpSpPr/>
          <p:nvPr/>
        </p:nvGrpSpPr>
        <p:grpSpPr>
          <a:xfrm>
            <a:off x="1291448" y="3603054"/>
            <a:ext cx="358199" cy="359154"/>
            <a:chOff x="-47157950" y="2712175"/>
            <a:chExt cx="300100" cy="300900"/>
          </a:xfrm>
        </p:grpSpPr>
        <p:sp>
          <p:nvSpPr>
            <p:cNvPr id="13096" name="Google Shape;13096;p91"/>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91"/>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91"/>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91"/>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91"/>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91"/>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91"/>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3" name="Google Shape;13103;p91"/>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4" name="Google Shape;13104;p91"/>
          <p:cNvGrpSpPr/>
          <p:nvPr/>
        </p:nvGrpSpPr>
        <p:grpSpPr>
          <a:xfrm>
            <a:off x="3535175" y="3135863"/>
            <a:ext cx="315886" cy="358199"/>
            <a:chOff x="-45278675" y="2333325"/>
            <a:chExt cx="264650" cy="300100"/>
          </a:xfrm>
        </p:grpSpPr>
        <p:sp>
          <p:nvSpPr>
            <p:cNvPr id="13105" name="Google Shape;13105;p91"/>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91"/>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91"/>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91"/>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91"/>
          <p:cNvGrpSpPr/>
          <p:nvPr/>
        </p:nvGrpSpPr>
        <p:grpSpPr>
          <a:xfrm>
            <a:off x="3545500" y="3590820"/>
            <a:ext cx="295237" cy="358229"/>
            <a:chOff x="-45270025" y="2701925"/>
            <a:chExt cx="247350" cy="300125"/>
          </a:xfrm>
        </p:grpSpPr>
        <p:sp>
          <p:nvSpPr>
            <p:cNvPr id="13110" name="Google Shape;13110;p91"/>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91"/>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91"/>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91"/>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14" name="Google Shape;13114;p91"/>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5" name="Google Shape;13115;p91"/>
          <p:cNvGrpSpPr/>
          <p:nvPr/>
        </p:nvGrpSpPr>
        <p:grpSpPr>
          <a:xfrm>
            <a:off x="2209567" y="1743737"/>
            <a:ext cx="307444" cy="366556"/>
            <a:chOff x="2209567" y="1972337"/>
            <a:chExt cx="307444" cy="366556"/>
          </a:xfrm>
        </p:grpSpPr>
        <p:sp>
          <p:nvSpPr>
            <p:cNvPr id="13116" name="Google Shape;13116;p91"/>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91"/>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91"/>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9" name="Google Shape;13119;p91"/>
            <p:cNvGrpSpPr/>
            <p:nvPr/>
          </p:nvGrpSpPr>
          <p:grpSpPr>
            <a:xfrm>
              <a:off x="2209567" y="2078266"/>
              <a:ext cx="307444" cy="260626"/>
              <a:chOff x="1636184" y="2959225"/>
              <a:chExt cx="232666" cy="197250"/>
            </a:xfrm>
          </p:grpSpPr>
          <p:sp>
            <p:nvSpPr>
              <p:cNvPr id="13120" name="Google Shape;13120;p91"/>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91"/>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91"/>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en-GB"/>
              </a:p>
            </p:txBody>
          </p:sp>
          <p:sp>
            <p:nvSpPr>
              <p:cNvPr id="13123" name="Google Shape;13123;p91"/>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en-GB"/>
              </a:p>
            </p:txBody>
          </p:sp>
        </p:grpSp>
      </p:grpSp>
      <p:grpSp>
        <p:nvGrpSpPr>
          <p:cNvPr id="13124" name="Google Shape;13124;p91"/>
          <p:cNvGrpSpPr/>
          <p:nvPr/>
        </p:nvGrpSpPr>
        <p:grpSpPr>
          <a:xfrm>
            <a:off x="3577265" y="2235011"/>
            <a:ext cx="258542" cy="365154"/>
            <a:chOff x="-47300587" y="123275"/>
            <a:chExt cx="190975" cy="269725"/>
          </a:xfrm>
        </p:grpSpPr>
        <p:sp>
          <p:nvSpPr>
            <p:cNvPr id="13125" name="Google Shape;13125;p91"/>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91"/>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91"/>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91"/>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91"/>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0" name="Google Shape;13130;p91"/>
          <p:cNvGrpSpPr/>
          <p:nvPr/>
        </p:nvGrpSpPr>
        <p:grpSpPr>
          <a:xfrm>
            <a:off x="4870788" y="1304201"/>
            <a:ext cx="342328" cy="339793"/>
            <a:chOff x="-13966675" y="1639700"/>
            <a:chExt cx="354450" cy="351825"/>
          </a:xfrm>
        </p:grpSpPr>
        <p:sp>
          <p:nvSpPr>
            <p:cNvPr id="13131" name="Google Shape;13131;p91"/>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91"/>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91"/>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91"/>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91"/>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6" name="Google Shape;13136;p91"/>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91"/>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8" name="Google Shape;13138;p91"/>
          <p:cNvGrpSpPr/>
          <p:nvPr/>
        </p:nvGrpSpPr>
        <p:grpSpPr>
          <a:xfrm>
            <a:off x="6667277" y="1303887"/>
            <a:ext cx="340034" cy="340420"/>
            <a:chOff x="-12199250" y="1662675"/>
            <a:chExt cx="352075" cy="352475"/>
          </a:xfrm>
        </p:grpSpPr>
        <p:sp>
          <p:nvSpPr>
            <p:cNvPr id="13139" name="Google Shape;13139;p91"/>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91"/>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91"/>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91"/>
          <p:cNvGrpSpPr/>
          <p:nvPr/>
        </p:nvGrpSpPr>
        <p:grpSpPr>
          <a:xfrm>
            <a:off x="6666130" y="1710754"/>
            <a:ext cx="342328" cy="342328"/>
            <a:chOff x="-12199250" y="2096250"/>
            <a:chExt cx="354450" cy="354450"/>
          </a:xfrm>
        </p:grpSpPr>
        <p:sp>
          <p:nvSpPr>
            <p:cNvPr id="13143" name="Google Shape;13143;p91"/>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91"/>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91"/>
          <p:cNvGrpSpPr/>
          <p:nvPr/>
        </p:nvGrpSpPr>
        <p:grpSpPr>
          <a:xfrm>
            <a:off x="6667277" y="2119708"/>
            <a:ext cx="340034" cy="341579"/>
            <a:chOff x="-12199250" y="2530225"/>
            <a:chExt cx="352075" cy="353675"/>
          </a:xfrm>
        </p:grpSpPr>
        <p:sp>
          <p:nvSpPr>
            <p:cNvPr id="13146" name="Google Shape;13146;p91"/>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91"/>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91"/>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91"/>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0" name="Google Shape;13150;p91"/>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1" name="Google Shape;13151;p91"/>
          <p:cNvGrpSpPr/>
          <p:nvPr/>
        </p:nvGrpSpPr>
        <p:grpSpPr>
          <a:xfrm>
            <a:off x="4870788" y="2959488"/>
            <a:ext cx="342328" cy="339310"/>
            <a:chOff x="-10462550" y="2057650"/>
            <a:chExt cx="354450" cy="351325"/>
          </a:xfrm>
        </p:grpSpPr>
        <p:sp>
          <p:nvSpPr>
            <p:cNvPr id="13152" name="Google Shape;13152;p91"/>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91"/>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4" name="Google Shape;13154;p91"/>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5" name="Google Shape;13155;p91"/>
          <p:cNvGrpSpPr/>
          <p:nvPr/>
        </p:nvGrpSpPr>
        <p:grpSpPr>
          <a:xfrm>
            <a:off x="6649772" y="2551051"/>
            <a:ext cx="375044" cy="340541"/>
            <a:chOff x="-8692750" y="1622100"/>
            <a:chExt cx="388325" cy="352600"/>
          </a:xfrm>
        </p:grpSpPr>
        <p:sp>
          <p:nvSpPr>
            <p:cNvPr id="13156" name="Google Shape;13156;p91"/>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91"/>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8" name="Google Shape;13158;p91"/>
          <p:cNvGrpSpPr/>
          <p:nvPr/>
        </p:nvGrpSpPr>
        <p:grpSpPr>
          <a:xfrm>
            <a:off x="5304253" y="1303307"/>
            <a:ext cx="341555" cy="341579"/>
            <a:chOff x="-13529550" y="1639425"/>
            <a:chExt cx="353650" cy="353675"/>
          </a:xfrm>
        </p:grpSpPr>
        <p:sp>
          <p:nvSpPr>
            <p:cNvPr id="13159" name="Google Shape;13159;p91"/>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91"/>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91"/>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91"/>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91"/>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91"/>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91"/>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91"/>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7" name="Google Shape;13167;p91"/>
          <p:cNvGrpSpPr/>
          <p:nvPr/>
        </p:nvGrpSpPr>
        <p:grpSpPr>
          <a:xfrm>
            <a:off x="5303106" y="1711889"/>
            <a:ext cx="343849" cy="340058"/>
            <a:chOff x="-13531925" y="2075775"/>
            <a:chExt cx="356025" cy="352100"/>
          </a:xfrm>
        </p:grpSpPr>
        <p:sp>
          <p:nvSpPr>
            <p:cNvPr id="13168" name="Google Shape;13168;p91"/>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91"/>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0" name="Google Shape;13170;p91"/>
          <p:cNvGrpSpPr/>
          <p:nvPr/>
        </p:nvGrpSpPr>
        <p:grpSpPr>
          <a:xfrm>
            <a:off x="5304627" y="2120094"/>
            <a:ext cx="340807" cy="340807"/>
            <a:chOff x="-13528775" y="2507400"/>
            <a:chExt cx="352875" cy="352875"/>
          </a:xfrm>
        </p:grpSpPr>
        <p:sp>
          <p:nvSpPr>
            <p:cNvPr id="13171" name="Google Shape;13171;p91"/>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91"/>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91"/>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91"/>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91"/>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6" name="Google Shape;13176;p91"/>
          <p:cNvGrpSpPr/>
          <p:nvPr/>
        </p:nvGrpSpPr>
        <p:grpSpPr>
          <a:xfrm>
            <a:off x="7140133" y="2119708"/>
            <a:ext cx="308090" cy="341579"/>
            <a:chOff x="-11747150" y="2530225"/>
            <a:chExt cx="319000" cy="353675"/>
          </a:xfrm>
        </p:grpSpPr>
        <p:sp>
          <p:nvSpPr>
            <p:cNvPr id="13177" name="Google Shape;13177;p91"/>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91"/>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9" name="Google Shape;13179;p91"/>
          <p:cNvGrpSpPr/>
          <p:nvPr/>
        </p:nvGrpSpPr>
        <p:grpSpPr>
          <a:xfrm>
            <a:off x="5304627" y="2550919"/>
            <a:ext cx="340807" cy="340807"/>
            <a:chOff x="-10027775" y="1622900"/>
            <a:chExt cx="352875" cy="352875"/>
          </a:xfrm>
        </p:grpSpPr>
        <p:sp>
          <p:nvSpPr>
            <p:cNvPr id="13180" name="Google Shape;13180;p91"/>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91"/>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91"/>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91"/>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91"/>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91"/>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91"/>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91"/>
          <p:cNvGrpSpPr/>
          <p:nvPr/>
        </p:nvGrpSpPr>
        <p:grpSpPr>
          <a:xfrm>
            <a:off x="8031595" y="2576583"/>
            <a:ext cx="322553" cy="342328"/>
            <a:chOff x="-10019125" y="2490075"/>
            <a:chExt cx="333975" cy="354450"/>
          </a:xfrm>
        </p:grpSpPr>
        <p:sp>
          <p:nvSpPr>
            <p:cNvPr id="13188" name="Google Shape;13188;p91"/>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91"/>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91"/>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91"/>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2" name="Google Shape;13192;p91"/>
          <p:cNvGrpSpPr/>
          <p:nvPr/>
        </p:nvGrpSpPr>
        <p:grpSpPr>
          <a:xfrm>
            <a:off x="6661180" y="2957593"/>
            <a:ext cx="352227" cy="343100"/>
            <a:chOff x="-8684100" y="2032450"/>
            <a:chExt cx="364700" cy="355250"/>
          </a:xfrm>
        </p:grpSpPr>
        <p:sp>
          <p:nvSpPr>
            <p:cNvPr id="13193" name="Google Shape;13193;p91"/>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91"/>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91"/>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6" name="Google Shape;13196;p91"/>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7" name="Google Shape;13197;p91"/>
          <p:cNvGrpSpPr/>
          <p:nvPr/>
        </p:nvGrpSpPr>
        <p:grpSpPr>
          <a:xfrm>
            <a:off x="5752039" y="1711056"/>
            <a:ext cx="343849" cy="341724"/>
            <a:chOff x="-13095575" y="2073400"/>
            <a:chExt cx="356025" cy="353825"/>
          </a:xfrm>
        </p:grpSpPr>
        <p:sp>
          <p:nvSpPr>
            <p:cNvPr id="13198" name="Google Shape;13198;p91"/>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91"/>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91"/>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91"/>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91"/>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91"/>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91"/>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91"/>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6" name="Google Shape;13206;p91"/>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7" name="Google Shape;13207;p91"/>
          <p:cNvGrpSpPr/>
          <p:nvPr/>
        </p:nvGrpSpPr>
        <p:grpSpPr>
          <a:xfrm>
            <a:off x="7576787" y="1302885"/>
            <a:ext cx="343100" cy="342424"/>
            <a:chOff x="-11332875" y="1660700"/>
            <a:chExt cx="355250" cy="354550"/>
          </a:xfrm>
        </p:grpSpPr>
        <p:sp>
          <p:nvSpPr>
            <p:cNvPr id="13208" name="Google Shape;13208;p91"/>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91"/>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91"/>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91"/>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2" name="Google Shape;13212;p91"/>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91"/>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91"/>
          <p:cNvGrpSpPr/>
          <p:nvPr/>
        </p:nvGrpSpPr>
        <p:grpSpPr>
          <a:xfrm>
            <a:off x="5774096" y="2549397"/>
            <a:ext cx="299736" cy="343849"/>
            <a:chOff x="-9570950" y="1622100"/>
            <a:chExt cx="310350" cy="356025"/>
          </a:xfrm>
        </p:grpSpPr>
        <p:sp>
          <p:nvSpPr>
            <p:cNvPr id="13215" name="Google Shape;13215;p91"/>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91"/>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91"/>
          <p:cNvGrpSpPr/>
          <p:nvPr/>
        </p:nvGrpSpPr>
        <p:grpSpPr>
          <a:xfrm>
            <a:off x="5752800" y="2958353"/>
            <a:ext cx="342328" cy="341579"/>
            <a:chOff x="-9594575" y="2056875"/>
            <a:chExt cx="354450" cy="353675"/>
          </a:xfrm>
        </p:grpSpPr>
        <p:sp>
          <p:nvSpPr>
            <p:cNvPr id="13218" name="Google Shape;13218;p91"/>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91"/>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91"/>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21" name="Google Shape;13221;p91"/>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22" name="Google Shape;13222;p91"/>
          <p:cNvGrpSpPr/>
          <p:nvPr/>
        </p:nvGrpSpPr>
        <p:grpSpPr>
          <a:xfrm>
            <a:off x="6208482" y="1303693"/>
            <a:ext cx="342328" cy="340807"/>
            <a:chOff x="-12661600" y="1640225"/>
            <a:chExt cx="354450" cy="352875"/>
          </a:xfrm>
        </p:grpSpPr>
        <p:sp>
          <p:nvSpPr>
            <p:cNvPr id="13223" name="Google Shape;13223;p91"/>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91"/>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91"/>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91"/>
          <p:cNvGrpSpPr/>
          <p:nvPr/>
        </p:nvGrpSpPr>
        <p:grpSpPr>
          <a:xfrm>
            <a:off x="6208857" y="1732231"/>
            <a:ext cx="341579" cy="299374"/>
            <a:chOff x="-12660025" y="2096250"/>
            <a:chExt cx="353675" cy="309975"/>
          </a:xfrm>
        </p:grpSpPr>
        <p:sp>
          <p:nvSpPr>
            <p:cNvPr id="13227" name="Google Shape;13227;p91"/>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91"/>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91"/>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91"/>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91"/>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91"/>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91"/>
          <p:cNvGrpSpPr/>
          <p:nvPr/>
        </p:nvGrpSpPr>
        <p:grpSpPr>
          <a:xfrm>
            <a:off x="6207335" y="2119527"/>
            <a:ext cx="344622" cy="341941"/>
            <a:chOff x="-12663175" y="2506800"/>
            <a:chExt cx="356825" cy="354050"/>
          </a:xfrm>
        </p:grpSpPr>
        <p:sp>
          <p:nvSpPr>
            <p:cNvPr id="13234" name="Google Shape;13234;p91"/>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91"/>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91"/>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91"/>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91"/>
          <p:cNvGrpSpPr/>
          <p:nvPr/>
        </p:nvGrpSpPr>
        <p:grpSpPr>
          <a:xfrm>
            <a:off x="8022468" y="1303307"/>
            <a:ext cx="340807" cy="341579"/>
            <a:chOff x="-10896525" y="1663050"/>
            <a:chExt cx="352875" cy="353675"/>
          </a:xfrm>
        </p:grpSpPr>
        <p:sp>
          <p:nvSpPr>
            <p:cNvPr id="13239" name="Google Shape;13239;p91"/>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91"/>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1" name="Google Shape;13241;p91"/>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2" name="Google Shape;13242;p91"/>
          <p:cNvGrpSpPr/>
          <p:nvPr/>
        </p:nvGrpSpPr>
        <p:grpSpPr>
          <a:xfrm>
            <a:off x="8022082" y="2130742"/>
            <a:ext cx="341579" cy="319511"/>
            <a:chOff x="-10898100" y="2542050"/>
            <a:chExt cx="353675" cy="330825"/>
          </a:xfrm>
        </p:grpSpPr>
        <p:sp>
          <p:nvSpPr>
            <p:cNvPr id="13243" name="Google Shape;13243;p91"/>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91"/>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91"/>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91"/>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91"/>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91"/>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91"/>
          <p:cNvGrpSpPr/>
          <p:nvPr/>
        </p:nvGrpSpPr>
        <p:grpSpPr>
          <a:xfrm>
            <a:off x="6209617" y="2551607"/>
            <a:ext cx="340058" cy="339430"/>
            <a:chOff x="-9157450" y="1622750"/>
            <a:chExt cx="352100" cy="351450"/>
          </a:xfrm>
        </p:grpSpPr>
        <p:sp>
          <p:nvSpPr>
            <p:cNvPr id="13250" name="Google Shape;13250;p91"/>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91"/>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91"/>
          <p:cNvGrpSpPr/>
          <p:nvPr/>
        </p:nvGrpSpPr>
        <p:grpSpPr>
          <a:xfrm>
            <a:off x="6247658" y="2959874"/>
            <a:ext cx="263977" cy="338537"/>
            <a:chOff x="-9119650" y="2056875"/>
            <a:chExt cx="273325" cy="350525"/>
          </a:xfrm>
        </p:grpSpPr>
        <p:sp>
          <p:nvSpPr>
            <p:cNvPr id="13253" name="Google Shape;13253;p91"/>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91"/>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5" name="Google Shape;13255;p91"/>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91"/>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57" name="Google Shape;13257;p91"/>
          <p:cNvGrpSpPr/>
          <p:nvPr/>
        </p:nvGrpSpPr>
        <p:grpSpPr>
          <a:xfrm>
            <a:off x="7576790" y="2989279"/>
            <a:ext cx="343094" cy="341569"/>
            <a:chOff x="6001575" y="3119050"/>
            <a:chExt cx="315025" cy="313625"/>
          </a:xfrm>
        </p:grpSpPr>
        <p:sp>
          <p:nvSpPr>
            <p:cNvPr id="13258" name="Google Shape;13258;p91"/>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91"/>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63"/>
        <p:cNvGrpSpPr/>
        <p:nvPr/>
      </p:nvGrpSpPr>
      <p:grpSpPr>
        <a:xfrm>
          <a:off x="0" y="0"/>
          <a:ext cx="0" cy="0"/>
          <a:chOff x="0" y="0"/>
          <a:chExt cx="0" cy="0"/>
        </a:xfrm>
      </p:grpSpPr>
      <p:sp>
        <p:nvSpPr>
          <p:cNvPr id="13264" name="Google Shape;13264;p92"/>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5" name="Google Shape;13265;p92"/>
          <p:cNvGrpSpPr/>
          <p:nvPr/>
        </p:nvGrpSpPr>
        <p:grpSpPr>
          <a:xfrm>
            <a:off x="829227" y="2273195"/>
            <a:ext cx="476329" cy="476213"/>
            <a:chOff x="-21298675" y="2414425"/>
            <a:chExt cx="306400" cy="306325"/>
          </a:xfrm>
        </p:grpSpPr>
        <p:sp>
          <p:nvSpPr>
            <p:cNvPr id="13266" name="Google Shape;13266;p92"/>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92"/>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92"/>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92"/>
          <p:cNvGrpSpPr/>
          <p:nvPr/>
        </p:nvGrpSpPr>
        <p:grpSpPr>
          <a:xfrm>
            <a:off x="828605" y="2865128"/>
            <a:ext cx="477573" cy="445432"/>
            <a:chOff x="-21299475" y="2798025"/>
            <a:chExt cx="307200" cy="286525"/>
          </a:xfrm>
        </p:grpSpPr>
        <p:sp>
          <p:nvSpPr>
            <p:cNvPr id="13270" name="Google Shape;13270;p92"/>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92"/>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92"/>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92"/>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92"/>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92"/>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92"/>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92"/>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92"/>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92"/>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92"/>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92"/>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82" name="Google Shape;13282;p92"/>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92"/>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92"/>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85" name="Google Shape;13285;p92"/>
          <p:cNvGrpSpPr/>
          <p:nvPr/>
        </p:nvGrpSpPr>
        <p:grpSpPr>
          <a:xfrm>
            <a:off x="6697960" y="1688917"/>
            <a:ext cx="413912" cy="472676"/>
            <a:chOff x="-17545650" y="2051350"/>
            <a:chExt cx="266250" cy="304050"/>
          </a:xfrm>
        </p:grpSpPr>
        <p:sp>
          <p:nvSpPr>
            <p:cNvPr id="13286" name="Google Shape;13286;p92"/>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92"/>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92"/>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92"/>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0" name="Google Shape;13290;p92"/>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1" name="Google Shape;13291;p92"/>
          <p:cNvGrpSpPr/>
          <p:nvPr/>
        </p:nvGrpSpPr>
        <p:grpSpPr>
          <a:xfrm>
            <a:off x="6668578" y="2865574"/>
            <a:ext cx="472676" cy="444538"/>
            <a:chOff x="-17565350" y="2809825"/>
            <a:chExt cx="304050" cy="285950"/>
          </a:xfrm>
        </p:grpSpPr>
        <p:sp>
          <p:nvSpPr>
            <p:cNvPr id="13292" name="Google Shape;13292;p92"/>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92"/>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92"/>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92"/>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92"/>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7" name="Google Shape;13297;p92"/>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92"/>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92"/>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0" name="Google Shape;13300;p92"/>
          <p:cNvGrpSpPr/>
          <p:nvPr/>
        </p:nvGrpSpPr>
        <p:grpSpPr>
          <a:xfrm>
            <a:off x="1441487" y="2850904"/>
            <a:ext cx="416283" cy="473881"/>
            <a:chOff x="-20904875" y="2788575"/>
            <a:chExt cx="267775" cy="304825"/>
          </a:xfrm>
        </p:grpSpPr>
        <p:sp>
          <p:nvSpPr>
            <p:cNvPr id="13301" name="Google Shape;13301;p92"/>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92"/>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3" name="Google Shape;13303;p92"/>
          <p:cNvGrpSpPr/>
          <p:nvPr/>
        </p:nvGrpSpPr>
        <p:grpSpPr>
          <a:xfrm>
            <a:off x="4381902" y="2275564"/>
            <a:ext cx="360045" cy="471471"/>
            <a:chOff x="-19006700" y="2434925"/>
            <a:chExt cx="231600" cy="303275"/>
          </a:xfrm>
        </p:grpSpPr>
        <p:sp>
          <p:nvSpPr>
            <p:cNvPr id="13304" name="Google Shape;13304;p92"/>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92"/>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92"/>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92"/>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8" name="Google Shape;13308;p92"/>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92"/>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0" name="Google Shape;13310;p92"/>
          <p:cNvGrpSpPr/>
          <p:nvPr/>
        </p:nvGrpSpPr>
        <p:grpSpPr>
          <a:xfrm>
            <a:off x="7260501" y="2289051"/>
            <a:ext cx="473881" cy="444499"/>
            <a:chOff x="-17190425" y="2435725"/>
            <a:chExt cx="304825" cy="285925"/>
          </a:xfrm>
        </p:grpSpPr>
        <p:sp>
          <p:nvSpPr>
            <p:cNvPr id="13311" name="Google Shape;13311;p92"/>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92"/>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92"/>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4" name="Google Shape;13314;p92"/>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5" name="Google Shape;13315;p92"/>
          <p:cNvGrpSpPr/>
          <p:nvPr/>
        </p:nvGrpSpPr>
        <p:grpSpPr>
          <a:xfrm>
            <a:off x="4915227" y="3444650"/>
            <a:ext cx="476329" cy="475086"/>
            <a:chOff x="-15719925" y="2416825"/>
            <a:chExt cx="306400" cy="305600"/>
          </a:xfrm>
        </p:grpSpPr>
        <p:sp>
          <p:nvSpPr>
            <p:cNvPr id="13316" name="Google Shape;13316;p92"/>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92"/>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92"/>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9" name="Google Shape;13319;p92"/>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92"/>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1" name="Google Shape;13321;p92"/>
          <p:cNvGrpSpPr/>
          <p:nvPr/>
        </p:nvGrpSpPr>
        <p:grpSpPr>
          <a:xfrm>
            <a:off x="2001521" y="2851506"/>
            <a:ext cx="479983" cy="472676"/>
            <a:chOff x="-20550425" y="2789350"/>
            <a:chExt cx="308750" cy="304050"/>
          </a:xfrm>
        </p:grpSpPr>
        <p:sp>
          <p:nvSpPr>
            <p:cNvPr id="13322" name="Google Shape;13322;p92"/>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92"/>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4" name="Google Shape;13324;p92"/>
          <p:cNvGrpSpPr/>
          <p:nvPr/>
        </p:nvGrpSpPr>
        <p:grpSpPr>
          <a:xfrm>
            <a:off x="4916888" y="1688158"/>
            <a:ext cx="473920" cy="474192"/>
            <a:chOff x="-18666450" y="2059825"/>
            <a:chExt cx="304850" cy="305025"/>
          </a:xfrm>
        </p:grpSpPr>
        <p:sp>
          <p:nvSpPr>
            <p:cNvPr id="13325" name="Google Shape;13325;p92"/>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92"/>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7" name="Google Shape;13327;p92"/>
          <p:cNvGrpSpPr/>
          <p:nvPr/>
        </p:nvGrpSpPr>
        <p:grpSpPr>
          <a:xfrm>
            <a:off x="4916286" y="2275584"/>
            <a:ext cx="475125" cy="471432"/>
            <a:chOff x="-18668025" y="2435725"/>
            <a:chExt cx="305625" cy="303250"/>
          </a:xfrm>
        </p:grpSpPr>
        <p:sp>
          <p:nvSpPr>
            <p:cNvPr id="13328" name="Google Shape;13328;p92"/>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92"/>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0" name="Google Shape;13330;p92"/>
          <p:cNvGrpSpPr/>
          <p:nvPr/>
        </p:nvGrpSpPr>
        <p:grpSpPr>
          <a:xfrm>
            <a:off x="4915683" y="2850902"/>
            <a:ext cx="476329" cy="473881"/>
            <a:chOff x="-18668800" y="2807475"/>
            <a:chExt cx="306400" cy="304825"/>
          </a:xfrm>
        </p:grpSpPr>
        <p:sp>
          <p:nvSpPr>
            <p:cNvPr id="13331" name="Google Shape;13331;p92"/>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92"/>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92"/>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92"/>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92"/>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92"/>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92"/>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92"/>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92"/>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92"/>
          <p:cNvGrpSpPr/>
          <p:nvPr/>
        </p:nvGrpSpPr>
        <p:grpSpPr>
          <a:xfrm>
            <a:off x="7869652" y="1687693"/>
            <a:ext cx="416361" cy="475125"/>
            <a:chOff x="-16798200" y="2050575"/>
            <a:chExt cx="267825" cy="305625"/>
          </a:xfrm>
        </p:grpSpPr>
        <p:sp>
          <p:nvSpPr>
            <p:cNvPr id="13341" name="Google Shape;13341;p92"/>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92"/>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92"/>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4" name="Google Shape;13344;p92"/>
          <p:cNvGrpSpPr/>
          <p:nvPr/>
        </p:nvGrpSpPr>
        <p:grpSpPr>
          <a:xfrm>
            <a:off x="7840270" y="2852127"/>
            <a:ext cx="475125" cy="471432"/>
            <a:chOff x="-16817100" y="2801175"/>
            <a:chExt cx="305625" cy="303250"/>
          </a:xfrm>
        </p:grpSpPr>
        <p:sp>
          <p:nvSpPr>
            <p:cNvPr id="13345" name="Google Shape;13345;p92"/>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92"/>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92"/>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92"/>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92"/>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92"/>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92"/>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92"/>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3" name="Google Shape;13353;p92"/>
          <p:cNvGrpSpPr/>
          <p:nvPr/>
        </p:nvGrpSpPr>
        <p:grpSpPr>
          <a:xfrm>
            <a:off x="7247390" y="3444614"/>
            <a:ext cx="476329" cy="475125"/>
            <a:chOff x="-15717575" y="2786200"/>
            <a:chExt cx="306400" cy="305625"/>
          </a:xfrm>
        </p:grpSpPr>
        <p:sp>
          <p:nvSpPr>
            <p:cNvPr id="13354" name="Google Shape;13354;p92"/>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92"/>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92"/>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92"/>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92"/>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92"/>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92"/>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1" name="Google Shape;13361;p92"/>
          <p:cNvGrpSpPr/>
          <p:nvPr/>
        </p:nvGrpSpPr>
        <p:grpSpPr>
          <a:xfrm>
            <a:off x="2584963" y="1688296"/>
            <a:ext cx="475125" cy="473920"/>
            <a:chOff x="-20173175" y="2038750"/>
            <a:chExt cx="305625" cy="304850"/>
          </a:xfrm>
        </p:grpSpPr>
        <p:sp>
          <p:nvSpPr>
            <p:cNvPr id="13362" name="Google Shape;13362;p92"/>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92"/>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4" name="Google Shape;13364;p92"/>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5" name="Google Shape;13365;p92"/>
          <p:cNvGrpSpPr/>
          <p:nvPr/>
        </p:nvGrpSpPr>
        <p:grpSpPr>
          <a:xfrm>
            <a:off x="2586187" y="2850282"/>
            <a:ext cx="472676" cy="475125"/>
            <a:chOff x="-20173175" y="2787775"/>
            <a:chExt cx="304050" cy="305625"/>
          </a:xfrm>
        </p:grpSpPr>
        <p:sp>
          <p:nvSpPr>
            <p:cNvPr id="13366" name="Google Shape;13366;p92"/>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92"/>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92"/>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92"/>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92"/>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92"/>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92"/>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3" name="Google Shape;13373;p92"/>
          <p:cNvGrpSpPr/>
          <p:nvPr/>
        </p:nvGrpSpPr>
        <p:grpSpPr>
          <a:xfrm>
            <a:off x="5511171" y="2275564"/>
            <a:ext cx="473881" cy="471471"/>
            <a:chOff x="-18294675" y="2434925"/>
            <a:chExt cx="304825" cy="303275"/>
          </a:xfrm>
        </p:grpSpPr>
        <p:sp>
          <p:nvSpPr>
            <p:cNvPr id="13374" name="Google Shape;13374;p92"/>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92"/>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92"/>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7" name="Google Shape;13377;p92"/>
          <p:cNvGrpSpPr/>
          <p:nvPr/>
        </p:nvGrpSpPr>
        <p:grpSpPr>
          <a:xfrm>
            <a:off x="5567487" y="2852107"/>
            <a:ext cx="361250" cy="471471"/>
            <a:chOff x="-18258450" y="2809825"/>
            <a:chExt cx="232375" cy="303275"/>
          </a:xfrm>
        </p:grpSpPr>
        <p:sp>
          <p:nvSpPr>
            <p:cNvPr id="13378" name="Google Shape;13378;p92"/>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92"/>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92"/>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81" name="Google Shape;13381;p92"/>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82" name="Google Shape;13382;p92"/>
          <p:cNvGrpSpPr/>
          <p:nvPr/>
        </p:nvGrpSpPr>
        <p:grpSpPr>
          <a:xfrm>
            <a:off x="3777686" y="3445233"/>
            <a:ext cx="415117" cy="473920"/>
            <a:chOff x="-16422500" y="2425450"/>
            <a:chExt cx="267025" cy="304850"/>
          </a:xfrm>
        </p:grpSpPr>
        <p:sp>
          <p:nvSpPr>
            <p:cNvPr id="13383" name="Google Shape;13383;p92"/>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92"/>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92"/>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92"/>
          <p:cNvGrpSpPr/>
          <p:nvPr/>
        </p:nvGrpSpPr>
        <p:grpSpPr>
          <a:xfrm>
            <a:off x="6080447" y="3445838"/>
            <a:ext cx="473920" cy="472676"/>
            <a:chOff x="-16442200" y="2801175"/>
            <a:chExt cx="304850" cy="304050"/>
          </a:xfrm>
        </p:grpSpPr>
        <p:sp>
          <p:nvSpPr>
            <p:cNvPr id="13387" name="Google Shape;13387;p92"/>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92"/>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92"/>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90" name="Google Shape;13390;p92"/>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92"/>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2" name="Google Shape;13392;p92"/>
          <p:cNvGrpSpPr/>
          <p:nvPr/>
        </p:nvGrpSpPr>
        <p:grpSpPr>
          <a:xfrm>
            <a:off x="3156161" y="2276343"/>
            <a:ext cx="481265" cy="469917"/>
            <a:chOff x="-19802200" y="2416025"/>
            <a:chExt cx="309575" cy="302275"/>
          </a:xfrm>
        </p:grpSpPr>
        <p:sp>
          <p:nvSpPr>
            <p:cNvPr id="13393" name="Google Shape;13393;p92"/>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92"/>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92"/>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92"/>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92"/>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92"/>
          <p:cNvGrpSpPr/>
          <p:nvPr/>
        </p:nvGrpSpPr>
        <p:grpSpPr>
          <a:xfrm>
            <a:off x="3159232" y="2851506"/>
            <a:ext cx="475125" cy="472676"/>
            <a:chOff x="-19801400" y="2788575"/>
            <a:chExt cx="305625" cy="304050"/>
          </a:xfrm>
        </p:grpSpPr>
        <p:sp>
          <p:nvSpPr>
            <p:cNvPr id="13399" name="Google Shape;13399;p92"/>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92"/>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92"/>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92"/>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92"/>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92"/>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5" name="Google Shape;13405;p92"/>
          <p:cNvGrpSpPr/>
          <p:nvPr/>
        </p:nvGrpSpPr>
        <p:grpSpPr>
          <a:xfrm>
            <a:off x="6114308" y="1688916"/>
            <a:ext cx="422463" cy="472676"/>
            <a:chOff x="-17903225" y="2060800"/>
            <a:chExt cx="271750" cy="304050"/>
          </a:xfrm>
        </p:grpSpPr>
        <p:sp>
          <p:nvSpPr>
            <p:cNvPr id="13406" name="Google Shape;13406;p92"/>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92"/>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92"/>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92"/>
          <p:cNvGrpSpPr/>
          <p:nvPr/>
        </p:nvGrpSpPr>
        <p:grpSpPr>
          <a:xfrm>
            <a:off x="6088599" y="2274962"/>
            <a:ext cx="473881" cy="472676"/>
            <a:chOff x="-17918975" y="2435725"/>
            <a:chExt cx="304825" cy="304050"/>
          </a:xfrm>
        </p:grpSpPr>
        <p:sp>
          <p:nvSpPr>
            <p:cNvPr id="13410" name="Google Shape;13410;p92"/>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92"/>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2" name="Google Shape;13412;p92"/>
          <p:cNvGrpSpPr/>
          <p:nvPr/>
        </p:nvGrpSpPr>
        <p:grpSpPr>
          <a:xfrm>
            <a:off x="6117359" y="2852729"/>
            <a:ext cx="416361" cy="470228"/>
            <a:chOff x="-17899300" y="2810625"/>
            <a:chExt cx="267825" cy="302475"/>
          </a:xfrm>
        </p:grpSpPr>
        <p:sp>
          <p:nvSpPr>
            <p:cNvPr id="13413" name="Google Shape;13413;p92"/>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92"/>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92"/>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6" name="Google Shape;13416;p92"/>
          <p:cNvGrpSpPr/>
          <p:nvPr/>
        </p:nvGrpSpPr>
        <p:grpSpPr>
          <a:xfrm>
            <a:off x="2023212" y="3461166"/>
            <a:ext cx="472676" cy="442089"/>
            <a:chOff x="-16066500" y="2060800"/>
            <a:chExt cx="304050" cy="284375"/>
          </a:xfrm>
        </p:grpSpPr>
        <p:sp>
          <p:nvSpPr>
            <p:cNvPr id="13417" name="Google Shape;13417;p92"/>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92"/>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92"/>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92"/>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92"/>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2" name="Google Shape;13422;p92"/>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92"/>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92"/>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5" name="Google Shape;13425;p92"/>
          <p:cNvGrpSpPr/>
          <p:nvPr/>
        </p:nvGrpSpPr>
        <p:grpSpPr>
          <a:xfrm>
            <a:off x="7907919" y="2297751"/>
            <a:ext cx="368362" cy="419314"/>
            <a:chOff x="4995050" y="3245650"/>
            <a:chExt cx="236950" cy="269725"/>
          </a:xfrm>
        </p:grpSpPr>
        <p:sp>
          <p:nvSpPr>
            <p:cNvPr id="13426" name="Google Shape;13426;p92"/>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92"/>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92"/>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9" name="Google Shape;13429;p92"/>
            <p:cNvGrpSpPr/>
            <p:nvPr/>
          </p:nvGrpSpPr>
          <p:grpSpPr>
            <a:xfrm>
              <a:off x="4995050" y="3245650"/>
              <a:ext cx="236950" cy="269725"/>
              <a:chOff x="4995050" y="3245650"/>
              <a:chExt cx="236950" cy="269725"/>
            </a:xfrm>
          </p:grpSpPr>
          <p:sp>
            <p:nvSpPr>
              <p:cNvPr id="13430" name="Google Shape;13430;p92"/>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92"/>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32" name="Google Shape;13432;p92"/>
          <p:cNvGrpSpPr/>
          <p:nvPr/>
        </p:nvGrpSpPr>
        <p:grpSpPr>
          <a:xfrm>
            <a:off x="5507712" y="1689744"/>
            <a:ext cx="483749" cy="481292"/>
            <a:chOff x="4724650" y="2885700"/>
            <a:chExt cx="270750" cy="269375"/>
          </a:xfrm>
        </p:grpSpPr>
        <p:sp>
          <p:nvSpPr>
            <p:cNvPr id="13433" name="Google Shape;13433;p92"/>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92"/>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92"/>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92"/>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92"/>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92"/>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92"/>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92"/>
          <p:cNvGrpSpPr/>
          <p:nvPr/>
        </p:nvGrpSpPr>
        <p:grpSpPr>
          <a:xfrm>
            <a:off x="4374817" y="1683870"/>
            <a:ext cx="389425" cy="467822"/>
            <a:chOff x="4459350" y="2882125"/>
            <a:chExt cx="228375" cy="274350"/>
          </a:xfrm>
        </p:grpSpPr>
        <p:sp>
          <p:nvSpPr>
            <p:cNvPr id="13441" name="Google Shape;13441;p92"/>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92"/>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92"/>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92"/>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92"/>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n-GB"/>
            </a:p>
          </p:txBody>
        </p:sp>
        <p:sp>
          <p:nvSpPr>
            <p:cNvPr id="13446" name="Google Shape;13446;p92"/>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n-GB"/>
            </a:p>
          </p:txBody>
        </p:sp>
      </p:grpSp>
      <p:sp>
        <p:nvSpPr>
          <p:cNvPr id="13447" name="Google Shape;13447;p92"/>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51"/>
        <p:cNvGrpSpPr/>
        <p:nvPr/>
      </p:nvGrpSpPr>
      <p:grpSpPr>
        <a:xfrm>
          <a:off x="0" y="0"/>
          <a:ext cx="0" cy="0"/>
          <a:chOff x="0" y="0"/>
          <a:chExt cx="0" cy="0"/>
        </a:xfrm>
      </p:grpSpPr>
      <p:sp>
        <p:nvSpPr>
          <p:cNvPr id="13452" name="Google Shape;13452;p9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453" name="Google Shape;13453;p93"/>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54" name="Google Shape;13454;p93"/>
          <p:cNvGrpSpPr/>
          <p:nvPr/>
        </p:nvGrpSpPr>
        <p:grpSpPr>
          <a:xfrm>
            <a:off x="835580" y="2140412"/>
            <a:ext cx="426462" cy="420796"/>
            <a:chOff x="-6713450" y="2397900"/>
            <a:chExt cx="295375" cy="291450"/>
          </a:xfrm>
        </p:grpSpPr>
        <p:sp>
          <p:nvSpPr>
            <p:cNvPr id="13455" name="Google Shape;13455;p93"/>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93"/>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57" name="Google Shape;13457;p93"/>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58" name="Google Shape;13458;p93"/>
          <p:cNvGrpSpPr/>
          <p:nvPr/>
        </p:nvGrpSpPr>
        <p:grpSpPr>
          <a:xfrm>
            <a:off x="3540341" y="1631401"/>
            <a:ext cx="423069" cy="420507"/>
            <a:chOff x="-4932650" y="2046625"/>
            <a:chExt cx="293025" cy="291250"/>
          </a:xfrm>
        </p:grpSpPr>
        <p:sp>
          <p:nvSpPr>
            <p:cNvPr id="13459" name="Google Shape;13459;p93"/>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93"/>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61" name="Google Shape;13461;p93"/>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2" name="Google Shape;13462;p93"/>
          <p:cNvGrpSpPr/>
          <p:nvPr/>
        </p:nvGrpSpPr>
        <p:grpSpPr>
          <a:xfrm>
            <a:off x="3552272" y="2660957"/>
            <a:ext cx="423069" cy="420796"/>
            <a:chOff x="-4931075" y="2765725"/>
            <a:chExt cx="293025" cy="291450"/>
          </a:xfrm>
        </p:grpSpPr>
        <p:sp>
          <p:nvSpPr>
            <p:cNvPr id="13463" name="Google Shape;13463;p93"/>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93"/>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5" name="Google Shape;13465;p93"/>
          <p:cNvGrpSpPr/>
          <p:nvPr/>
        </p:nvGrpSpPr>
        <p:grpSpPr>
          <a:xfrm>
            <a:off x="6257840" y="1656289"/>
            <a:ext cx="420796" cy="370732"/>
            <a:chOff x="-3137650" y="2067900"/>
            <a:chExt cx="291450" cy="256775"/>
          </a:xfrm>
        </p:grpSpPr>
        <p:sp>
          <p:nvSpPr>
            <p:cNvPr id="13466" name="Google Shape;13466;p93"/>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93"/>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93"/>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9" name="Google Shape;13469;p93"/>
          <p:cNvGrpSpPr/>
          <p:nvPr/>
        </p:nvGrpSpPr>
        <p:grpSpPr>
          <a:xfrm>
            <a:off x="6257840" y="2139926"/>
            <a:ext cx="420796" cy="421770"/>
            <a:chOff x="-3137650" y="2408950"/>
            <a:chExt cx="291450" cy="292125"/>
          </a:xfrm>
        </p:grpSpPr>
        <p:sp>
          <p:nvSpPr>
            <p:cNvPr id="13470" name="Google Shape;13470;p93"/>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93"/>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93"/>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93"/>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93"/>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93"/>
          <p:cNvGrpSpPr/>
          <p:nvPr/>
        </p:nvGrpSpPr>
        <p:grpSpPr>
          <a:xfrm>
            <a:off x="6269771" y="2685412"/>
            <a:ext cx="420796" cy="371887"/>
            <a:chOff x="-3137650" y="2787000"/>
            <a:chExt cx="291450" cy="257575"/>
          </a:xfrm>
        </p:grpSpPr>
        <p:sp>
          <p:nvSpPr>
            <p:cNvPr id="13476" name="Google Shape;13476;p93"/>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93"/>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93"/>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93"/>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93"/>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93"/>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93"/>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93"/>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4" name="Google Shape;13484;p93"/>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93"/>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93"/>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7" name="Google Shape;13487;p93"/>
          <p:cNvGrpSpPr/>
          <p:nvPr/>
        </p:nvGrpSpPr>
        <p:grpSpPr>
          <a:xfrm>
            <a:off x="1387948" y="2660397"/>
            <a:ext cx="421914" cy="421914"/>
            <a:chOff x="-6354300" y="2757075"/>
            <a:chExt cx="292225" cy="292225"/>
          </a:xfrm>
        </p:grpSpPr>
        <p:sp>
          <p:nvSpPr>
            <p:cNvPr id="13488" name="Google Shape;13488;p93"/>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93"/>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93"/>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93"/>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2" name="Google Shape;13492;p93"/>
          <p:cNvGrpSpPr/>
          <p:nvPr/>
        </p:nvGrpSpPr>
        <p:grpSpPr>
          <a:xfrm>
            <a:off x="4081951" y="1629560"/>
            <a:ext cx="424188" cy="424188"/>
            <a:chOff x="-4573475" y="2045850"/>
            <a:chExt cx="293800" cy="293800"/>
          </a:xfrm>
        </p:grpSpPr>
        <p:sp>
          <p:nvSpPr>
            <p:cNvPr id="13493" name="Google Shape;13493;p93"/>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93"/>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5" name="Google Shape;13495;p93"/>
          <p:cNvGrpSpPr/>
          <p:nvPr/>
        </p:nvGrpSpPr>
        <p:grpSpPr>
          <a:xfrm>
            <a:off x="4081374" y="2138699"/>
            <a:ext cx="425343" cy="424225"/>
            <a:chOff x="-4570325" y="2405775"/>
            <a:chExt cx="294600" cy="293825"/>
          </a:xfrm>
        </p:grpSpPr>
        <p:sp>
          <p:nvSpPr>
            <p:cNvPr id="13496" name="Google Shape;13496;p93"/>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93"/>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93"/>
          <p:cNvGrpSpPr/>
          <p:nvPr/>
        </p:nvGrpSpPr>
        <p:grpSpPr>
          <a:xfrm>
            <a:off x="4094442" y="2659838"/>
            <a:ext cx="423069" cy="423033"/>
            <a:chOff x="-4572700" y="2764950"/>
            <a:chExt cx="293025" cy="293000"/>
          </a:xfrm>
        </p:grpSpPr>
        <p:sp>
          <p:nvSpPr>
            <p:cNvPr id="13499" name="Google Shape;13499;p93"/>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93"/>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93"/>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93"/>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93"/>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93"/>
          <p:cNvGrpSpPr/>
          <p:nvPr/>
        </p:nvGrpSpPr>
        <p:grpSpPr>
          <a:xfrm>
            <a:off x="6813205" y="1631239"/>
            <a:ext cx="414840" cy="420832"/>
            <a:chOff x="-2777700" y="2049775"/>
            <a:chExt cx="287325" cy="291475"/>
          </a:xfrm>
        </p:grpSpPr>
        <p:sp>
          <p:nvSpPr>
            <p:cNvPr id="13505" name="Google Shape;13505;p93"/>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93"/>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93"/>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8" name="Google Shape;13508;p93"/>
          <p:cNvGrpSpPr/>
          <p:nvPr/>
        </p:nvGrpSpPr>
        <p:grpSpPr>
          <a:xfrm>
            <a:off x="6809667" y="2140431"/>
            <a:ext cx="421914" cy="420759"/>
            <a:chOff x="-2571737" y="2403625"/>
            <a:chExt cx="292225" cy="291425"/>
          </a:xfrm>
        </p:grpSpPr>
        <p:sp>
          <p:nvSpPr>
            <p:cNvPr id="13509" name="Google Shape;13509;p93"/>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93"/>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93"/>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93"/>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93"/>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93"/>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93"/>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6" name="Google Shape;13516;p93"/>
          <p:cNvGrpSpPr/>
          <p:nvPr/>
        </p:nvGrpSpPr>
        <p:grpSpPr>
          <a:xfrm>
            <a:off x="6809667" y="2661534"/>
            <a:ext cx="421914" cy="419640"/>
            <a:chOff x="-2571737" y="2764550"/>
            <a:chExt cx="292225" cy="290650"/>
          </a:xfrm>
        </p:grpSpPr>
        <p:sp>
          <p:nvSpPr>
            <p:cNvPr id="13517" name="Google Shape;13517;p93"/>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93"/>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93"/>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0" name="Google Shape;13520;p93"/>
          <p:cNvGrpSpPr/>
          <p:nvPr/>
        </p:nvGrpSpPr>
        <p:grpSpPr>
          <a:xfrm>
            <a:off x="3009168" y="3230538"/>
            <a:ext cx="421914" cy="423864"/>
            <a:chOff x="-1333975" y="2365850"/>
            <a:chExt cx="292225" cy="293575"/>
          </a:xfrm>
        </p:grpSpPr>
        <p:sp>
          <p:nvSpPr>
            <p:cNvPr id="13521" name="Google Shape;13521;p93"/>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93"/>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93"/>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93"/>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93"/>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93"/>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93"/>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93"/>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93"/>
          <p:cNvGrpSpPr/>
          <p:nvPr/>
        </p:nvGrpSpPr>
        <p:grpSpPr>
          <a:xfrm>
            <a:off x="1942643" y="2660397"/>
            <a:ext cx="398020" cy="421914"/>
            <a:chOff x="-5995925" y="2757850"/>
            <a:chExt cx="275675" cy="292225"/>
          </a:xfrm>
        </p:grpSpPr>
        <p:sp>
          <p:nvSpPr>
            <p:cNvPr id="13530" name="Google Shape;13530;p93"/>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93"/>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93"/>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93"/>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93"/>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93"/>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93"/>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93"/>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93"/>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9" name="Google Shape;13539;p93"/>
          <p:cNvGrpSpPr/>
          <p:nvPr/>
        </p:nvGrpSpPr>
        <p:grpSpPr>
          <a:xfrm>
            <a:off x="4622930" y="1631816"/>
            <a:ext cx="421951" cy="419677"/>
            <a:chOff x="-4211975" y="2046625"/>
            <a:chExt cx="292250" cy="290675"/>
          </a:xfrm>
        </p:grpSpPr>
        <p:sp>
          <p:nvSpPr>
            <p:cNvPr id="13540" name="Google Shape;13540;p93"/>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93"/>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2" name="Google Shape;13542;p93"/>
          <p:cNvGrpSpPr/>
          <p:nvPr/>
        </p:nvGrpSpPr>
        <p:grpSpPr>
          <a:xfrm>
            <a:off x="4672976" y="2138699"/>
            <a:ext cx="321859" cy="424225"/>
            <a:chOff x="-4178875" y="2405775"/>
            <a:chExt cx="222925" cy="293825"/>
          </a:xfrm>
        </p:grpSpPr>
        <p:sp>
          <p:nvSpPr>
            <p:cNvPr id="13543" name="Google Shape;13543;p93"/>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93"/>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93"/>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6" name="Google Shape;13546;p93"/>
          <p:cNvGrpSpPr/>
          <p:nvPr/>
        </p:nvGrpSpPr>
        <p:grpSpPr>
          <a:xfrm>
            <a:off x="4635439" y="2673483"/>
            <a:ext cx="420796" cy="395746"/>
            <a:chOff x="-4211975" y="2783850"/>
            <a:chExt cx="291450" cy="274100"/>
          </a:xfrm>
        </p:grpSpPr>
        <p:sp>
          <p:nvSpPr>
            <p:cNvPr id="13547" name="Google Shape;13547;p93"/>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93"/>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93"/>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0" name="Google Shape;13550;p93"/>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1" name="Google Shape;13551;p93"/>
          <p:cNvGrpSpPr/>
          <p:nvPr/>
        </p:nvGrpSpPr>
        <p:grpSpPr>
          <a:xfrm>
            <a:off x="7340368" y="2140413"/>
            <a:ext cx="420796" cy="420796"/>
            <a:chOff x="-2419325" y="2408150"/>
            <a:chExt cx="291450" cy="291450"/>
          </a:xfrm>
        </p:grpSpPr>
        <p:sp>
          <p:nvSpPr>
            <p:cNvPr id="13552" name="Google Shape;13552;p93"/>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93"/>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93"/>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93"/>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93"/>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93"/>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93"/>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9" name="Google Shape;13559;p93"/>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0" name="Google Shape;13560;p93"/>
          <p:cNvGrpSpPr/>
          <p:nvPr/>
        </p:nvGrpSpPr>
        <p:grpSpPr>
          <a:xfrm>
            <a:off x="4661893" y="3231514"/>
            <a:ext cx="420796" cy="421914"/>
            <a:chOff x="-1333200" y="2770450"/>
            <a:chExt cx="291450" cy="292225"/>
          </a:xfrm>
        </p:grpSpPr>
        <p:sp>
          <p:nvSpPr>
            <p:cNvPr id="13561" name="Google Shape;13561;p93"/>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93"/>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93"/>
          <p:cNvGrpSpPr/>
          <p:nvPr/>
        </p:nvGrpSpPr>
        <p:grpSpPr>
          <a:xfrm>
            <a:off x="2458506" y="1631256"/>
            <a:ext cx="423069" cy="420796"/>
            <a:chOff x="-5635200" y="2037975"/>
            <a:chExt cx="293025" cy="291450"/>
          </a:xfrm>
        </p:grpSpPr>
        <p:sp>
          <p:nvSpPr>
            <p:cNvPr id="13564" name="Google Shape;13564;p93"/>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93"/>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6" name="Google Shape;13566;p93"/>
          <p:cNvGrpSpPr/>
          <p:nvPr/>
        </p:nvGrpSpPr>
        <p:grpSpPr>
          <a:xfrm>
            <a:off x="2456792" y="2140412"/>
            <a:ext cx="426499" cy="420796"/>
            <a:chOff x="-5637575" y="2397900"/>
            <a:chExt cx="295400" cy="291450"/>
          </a:xfrm>
        </p:grpSpPr>
        <p:sp>
          <p:nvSpPr>
            <p:cNvPr id="13567" name="Google Shape;13567;p93"/>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93"/>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93"/>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93"/>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93"/>
          <p:cNvGrpSpPr/>
          <p:nvPr/>
        </p:nvGrpSpPr>
        <p:grpSpPr>
          <a:xfrm>
            <a:off x="2470455" y="2660397"/>
            <a:ext cx="423033" cy="421914"/>
            <a:chOff x="-5635975" y="2757075"/>
            <a:chExt cx="293000" cy="292225"/>
          </a:xfrm>
        </p:grpSpPr>
        <p:sp>
          <p:nvSpPr>
            <p:cNvPr id="13572" name="Google Shape;13572;p93"/>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93"/>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4" name="Google Shape;13574;p93"/>
          <p:cNvGrpSpPr/>
          <p:nvPr/>
        </p:nvGrpSpPr>
        <p:grpSpPr>
          <a:xfrm>
            <a:off x="5154391" y="1631256"/>
            <a:ext cx="423069" cy="420796"/>
            <a:chOff x="-3854375" y="2046625"/>
            <a:chExt cx="293025" cy="291450"/>
          </a:xfrm>
        </p:grpSpPr>
        <p:sp>
          <p:nvSpPr>
            <p:cNvPr id="13575" name="Google Shape;13575;p93"/>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93"/>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93"/>
          <p:cNvGrpSpPr/>
          <p:nvPr/>
        </p:nvGrpSpPr>
        <p:grpSpPr>
          <a:xfrm>
            <a:off x="5153254" y="2138717"/>
            <a:ext cx="425343" cy="424188"/>
            <a:chOff x="-3854375" y="2405000"/>
            <a:chExt cx="294600" cy="293800"/>
          </a:xfrm>
        </p:grpSpPr>
        <p:sp>
          <p:nvSpPr>
            <p:cNvPr id="13578" name="Google Shape;13578;p93"/>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93"/>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93"/>
          <p:cNvGrpSpPr/>
          <p:nvPr/>
        </p:nvGrpSpPr>
        <p:grpSpPr>
          <a:xfrm>
            <a:off x="5167459" y="2659838"/>
            <a:ext cx="420796" cy="423033"/>
            <a:chOff x="-3852025" y="2764950"/>
            <a:chExt cx="291450" cy="293000"/>
          </a:xfrm>
        </p:grpSpPr>
        <p:sp>
          <p:nvSpPr>
            <p:cNvPr id="13581" name="Google Shape;13581;p93"/>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93"/>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83" name="Google Shape;13583;p93"/>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93"/>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5" name="Google Shape;13585;p93"/>
          <p:cNvGrpSpPr/>
          <p:nvPr/>
        </p:nvGrpSpPr>
        <p:grpSpPr>
          <a:xfrm>
            <a:off x="7890048" y="2660398"/>
            <a:ext cx="420796" cy="421914"/>
            <a:chOff x="-2060175" y="2768875"/>
            <a:chExt cx="291450" cy="292225"/>
          </a:xfrm>
        </p:grpSpPr>
        <p:sp>
          <p:nvSpPr>
            <p:cNvPr id="13586" name="Google Shape;13586;p93"/>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93"/>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8" name="Google Shape;13588;p93"/>
          <p:cNvGrpSpPr/>
          <p:nvPr/>
        </p:nvGrpSpPr>
        <p:grpSpPr>
          <a:xfrm>
            <a:off x="1903657" y="3232071"/>
            <a:ext cx="421914" cy="420796"/>
            <a:chOff x="-937025" y="2064750"/>
            <a:chExt cx="292225" cy="291450"/>
          </a:xfrm>
        </p:grpSpPr>
        <p:sp>
          <p:nvSpPr>
            <p:cNvPr id="13589" name="Google Shape;13589;p93"/>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93"/>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93"/>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2" name="Google Shape;13592;p93"/>
          <p:cNvGrpSpPr/>
          <p:nvPr/>
        </p:nvGrpSpPr>
        <p:grpSpPr>
          <a:xfrm>
            <a:off x="3006820" y="1630697"/>
            <a:ext cx="421951" cy="421914"/>
            <a:chOff x="-5276050" y="2037975"/>
            <a:chExt cx="292250" cy="292225"/>
          </a:xfrm>
        </p:grpSpPr>
        <p:sp>
          <p:nvSpPr>
            <p:cNvPr id="13593" name="Google Shape;13593;p93"/>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93"/>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93"/>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96" name="Google Shape;13596;p93"/>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93"/>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98" name="Google Shape;13598;p93"/>
          <p:cNvGrpSpPr/>
          <p:nvPr/>
        </p:nvGrpSpPr>
        <p:grpSpPr>
          <a:xfrm>
            <a:off x="5765634" y="1631256"/>
            <a:ext cx="324133" cy="420796"/>
            <a:chOff x="-3462150" y="2046625"/>
            <a:chExt cx="224500" cy="291450"/>
          </a:xfrm>
        </p:grpSpPr>
        <p:sp>
          <p:nvSpPr>
            <p:cNvPr id="13599" name="Google Shape;13599;p93"/>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93"/>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93"/>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93"/>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93"/>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93"/>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93"/>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93"/>
          <p:cNvGrpSpPr/>
          <p:nvPr/>
        </p:nvGrpSpPr>
        <p:grpSpPr>
          <a:xfrm>
            <a:off x="5741197" y="2139276"/>
            <a:ext cx="373006" cy="423069"/>
            <a:chOff x="-3478675" y="2405775"/>
            <a:chExt cx="258350" cy="293025"/>
          </a:xfrm>
        </p:grpSpPr>
        <p:sp>
          <p:nvSpPr>
            <p:cNvPr id="13607" name="Google Shape;13607;p93"/>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93"/>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93"/>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93"/>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93"/>
          <p:cNvGrpSpPr/>
          <p:nvPr/>
        </p:nvGrpSpPr>
        <p:grpSpPr>
          <a:xfrm>
            <a:off x="5803715" y="2660398"/>
            <a:ext cx="271831" cy="421914"/>
            <a:chOff x="-3443250" y="2765725"/>
            <a:chExt cx="188275" cy="292225"/>
          </a:xfrm>
        </p:grpSpPr>
        <p:sp>
          <p:nvSpPr>
            <p:cNvPr id="13612" name="Google Shape;13612;p93"/>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93"/>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93"/>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93"/>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6" name="Google Shape;13616;p93"/>
          <p:cNvGrpSpPr/>
          <p:nvPr/>
        </p:nvGrpSpPr>
        <p:grpSpPr>
          <a:xfrm>
            <a:off x="832612" y="3230934"/>
            <a:ext cx="371887" cy="423069"/>
            <a:chOff x="-1684475" y="2049000"/>
            <a:chExt cx="257575" cy="293025"/>
          </a:xfrm>
        </p:grpSpPr>
        <p:sp>
          <p:nvSpPr>
            <p:cNvPr id="13617" name="Google Shape;13617;p93"/>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93"/>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93"/>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93"/>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21" name="Google Shape;13621;p93"/>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22" name="Google Shape;13622;p93"/>
          <p:cNvGrpSpPr/>
          <p:nvPr/>
        </p:nvGrpSpPr>
        <p:grpSpPr>
          <a:xfrm>
            <a:off x="4122504" y="3231514"/>
            <a:ext cx="420796" cy="421914"/>
            <a:chOff x="-1700225" y="2768875"/>
            <a:chExt cx="291450" cy="292225"/>
          </a:xfrm>
        </p:grpSpPr>
        <p:sp>
          <p:nvSpPr>
            <p:cNvPr id="13623" name="Google Shape;13623;p93"/>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93"/>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93"/>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93"/>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93"/>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93"/>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9" name="Google Shape;13629;p93"/>
          <p:cNvGrpSpPr/>
          <p:nvPr/>
        </p:nvGrpSpPr>
        <p:grpSpPr>
          <a:xfrm>
            <a:off x="3590852" y="3230935"/>
            <a:ext cx="371887" cy="423069"/>
            <a:chOff x="-919700" y="2420750"/>
            <a:chExt cx="257575" cy="293025"/>
          </a:xfrm>
        </p:grpSpPr>
        <p:sp>
          <p:nvSpPr>
            <p:cNvPr id="13630" name="Google Shape;13630;p93"/>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93"/>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93"/>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3" name="Google Shape;13633;p93"/>
          <p:cNvGrpSpPr/>
          <p:nvPr/>
        </p:nvGrpSpPr>
        <p:grpSpPr>
          <a:xfrm>
            <a:off x="1926044" y="1645950"/>
            <a:ext cx="409531" cy="410617"/>
            <a:chOff x="6679825" y="2693700"/>
            <a:chExt cx="257875" cy="258575"/>
          </a:xfrm>
        </p:grpSpPr>
        <p:sp>
          <p:nvSpPr>
            <p:cNvPr id="13634" name="Google Shape;13634;p93"/>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93"/>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93"/>
          <p:cNvGrpSpPr/>
          <p:nvPr/>
        </p:nvGrpSpPr>
        <p:grpSpPr>
          <a:xfrm>
            <a:off x="1915618" y="2142110"/>
            <a:ext cx="420531" cy="417262"/>
            <a:chOff x="6790450" y="3119050"/>
            <a:chExt cx="262750" cy="260675"/>
          </a:xfrm>
        </p:grpSpPr>
        <p:sp>
          <p:nvSpPr>
            <p:cNvPr id="13637" name="Google Shape;13637;p93"/>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93"/>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9" name="Google Shape;13639;p93"/>
          <p:cNvGrpSpPr/>
          <p:nvPr/>
        </p:nvGrpSpPr>
        <p:grpSpPr>
          <a:xfrm>
            <a:off x="6542730" y="3755436"/>
            <a:ext cx="358093" cy="407391"/>
            <a:chOff x="7660859" y="2571753"/>
            <a:chExt cx="366561" cy="417024"/>
          </a:xfrm>
        </p:grpSpPr>
        <p:sp>
          <p:nvSpPr>
            <p:cNvPr id="13640" name="Google Shape;13640;p93"/>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93"/>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93"/>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93"/>
          <p:cNvGrpSpPr/>
          <p:nvPr/>
        </p:nvGrpSpPr>
        <p:grpSpPr>
          <a:xfrm>
            <a:off x="4077412" y="3755436"/>
            <a:ext cx="407391" cy="407391"/>
            <a:chOff x="5566722" y="2571753"/>
            <a:chExt cx="417024" cy="417024"/>
          </a:xfrm>
        </p:grpSpPr>
        <p:sp>
          <p:nvSpPr>
            <p:cNvPr id="13644" name="Google Shape;13644;p93"/>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93"/>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6" name="Google Shape;13646;p93"/>
          <p:cNvGrpSpPr/>
          <p:nvPr/>
        </p:nvGrpSpPr>
        <p:grpSpPr>
          <a:xfrm>
            <a:off x="4693744" y="3857692"/>
            <a:ext cx="407381" cy="202880"/>
            <a:chOff x="6090251" y="2676413"/>
            <a:chExt cx="417014" cy="207677"/>
          </a:xfrm>
        </p:grpSpPr>
        <p:sp>
          <p:nvSpPr>
            <p:cNvPr id="13647" name="Google Shape;13647;p93"/>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93"/>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93"/>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93"/>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1" name="Google Shape;13651;p93"/>
          <p:cNvGrpSpPr/>
          <p:nvPr/>
        </p:nvGrpSpPr>
        <p:grpSpPr>
          <a:xfrm>
            <a:off x="5926398" y="3755436"/>
            <a:ext cx="407391" cy="407391"/>
            <a:chOff x="7137330" y="2571753"/>
            <a:chExt cx="417024" cy="417024"/>
          </a:xfrm>
        </p:grpSpPr>
        <p:sp>
          <p:nvSpPr>
            <p:cNvPr id="13652" name="Google Shape;13652;p93"/>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93"/>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93"/>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93"/>
          <p:cNvGrpSpPr/>
          <p:nvPr/>
        </p:nvGrpSpPr>
        <p:grpSpPr>
          <a:xfrm>
            <a:off x="5310066" y="3755436"/>
            <a:ext cx="407391" cy="407391"/>
            <a:chOff x="6613801" y="2571753"/>
            <a:chExt cx="417024" cy="417024"/>
          </a:xfrm>
        </p:grpSpPr>
        <p:sp>
          <p:nvSpPr>
            <p:cNvPr id="13656" name="Google Shape;13656;p93"/>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93"/>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93"/>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93"/>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93"/>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93"/>
          <p:cNvGrpSpPr/>
          <p:nvPr/>
        </p:nvGrpSpPr>
        <p:grpSpPr>
          <a:xfrm>
            <a:off x="7896740" y="3238780"/>
            <a:ext cx="407411" cy="407411"/>
            <a:chOff x="2964567" y="2571753"/>
            <a:chExt cx="417045" cy="417045"/>
          </a:xfrm>
        </p:grpSpPr>
        <p:sp>
          <p:nvSpPr>
            <p:cNvPr id="13662" name="Google Shape;13662;p93"/>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93"/>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4" name="Google Shape;13664;p93"/>
          <p:cNvGrpSpPr/>
          <p:nvPr/>
        </p:nvGrpSpPr>
        <p:grpSpPr>
          <a:xfrm>
            <a:off x="1612062" y="3815897"/>
            <a:ext cx="407391" cy="286470"/>
            <a:chOff x="3476576" y="2633631"/>
            <a:chExt cx="417024" cy="293244"/>
          </a:xfrm>
        </p:grpSpPr>
        <p:sp>
          <p:nvSpPr>
            <p:cNvPr id="13665" name="Google Shape;13665;p93"/>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93"/>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7" name="Google Shape;13667;p93"/>
          <p:cNvGrpSpPr/>
          <p:nvPr/>
        </p:nvGrpSpPr>
        <p:grpSpPr>
          <a:xfrm>
            <a:off x="2228394" y="3755508"/>
            <a:ext cx="407411" cy="407248"/>
            <a:chOff x="3988564" y="2571836"/>
            <a:chExt cx="417045" cy="416878"/>
          </a:xfrm>
        </p:grpSpPr>
        <p:sp>
          <p:nvSpPr>
            <p:cNvPr id="13668" name="Google Shape;13668;p93"/>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93"/>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93"/>
          <p:cNvGrpSpPr/>
          <p:nvPr/>
        </p:nvGrpSpPr>
        <p:grpSpPr>
          <a:xfrm>
            <a:off x="2844747" y="3755436"/>
            <a:ext cx="407391" cy="407391"/>
            <a:chOff x="4500573" y="2571753"/>
            <a:chExt cx="417024" cy="417024"/>
          </a:xfrm>
        </p:grpSpPr>
        <p:sp>
          <p:nvSpPr>
            <p:cNvPr id="13671" name="Google Shape;13671;p93"/>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93"/>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3" name="Google Shape;13673;p93"/>
          <p:cNvGrpSpPr/>
          <p:nvPr/>
        </p:nvGrpSpPr>
        <p:grpSpPr>
          <a:xfrm>
            <a:off x="3461079" y="3755436"/>
            <a:ext cx="407391" cy="407391"/>
            <a:chOff x="5012603" y="2571753"/>
            <a:chExt cx="417024" cy="417024"/>
          </a:xfrm>
        </p:grpSpPr>
        <p:sp>
          <p:nvSpPr>
            <p:cNvPr id="13674" name="Google Shape;13674;p93"/>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93"/>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76" name="Google Shape;13676;p93"/>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77" name="Google Shape;13677;p93"/>
          <p:cNvGrpSpPr/>
          <p:nvPr/>
        </p:nvGrpSpPr>
        <p:grpSpPr>
          <a:xfrm>
            <a:off x="5721826" y="3238790"/>
            <a:ext cx="407432" cy="407391"/>
            <a:chOff x="812101" y="2571761"/>
            <a:chExt cx="417066" cy="417024"/>
          </a:xfrm>
        </p:grpSpPr>
        <p:sp>
          <p:nvSpPr>
            <p:cNvPr id="13678" name="Google Shape;13678;p93"/>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93"/>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93"/>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93"/>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2" name="Google Shape;13682;p93"/>
          <p:cNvGrpSpPr/>
          <p:nvPr/>
        </p:nvGrpSpPr>
        <p:grpSpPr>
          <a:xfrm>
            <a:off x="6242420" y="3238790"/>
            <a:ext cx="407391" cy="407391"/>
            <a:chOff x="1323129" y="2571761"/>
            <a:chExt cx="417024" cy="417024"/>
          </a:xfrm>
        </p:grpSpPr>
        <p:sp>
          <p:nvSpPr>
            <p:cNvPr id="13683" name="Google Shape;13683;p93"/>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93"/>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93"/>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93"/>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7" name="Google Shape;13687;p93"/>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8" name="Google Shape;13688;p93"/>
          <p:cNvGrpSpPr/>
          <p:nvPr/>
        </p:nvGrpSpPr>
        <p:grpSpPr>
          <a:xfrm>
            <a:off x="7378895" y="3238843"/>
            <a:ext cx="408023" cy="407411"/>
            <a:chOff x="2344476" y="2571761"/>
            <a:chExt cx="417671" cy="417045"/>
          </a:xfrm>
        </p:grpSpPr>
        <p:sp>
          <p:nvSpPr>
            <p:cNvPr id="13689" name="Google Shape;13689;p93"/>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93"/>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1" name="Google Shape;13691;p93"/>
          <p:cNvGrpSpPr/>
          <p:nvPr/>
        </p:nvGrpSpPr>
        <p:grpSpPr>
          <a:xfrm>
            <a:off x="7109755" y="3759535"/>
            <a:ext cx="399178" cy="399178"/>
            <a:chOff x="2038375" y="3798025"/>
            <a:chExt cx="841792" cy="841792"/>
          </a:xfrm>
        </p:grpSpPr>
        <p:sp>
          <p:nvSpPr>
            <p:cNvPr id="13692" name="Google Shape;13692;p93"/>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93"/>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697"/>
        <p:cNvGrpSpPr/>
        <p:nvPr/>
      </p:nvGrpSpPr>
      <p:grpSpPr>
        <a:xfrm>
          <a:off x="0" y="0"/>
          <a:ext cx="0" cy="0"/>
          <a:chOff x="0" y="0"/>
          <a:chExt cx="0" cy="0"/>
        </a:xfrm>
      </p:grpSpPr>
      <p:pic>
        <p:nvPicPr>
          <p:cNvPr id="13698" name="Google Shape;13698;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Math Subject for High School: Probability and Statistics by Slidesgo">
  <a:themeElements>
    <a:clrScheme name="Simple Light">
      <a:dk1>
        <a:srgbClr val="F0A74D"/>
      </a:dk1>
      <a:lt1>
        <a:srgbClr val="FFFFFF"/>
      </a:lt1>
      <a:dk2>
        <a:srgbClr val="C7A6CC"/>
      </a:dk2>
      <a:lt2>
        <a:srgbClr val="49194F"/>
      </a:lt2>
      <a:accent1>
        <a:srgbClr val="FCE5CD"/>
      </a:accent1>
      <a:accent2>
        <a:srgbClr val="F7ECF8"/>
      </a:accent2>
      <a:accent3>
        <a:srgbClr val="C27BA0"/>
      </a:accent3>
      <a:accent4>
        <a:srgbClr val="E69138"/>
      </a:accent4>
      <a:accent5>
        <a:srgbClr val="B45F06"/>
      </a:accent5>
      <a:accent6>
        <a:srgbClr val="F9CB9C"/>
      </a:accent6>
      <a:hlink>
        <a:srgbClr val="49194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0A74D"/>
      </a:dk1>
      <a:lt1>
        <a:srgbClr val="FFFFFF"/>
      </a:lt1>
      <a:dk2>
        <a:srgbClr val="C7A6CC"/>
      </a:dk2>
      <a:lt2>
        <a:srgbClr val="49194F"/>
      </a:lt2>
      <a:accent1>
        <a:srgbClr val="FCE5CD"/>
      </a:accent1>
      <a:accent2>
        <a:srgbClr val="F7ECF8"/>
      </a:accent2>
      <a:accent3>
        <a:srgbClr val="C27BA0"/>
      </a:accent3>
      <a:accent4>
        <a:srgbClr val="E69138"/>
      </a:accent4>
      <a:accent5>
        <a:srgbClr val="B45F06"/>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9D5852A217C4949816470E576B5A5FD" ma:contentTypeVersion="8" ma:contentTypeDescription="Crée un document." ma:contentTypeScope="" ma:versionID="ae9656adc8a42b67f5a7c70b96c3955e">
  <xsd:schema xmlns:xsd="http://www.w3.org/2001/XMLSchema" xmlns:xs="http://www.w3.org/2001/XMLSchema" xmlns:p="http://schemas.microsoft.com/office/2006/metadata/properties" xmlns:ns3="73b2e522-fe2d-45eb-8fca-68ca246d40bd" xmlns:ns4="8164c8d2-d0cc-4025-b139-4ac243dc06ac" targetNamespace="http://schemas.microsoft.com/office/2006/metadata/properties" ma:root="true" ma:fieldsID="9dd874fbf578e02ba2db2f230235b149" ns3:_="" ns4:_="">
    <xsd:import namespace="73b2e522-fe2d-45eb-8fca-68ca246d40bd"/>
    <xsd:import namespace="8164c8d2-d0cc-4025-b139-4ac243dc06ac"/>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element ref="ns3:_activity" minOccurs="0"/>
                <xsd:element ref="ns4:SharedWithUsers" minOccurs="0"/>
                <xsd:element ref="ns4:SharedWithDetails" minOccurs="0"/>
                <xsd:element ref="ns4:SharingHintHash"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3b2e522-fe2d-45eb-8fca-68ca246d40b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_activity" ma:index="12" nillable="true" ma:displayName="_activity" ma:hidden="true" ma:internalName="_activity">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8164c8d2-d0cc-4025-b139-4ac243dc06ac" elementFormDefault="qualified">
    <xsd:import namespace="http://schemas.microsoft.com/office/2006/documentManagement/types"/>
    <xsd:import namespace="http://schemas.microsoft.com/office/infopath/2007/PartnerControls"/>
    <xsd:element name="SharedWithUsers" ma:index="13" nillable="true" ma:displayName="Partagé avec"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Partagé avec détails" ma:internalName="SharedWithDetails" ma:readOnly="true">
      <xsd:simpleType>
        <xsd:restriction base="dms:Note">
          <xsd:maxLength value="255"/>
        </xsd:restriction>
      </xsd:simpleType>
    </xsd:element>
    <xsd:element name="SharingHintHash" ma:index="15" nillable="true" ma:displayName="Partage du hachage d’indicateur"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_activity xmlns="73b2e522-fe2d-45eb-8fca-68ca246d40bd"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904B3166-69E5-4A81-9B33-A51958B8313C}">
  <ds:schemaRefs>
    <ds:schemaRef ds:uri="73b2e522-fe2d-45eb-8fca-68ca246d40bd"/>
    <ds:schemaRef ds:uri="8164c8d2-d0cc-4025-b139-4ac243dc06ac"/>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96CC23A7-8462-4BB8-AA5A-3B3A3ECC1A8A}">
  <ds:schemaRefs>
    <ds:schemaRef ds:uri="73b2e522-fe2d-45eb-8fca-68ca246d40bd"/>
    <ds:schemaRef ds:uri="8164c8d2-d0cc-4025-b139-4ac243dc06ac"/>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C365D16B-1ED3-4716-9CE2-4041A6A9CF1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Application>Microsoft Office PowerPoint</Application>
  <PresentationFormat>Affichage à l'écran (16:9)</PresentationFormat>
  <Slides>97</Slides>
  <Notes>93</Notes>
  <HiddenSlides>0</HiddenSlides>
  <ScaleCrop>false</ScaleCrop>
  <HeadingPairs>
    <vt:vector size="4" baseType="variant">
      <vt:variant>
        <vt:lpstr>Thème</vt:lpstr>
      </vt:variant>
      <vt:variant>
        <vt:i4>3</vt:i4>
      </vt:variant>
      <vt:variant>
        <vt:lpstr>Titres des diapositives</vt:lpstr>
      </vt:variant>
      <vt:variant>
        <vt:i4>97</vt:i4>
      </vt:variant>
    </vt:vector>
  </HeadingPairs>
  <TitlesOfParts>
    <vt:vector size="100" baseType="lpstr">
      <vt:lpstr>Math Subject for High School: Probability and Statistics by Slidesgo</vt:lpstr>
      <vt:lpstr>Slidesgo Final Pages</vt:lpstr>
      <vt:lpstr>Slidesgo Final Pages</vt:lpstr>
      <vt:lpstr> Statistics Project </vt:lpstr>
      <vt:lpstr>1.</vt:lpstr>
      <vt:lpstr>Introduction</vt:lpstr>
      <vt:lpstr>Our Group</vt:lpstr>
      <vt:lpstr>Context</vt:lpstr>
      <vt:lpstr>Problematic</vt:lpstr>
      <vt:lpstr>Gas Turbine Emissions Analysis</vt:lpstr>
      <vt:lpstr>Dataset Overview</vt:lpstr>
      <vt:lpstr>Présentation PowerPoint</vt:lpstr>
      <vt:lpstr>Data Loading and Preparation</vt:lpstr>
      <vt:lpstr>Check for missing values</vt:lpstr>
      <vt:lpstr>Outliers and Imputation</vt:lpstr>
      <vt:lpstr>Imputation Process:</vt:lpstr>
      <vt:lpstr>Let's check the cleaned Data</vt:lpstr>
      <vt:lpstr>Correlation Analysis</vt:lpstr>
      <vt:lpstr>Check relation between independant variables and target CO graphically CO and Ambient Temperature</vt:lpstr>
      <vt:lpstr>Check relation between independant variables and target CO graphically CO and Ambient Pressure</vt:lpstr>
      <vt:lpstr>Check relation between independant variables and target CO graphically CO and Ambient Humidity</vt:lpstr>
      <vt:lpstr>Check relation between independant variables and target CO graphically CO and Air Filter Difference Pressure </vt:lpstr>
      <vt:lpstr>Check relation between independant variables and target CO graphically CO and Turbine Exhaust Pressure </vt:lpstr>
      <vt:lpstr>Check relation between independant variables and target CO graphically CO and Turbine Inlet Temperature </vt:lpstr>
      <vt:lpstr>Check relation between independant variables and target CO graphically CO and Turbine After Temperature </vt:lpstr>
      <vt:lpstr>Check relation between independant variables and target CO graphically CO and Compressor Discharge Pressure </vt:lpstr>
      <vt:lpstr>Check relation between independant variables and target CO graphically CO and Compressor Discharge Pressure </vt:lpstr>
      <vt:lpstr>Variable normality test</vt:lpstr>
      <vt:lpstr>Skewness and Kurtosis tests</vt:lpstr>
      <vt:lpstr>Skewness and Kurtosis tests</vt:lpstr>
      <vt:lpstr>We will use Spearman instead of Pearson because it doesn't need normality.</vt:lpstr>
      <vt:lpstr>We will use Spearman instead of Pearson because it doesn't need normality.</vt:lpstr>
      <vt:lpstr>Regression Analysis</vt:lpstr>
      <vt:lpstr>Perform stepwise regression</vt:lpstr>
      <vt:lpstr>Residuals </vt:lpstr>
      <vt:lpstr>Skewness and Kurtosis</vt:lpstr>
      <vt:lpstr>R-squared </vt:lpstr>
      <vt:lpstr>Key Findings</vt:lpstr>
      <vt:lpstr>AI4I Analysis</vt:lpstr>
      <vt:lpstr>Dataset Overview</vt:lpstr>
      <vt:lpstr>Data Loading and Preparation</vt:lpstr>
      <vt:lpstr>Data Loading and Preparation</vt:lpstr>
      <vt:lpstr>Outliers and Imputation</vt:lpstr>
      <vt:lpstr>Outliers and Imputation</vt:lpstr>
      <vt:lpstr>Outliers and Imputation</vt:lpstr>
      <vt:lpstr>Variable Distributions</vt:lpstr>
      <vt:lpstr>Correlation Matrix</vt:lpstr>
      <vt:lpstr>Normality Tests</vt:lpstr>
      <vt:lpstr>Kolmogorov-Smirnov Test</vt:lpstr>
      <vt:lpstr>Test for intra-group variance</vt:lpstr>
      <vt:lpstr>Wilcoxon-Mann-Whitney Test for Rotational Speed by Machine Failure</vt:lpstr>
      <vt:lpstr>Association between Rotational Speed and Tool Wear Failure</vt:lpstr>
      <vt:lpstr>Test for intra-group variance - significant difference</vt:lpstr>
      <vt:lpstr>Wilcoxon-Mann-Whitney Test for Rotational Speed by Machine Failure</vt:lpstr>
      <vt:lpstr>Key Findings</vt:lpstr>
      <vt:lpstr>Conclusions</vt:lpstr>
      <vt:lpstr>—Someone Famous</vt:lpstr>
      <vt:lpstr>9h 55m 23s</vt:lpstr>
      <vt:lpstr>A picture is worth a thousand words</vt:lpstr>
      <vt:lpstr>A picture always reinforce the concept</vt:lpstr>
      <vt:lpstr>4,498,300,000</vt:lpstr>
      <vt:lpstr>25%</vt:lpstr>
      <vt:lpstr>Computer mockup</vt:lpstr>
      <vt:lpstr>Tablet  mockup</vt:lpstr>
      <vt:lpstr>Phone mockup</vt:lpstr>
      <vt:lpstr>This is a map</vt:lpstr>
      <vt:lpstr>A timeline always works well</vt:lpstr>
      <vt:lpstr>Infographics make your idea understandable</vt:lpstr>
      <vt:lpstr>Tables represent your data in a clear way</vt:lpstr>
      <vt:lpstr>You can use this graph</vt:lpstr>
      <vt:lpstr>Our faculty</vt:lpstr>
      <vt:lpstr>Exercise 1. Frequency </vt:lpstr>
      <vt:lpstr>Interpreting two-way tables</vt:lpstr>
      <vt:lpstr>Exercise 2 . Complete the table</vt:lpstr>
      <vt:lpstr>Interpreting two events in probability</vt:lpstr>
      <vt:lpstr>Roll the dice!</vt:lpstr>
      <vt:lpstr>Choose your team!</vt:lpstr>
      <vt:lpstr>Exercise 3. Events in probability</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Présentation PowerPoint</vt:lpstr>
      <vt:lpstr>Présentation PowerPoint</vt:lpstr>
      <vt:lpstr>Présentation PowerPoint</vt:lpstr>
      <vt:lpstr>Présentation PowerPoint</vt:lpstr>
      <vt:lpstr>Présentation PowerPoint</vt:lpstr>
      <vt:lpstr>...and our sets of editable icons</vt:lpstr>
      <vt:lpstr>Educational Icons</vt:lpstr>
      <vt:lpstr>Business Icons</vt:lpstr>
      <vt:lpstr>Help &amp; Support Icons</vt:lpstr>
      <vt:lpstr>Creative Process Icons</vt:lpstr>
      <vt:lpstr>Nature Icons</vt:lpstr>
      <vt:lpstr>SEO &amp; Marketing Icons</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revision>3</cp:revision>
  <dcterms:modified xsi:type="dcterms:W3CDTF">2024-12-16T22:06:14Z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0x010100D9D5852A217C4949816470E576B5A5FD</vt:lpwstr>
  </property>
</Properties>
</file>